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953175cf4f48a0" /><Relationship Type="http://schemas.openxmlformats.org/officeDocument/2006/relationships/extended-properties" Target="/docProps/app.xml" Id="R02c01cddf1f44eb6" /><Relationship Type="http://schemas.openxmlformats.org/officeDocument/2006/relationships/officeDocument" Target="/ppt/presentation.xml" Id="Rf8e26b305eae448b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4826deec509541f0"/>
  </p:sldMasterIdLst>
  <p:notesMasterIdLst>
    <p:notesMasterId r:id="R591fe877e40c41d4"/>
  </p:notesMasterIdLst>
  <p:sldIdLst>
    <p:sldId id="256" r:id="rIdLibrarySection1"/>
    <p:sldId id="257" r:id="rIdLibrarySection2"/>
    <p:sldId id="258" r:id="rIdLibrarySection3"/>
    <p:sldId id="259" r:id="rIdLibrarySection4"/>
    <p:sldId id="260" r:id="rIdLibrarySection5"/>
    <p:sldId id="261" r:id="rIdLibrarySection6"/>
    <p:sldId id="262" r:id="rIdLibrarySection7"/>
    <p:sldId id="263" r:id="rIdLibrarySection8"/>
    <p:sldId id="264" r:id="rIdLibrarySection9"/>
    <p:sldId id="265" r:id="rIdLibrarySection10"/>
    <p:sldId id="266" r:id="rIdLibrarySection11"/>
    <p:sldId id="267" r:id="rIdLibrarySection12"/>
    <p:sldId id="268" r:id="rIdLibrarySection13"/>
    <p:sldId id="269" r:id="rIdLibrarySection14"/>
    <p:sldId id="270" r:id="rIdLibrarySection15"/>
    <p:sldId id="271" r:id="rIdLibrarySection16"/>
    <p:sldId id="272" r:id="rIdLibrarySection17"/>
    <p:sldId id="273" r:id="rIdLibrarySection18"/>
    <p:sldId id="274" r:id="rIdLibrarySection19"/>
    <p:sldId id="275" r:id="rIdLibrarySection20"/>
    <p:sldId id="276" r:id="rIdLibrarySection21"/>
    <p:sldId id="277" r:id="rIdLibrarySection22"/>
    <p:sldId id="278" r:id="rIdLibrarySection23"/>
    <p:sldId id="279" r:id="rIdLibrarySection24"/>
    <p:sldId id="280" r:id="rIdLibrarySection25"/>
    <p:sldId id="281" r:id="rIdLibrarySection26"/>
    <p:sldId id="282" r:id="rIdLibrarySection27"/>
    <p:sldId id="283" r:id="rIdLibrarySection28"/>
    <p:sldId id="284" r:id="rIdLibrarySection29"/>
    <p:sldId id="285" r:id="rIdLibrarySection30"/>
    <p:sldId id="286" r:id="rIdLibrarySection31"/>
    <p:sldId id="287" r:id="rIdLibrarySection32"/>
    <p:sldId id="288" r:id="rIdLibrarySection33"/>
    <p:sldId id="289" r:id="rIdLibrarySection34"/>
    <p:sldId id="290" r:id="rIdLibrarySection35"/>
    <p:sldId id="291" r:id="rIdLibrarySection36"/>
    <p:sldId id="292" r:id="rIdLibrarySection37"/>
    <p:sldId id="293" r:id="rIdLibrarySection38"/>
    <p:sldId id="294" r:id="rIdLibrarySection39"/>
    <p:sldId id="295" r:id="rIdLibrarySection40"/>
    <p:sldId id="296" r:id="rIdLibrarySection41"/>
    <p:sldId id="297" r:id="rIdLibrarySection42"/>
    <p:sldId id="298" r:id="rIdLibrarySection43"/>
    <p:sldId id="299" r:id="rIdLibrarySection44"/>
    <p:sldId id="300" r:id="rIdLibrarySection45"/>
    <p:sldId id="301" r:id="rIdLibrarySection46"/>
    <p:sldId id="302" r:id="rIdLibrarySection47"/>
    <p:sldId id="303" r:id="rIdLibrarySection48"/>
    <p:sldId id="304" r:id="rIdLibrarySection49"/>
    <p:sldId id="305" r:id="rIdLibrarySection50"/>
    <p:sldId id="306" r:id="rIdLibrarySection51"/>
    <p:sldId id="307" r:id="rIdLibrarySection52"/>
    <p:sldId id="308" r:id="rIdLibrarySection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f76d23b401194b7e" /><Relationship Type="http://schemas.openxmlformats.org/officeDocument/2006/relationships/slideMaster" Target="/ppt/slideMasters/slideMaster1.xml" Id="R4826deec509541f0" /><Relationship Type="http://schemas.openxmlformats.org/officeDocument/2006/relationships/notesMaster" Target="/ppt/notesMasters/notesMaster1.xml" Id="R591fe877e40c41d4" /><Relationship Type="http://schemas.openxmlformats.org/officeDocument/2006/relationships/presProps" Target="/ppt/presProps.xml" Id="R23c565e9ea784aba" /><Relationship Type="http://schemas.openxmlformats.org/officeDocument/2006/relationships/tableStyles" Target="/ppt/tableStyles.xml" Id="Rb566077a131d481f" /><Relationship Id="rIdLibrarySection1" Type="http://schemas.openxmlformats.org/officeDocument/2006/relationships/slide" Target="/ppt/slides/slide1.xml" /><Relationship Id="rIdLibrarySection2" Type="http://schemas.openxmlformats.org/officeDocument/2006/relationships/slide" Target="/ppt/slides/slide2.xml" /><Relationship Id="rIdLibrarySection3" Type="http://schemas.openxmlformats.org/officeDocument/2006/relationships/slide" Target="/ppt/slides/slide3.xml" /><Relationship Id="rIdLibrarySection4" Type="http://schemas.openxmlformats.org/officeDocument/2006/relationships/slide" Target="/ppt/slides/slide4.xml" /><Relationship Id="rIdLibrarySection5" Type="http://schemas.openxmlformats.org/officeDocument/2006/relationships/slide" Target="/ppt/slides/slide5.xml" /><Relationship Id="rIdLibrarySection6" Type="http://schemas.openxmlformats.org/officeDocument/2006/relationships/slide" Target="/ppt/slides/slide6.xml" /><Relationship Id="rIdLibrarySection7" Type="http://schemas.openxmlformats.org/officeDocument/2006/relationships/slide" Target="/ppt/slides/slide7.xml" /><Relationship Id="rIdLibrarySection8" Type="http://schemas.openxmlformats.org/officeDocument/2006/relationships/slide" Target="/ppt/slides/slide8.xml" /><Relationship Id="rIdLibrarySection9" Type="http://schemas.openxmlformats.org/officeDocument/2006/relationships/slide" Target="/ppt/slides/slide9.xml" /><Relationship Id="rIdLibrarySection10" Type="http://schemas.openxmlformats.org/officeDocument/2006/relationships/slide" Target="/ppt/slides/slide10.xml" /><Relationship Id="rIdLibrarySection11" Type="http://schemas.openxmlformats.org/officeDocument/2006/relationships/slide" Target="/ppt/slides/slide11.xml" /><Relationship Id="rIdLibrarySection12" Type="http://schemas.openxmlformats.org/officeDocument/2006/relationships/slide" Target="/ppt/slides/slide12.xml" /><Relationship Id="rIdLibrarySection13" Type="http://schemas.openxmlformats.org/officeDocument/2006/relationships/slide" Target="/ppt/slides/slide13.xml" /><Relationship Id="rIdLibrarySection14" Type="http://schemas.openxmlformats.org/officeDocument/2006/relationships/slide" Target="/ppt/slides/slide14.xml" /><Relationship Id="rIdLibrarySection15" Type="http://schemas.openxmlformats.org/officeDocument/2006/relationships/slide" Target="/ppt/slides/slide15.xml" /><Relationship Id="rIdLibrarySection16" Type="http://schemas.openxmlformats.org/officeDocument/2006/relationships/slide" Target="/ppt/slides/slide16.xml" /><Relationship Id="rIdLibrarySection17" Type="http://schemas.openxmlformats.org/officeDocument/2006/relationships/slide" Target="/ppt/slides/slide17.xml" /><Relationship Id="rIdLibrarySection18" Type="http://schemas.openxmlformats.org/officeDocument/2006/relationships/slide" Target="/ppt/slides/slide18.xml" /><Relationship Id="rIdLibrarySection19" Type="http://schemas.openxmlformats.org/officeDocument/2006/relationships/slide" Target="/ppt/slides/slide19.xml" /><Relationship Id="rIdLibrarySection20" Type="http://schemas.openxmlformats.org/officeDocument/2006/relationships/slide" Target="/ppt/slides/slide20.xml" /><Relationship Id="rIdLibrarySection21" Type="http://schemas.openxmlformats.org/officeDocument/2006/relationships/slide" Target="/ppt/slides/slide21.xml" /><Relationship Id="rIdLibrarySection22" Type="http://schemas.openxmlformats.org/officeDocument/2006/relationships/slide" Target="/ppt/slides/slide22.xml" /><Relationship Id="rIdLibrarySection23" Type="http://schemas.openxmlformats.org/officeDocument/2006/relationships/slide" Target="/ppt/slides/slide23.xml" /><Relationship Id="rIdLibrarySection24" Type="http://schemas.openxmlformats.org/officeDocument/2006/relationships/slide" Target="/ppt/slides/slide24.xml" /><Relationship Id="rIdLibrarySection25" Type="http://schemas.openxmlformats.org/officeDocument/2006/relationships/slide" Target="/ppt/slides/slide25.xml" /><Relationship Id="rIdLibrarySection26" Type="http://schemas.openxmlformats.org/officeDocument/2006/relationships/slide" Target="/ppt/slides/slide26.xml" /><Relationship Id="rIdLibrarySection27" Type="http://schemas.openxmlformats.org/officeDocument/2006/relationships/slide" Target="/ppt/slides/slide27.xml" /><Relationship Id="rIdLibrarySection28" Type="http://schemas.openxmlformats.org/officeDocument/2006/relationships/slide" Target="/ppt/slides/slide28.xml" /><Relationship Id="rIdLibrarySection29" Type="http://schemas.openxmlformats.org/officeDocument/2006/relationships/slide" Target="/ppt/slides/slide29.xml" /><Relationship Id="rIdLibrarySection30" Type="http://schemas.openxmlformats.org/officeDocument/2006/relationships/slide" Target="/ppt/slides/slide30.xml" /><Relationship Id="rIdLibrarySection31" Type="http://schemas.openxmlformats.org/officeDocument/2006/relationships/slide" Target="/ppt/slides/slide31.xml" /><Relationship Id="rIdLibrarySection32" Type="http://schemas.openxmlformats.org/officeDocument/2006/relationships/slide" Target="/ppt/slides/slide32.xml" /><Relationship Id="rIdLibrarySection33" Type="http://schemas.openxmlformats.org/officeDocument/2006/relationships/slide" Target="/ppt/slides/slide33.xml" /><Relationship Id="rIdLibrarySection34" Type="http://schemas.openxmlformats.org/officeDocument/2006/relationships/slide" Target="/ppt/slides/slide34.xml" /><Relationship Id="rIdLibrarySection35" Type="http://schemas.openxmlformats.org/officeDocument/2006/relationships/slide" Target="/ppt/slides/slide35.xml" /><Relationship Id="rIdLibrarySection36" Type="http://schemas.openxmlformats.org/officeDocument/2006/relationships/slide" Target="/ppt/slides/slide36.xml" /><Relationship Id="rIdLibrarySection37" Type="http://schemas.openxmlformats.org/officeDocument/2006/relationships/slide" Target="/ppt/slides/slide37.xml" /><Relationship Id="rIdLibrarySection38" Type="http://schemas.openxmlformats.org/officeDocument/2006/relationships/slide" Target="/ppt/slides/slide38.xml" /><Relationship Id="rIdLibrarySection39" Type="http://schemas.openxmlformats.org/officeDocument/2006/relationships/slide" Target="/ppt/slides/slide39.xml" /><Relationship Id="rIdLibrarySection40" Type="http://schemas.openxmlformats.org/officeDocument/2006/relationships/slide" Target="/ppt/slides/slide40.xml" /><Relationship Id="rIdLibrarySection41" Type="http://schemas.openxmlformats.org/officeDocument/2006/relationships/slide" Target="/ppt/slides/slide41.xml" /><Relationship Id="rIdLibrarySection42" Type="http://schemas.openxmlformats.org/officeDocument/2006/relationships/slide" Target="/ppt/slides/slide42.xml" /><Relationship Id="rIdLibrarySection43" Type="http://schemas.openxmlformats.org/officeDocument/2006/relationships/slide" Target="/ppt/slides/slide43.xml" /><Relationship Id="rIdLibrarySection44" Type="http://schemas.openxmlformats.org/officeDocument/2006/relationships/slide" Target="/ppt/slides/slide44.xml" /><Relationship Id="rIdLibrarySection45" Type="http://schemas.openxmlformats.org/officeDocument/2006/relationships/slide" Target="/ppt/slides/slide45.xml" /><Relationship Id="rIdLibrarySection46" Type="http://schemas.openxmlformats.org/officeDocument/2006/relationships/slide" Target="/ppt/slides/slide46.xml" /><Relationship Id="rIdLibrarySection47" Type="http://schemas.openxmlformats.org/officeDocument/2006/relationships/slide" Target="/ppt/slides/slide47.xml" /><Relationship Id="rIdLibrarySection48" Type="http://schemas.openxmlformats.org/officeDocument/2006/relationships/slide" Target="/ppt/slides/slide48.xml" /><Relationship Id="rIdLibrarySection49" Type="http://schemas.openxmlformats.org/officeDocument/2006/relationships/slide" Target="/ppt/slides/slide49.xml" /><Relationship Id="rIdLibrarySection50" Type="http://schemas.openxmlformats.org/officeDocument/2006/relationships/slide" Target="/ppt/slides/slide50.xml" /><Relationship Id="rIdLibrarySection51" Type="http://schemas.openxmlformats.org/officeDocument/2006/relationships/slide" Target="/ppt/slides/slide51.xml" /><Relationship Id="rIdLibrarySection52" Type="http://schemas.openxmlformats.org/officeDocument/2006/relationships/slide" Target="/ppt/slides/slide52.xml" /><Relationship Id="rIdLibrarySection53" Type="http://schemas.openxmlformats.org/officeDocument/2006/relationships/slide" Target="/ppt/slides/slide53.xml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98fd1a2f9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9a05b9d6b19c458c" /><Relationship Type="http://schemas.openxmlformats.org/officeDocument/2006/relationships/notesMaster" Target="/ppt/notesMasters/notesMaster1.xml" Id="R4e36a0ba689243c6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47270fbc60ea4fb3" /><Relationship Type="http://schemas.openxmlformats.org/officeDocument/2006/relationships/notesMaster" Target="/ppt/notesMasters/notesMaster1.xml" Id="R6ef6c436bb124226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5cb6ca47e8fc42d9" /><Relationship Type="http://schemas.openxmlformats.org/officeDocument/2006/relationships/notesMaster" Target="/ppt/notesMasters/notesMaster1.xml" Id="R7f25d43103364fe2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c53ac671605449e6" /><Relationship Type="http://schemas.openxmlformats.org/officeDocument/2006/relationships/notesMaster" Target="/ppt/notesMasters/notesMaster1.xml" Id="Rf85c0257f7ef410d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0e5978f6b7274c12" /><Relationship Type="http://schemas.openxmlformats.org/officeDocument/2006/relationships/notesMaster" Target="/ppt/notesMasters/notesMaster1.xml" Id="R4b213fb4f9344ee0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1df2b422059842c3" /><Relationship Type="http://schemas.openxmlformats.org/officeDocument/2006/relationships/notesMaster" Target="/ppt/notesMasters/notesMaster1.xml" Id="Rdeac0b1b368d4f0a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45e77e608e574ceb" /><Relationship Type="http://schemas.openxmlformats.org/officeDocument/2006/relationships/notesMaster" Target="/ppt/notesMasters/notesMaster1.xml" Id="R85dc9c4e43834c7e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4826ceb5165f450b" /><Relationship Type="http://schemas.openxmlformats.org/officeDocument/2006/relationships/notesMaster" Target="/ppt/notesMasters/notesMaster1.xml" Id="R37b6a7ba8e604f6c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29acdd1cd72d42e7" /><Relationship Type="http://schemas.openxmlformats.org/officeDocument/2006/relationships/notesMaster" Target="/ppt/notesMasters/notesMaster1.xml" Id="Ree32b11b805344c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344dc324f62944e4" /><Relationship Type="http://schemas.openxmlformats.org/officeDocument/2006/relationships/notesMaster" Target="/ppt/notesMasters/notesMaster1.xml" Id="R3f526f79fdcc436d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ec7e3f18e4bf4f4a" /><Relationship Type="http://schemas.openxmlformats.org/officeDocument/2006/relationships/notesMaster" Target="/ppt/notesMasters/notesMaster1.xml" Id="R7e11f0d0e30f4ae9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e7080a7fa4df431c" /><Relationship Type="http://schemas.openxmlformats.org/officeDocument/2006/relationships/notesMaster" Target="/ppt/notesMasters/notesMaster1.xml" Id="R77deeb8059614da9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174e22c2d59e4bed" /><Relationship Type="http://schemas.openxmlformats.org/officeDocument/2006/relationships/notesMaster" Target="/ppt/notesMasters/notesMaster1.xml" Id="Reeac062226bc400c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09957fc5d209493f" /><Relationship Type="http://schemas.openxmlformats.org/officeDocument/2006/relationships/notesMaster" Target="/ppt/notesMasters/notesMaster1.xml" Id="R17b4d8cdf1bb412f" 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/ppt/slides/slide15.xml" Id="Rcabfd0adb7b94496" /><Relationship Type="http://schemas.openxmlformats.org/officeDocument/2006/relationships/notesMaster" Target="/ppt/notesMasters/notesMaster1.xml" Id="R99d846a47b08458d" 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/ppt/slides/slide16.xml" Id="Rf91ab462e8214475" /><Relationship Type="http://schemas.openxmlformats.org/officeDocument/2006/relationships/notesMaster" Target="/ppt/notesMasters/notesMaster1.xml" Id="R006d5b3fb04f4b51" 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/ppt/slides/slide17.xml" Id="R09866663e97f4e1f" /><Relationship Type="http://schemas.openxmlformats.org/officeDocument/2006/relationships/notesMaster" Target="/ppt/notesMasters/notesMaster1.xml" Id="R4d3f67f200024e8e" /></Relationships>
</file>

<file path=ppt/notesSlides/_rels/notesSlide18.xml.rels><?xml version='1.0' encoding='utf-8'?>
<Relationships xmlns="http://schemas.openxmlformats.org/package/2006/relationships"><Relationship Type="http://schemas.openxmlformats.org/officeDocument/2006/relationships/slide" Target="/ppt/slides/slide18.xml" Id="Recbbd2540fd54d09" /><Relationship Type="http://schemas.openxmlformats.org/officeDocument/2006/relationships/notesMaster" Target="/ppt/notesMasters/notesMaster1.xml" Id="R1cc06a4384624b2a" /></Relationships>
</file>

<file path=ppt/notesSlides/_rels/notesSlide19.xml.rels><?xml version='1.0' encoding='utf-8'?>
<Relationships xmlns="http://schemas.openxmlformats.org/package/2006/relationships"><Relationship Type="http://schemas.openxmlformats.org/officeDocument/2006/relationships/slide" Target="/ppt/slides/slide19.xml" Id="Re66f9d81fb9e4453" /><Relationship Type="http://schemas.openxmlformats.org/officeDocument/2006/relationships/notesMaster" Target="/ppt/notesMasters/notesMaster1.xml" Id="Re03e801fb48d4348" /></Relationships>
</file>

<file path=ppt/notesSlides/_rels/notesSlide20.xml.rels><?xml version='1.0' encoding='utf-8'?>
<Relationships xmlns="http://schemas.openxmlformats.org/package/2006/relationships"><Relationship Type="http://schemas.openxmlformats.org/officeDocument/2006/relationships/slide" Target="/ppt/slides/slide20.xml" Id="R5a588bded51945ae" /><Relationship Type="http://schemas.openxmlformats.org/officeDocument/2006/relationships/notesMaster" Target="/ppt/notesMasters/notesMaster1.xml" Id="R101c34aafdfb4004" /></Relationships>
</file>

<file path=ppt/notesSlides/_rels/notesSlide21.xml.rels><?xml version='1.0' encoding='utf-8'?>
<Relationships xmlns="http://schemas.openxmlformats.org/package/2006/relationships"><Relationship Type="http://schemas.openxmlformats.org/officeDocument/2006/relationships/slide" Target="/ppt/slides/slide21.xml" Id="Rf89a710996314032" /><Relationship Type="http://schemas.openxmlformats.org/officeDocument/2006/relationships/notesMaster" Target="/ppt/notesMasters/notesMaster1.xml" Id="R4d2bfce7e2934971" /></Relationships>
</file>

<file path=ppt/notesSlides/_rels/notesSlide22.xml.rels><?xml version='1.0' encoding='utf-8'?>
<Relationships xmlns="http://schemas.openxmlformats.org/package/2006/relationships"><Relationship Type="http://schemas.openxmlformats.org/officeDocument/2006/relationships/slide" Target="/ppt/slides/slide22.xml" Id="Ra71701039d7d4165" /><Relationship Type="http://schemas.openxmlformats.org/officeDocument/2006/relationships/notesMaster" Target="/ppt/notesMasters/notesMaster1.xml" Id="R759d297ab3784562" /></Relationships>
</file>

<file path=ppt/notesSlides/_rels/notesSlide23.xml.rels><?xml version='1.0' encoding='utf-8'?>
<Relationships xmlns="http://schemas.openxmlformats.org/package/2006/relationships"><Relationship Type="http://schemas.openxmlformats.org/officeDocument/2006/relationships/slide" Target="/ppt/slides/slide23.xml" Id="Rb45fa03896b54cd6" /><Relationship Type="http://schemas.openxmlformats.org/officeDocument/2006/relationships/notesMaster" Target="/ppt/notesMasters/notesMaster1.xml" Id="R4fde93aebc694e4c" /></Relationships>
</file>

<file path=ppt/notesSlides/_rels/notesSlide24.xml.rels><?xml version='1.0' encoding='utf-8'?>
<Relationships xmlns="http://schemas.openxmlformats.org/package/2006/relationships"><Relationship Type="http://schemas.openxmlformats.org/officeDocument/2006/relationships/slide" Target="/ppt/slides/slide24.xml" Id="Rf90c89e143e24e32" /><Relationship Type="http://schemas.openxmlformats.org/officeDocument/2006/relationships/notesMaster" Target="/ppt/notesMasters/notesMaster1.xml" Id="Rffc1dcf250734ab3" /></Relationships>
</file>

<file path=ppt/notesSlides/_rels/notesSlide25.xml.rels><?xml version='1.0' encoding='utf-8'?>
<Relationships xmlns="http://schemas.openxmlformats.org/package/2006/relationships"><Relationship Type="http://schemas.openxmlformats.org/officeDocument/2006/relationships/slide" Target="/ppt/slides/slide25.xml" Id="Rac307438cc0b4c6c" /><Relationship Type="http://schemas.openxmlformats.org/officeDocument/2006/relationships/notesMaster" Target="/ppt/notesMasters/notesMaster1.xml" Id="R53ac055fbe2c4ad5" /></Relationships>
</file>

<file path=ppt/notesSlides/_rels/notesSlide26.xml.rels><?xml version='1.0' encoding='utf-8'?>
<Relationships xmlns="http://schemas.openxmlformats.org/package/2006/relationships"><Relationship Type="http://schemas.openxmlformats.org/officeDocument/2006/relationships/slide" Target="/ppt/slides/slide26.xml" Id="Ra14276b91b23470e" /><Relationship Type="http://schemas.openxmlformats.org/officeDocument/2006/relationships/notesMaster" Target="/ppt/notesMasters/notesMaster1.xml" Id="R8d5827b5a3614b0e" /></Relationships>
</file>

<file path=ppt/notesSlides/_rels/notesSlide27.xml.rels><?xml version='1.0' encoding='utf-8'?>
<Relationships xmlns="http://schemas.openxmlformats.org/package/2006/relationships"><Relationship Type="http://schemas.openxmlformats.org/officeDocument/2006/relationships/slide" Target="/ppt/slides/slide27.xml" Id="Rccf76606c735457d" /><Relationship Type="http://schemas.openxmlformats.org/officeDocument/2006/relationships/notesMaster" Target="/ppt/notesMasters/notesMaster1.xml" Id="Re12dd9b98b84471e" /></Relationships>
</file>

<file path=ppt/notesSlides/_rels/notesSlide28.xml.rels><?xml version='1.0' encoding='utf-8'?>
<Relationships xmlns="http://schemas.openxmlformats.org/package/2006/relationships"><Relationship Type="http://schemas.openxmlformats.org/officeDocument/2006/relationships/slide" Target="/ppt/slides/slide28.xml" Id="R3c2e1463fb45457a" /><Relationship Type="http://schemas.openxmlformats.org/officeDocument/2006/relationships/notesMaster" Target="/ppt/notesMasters/notesMaster1.xml" Id="R58e75962b98741da" /></Relationships>
</file>

<file path=ppt/notesSlides/_rels/notesSlide29.xml.rels><?xml version='1.0' encoding='utf-8'?>
<Relationships xmlns="http://schemas.openxmlformats.org/package/2006/relationships"><Relationship Type="http://schemas.openxmlformats.org/officeDocument/2006/relationships/slide" Target="/ppt/slides/slide29.xml" Id="R1a199e51a2d94556" /><Relationship Type="http://schemas.openxmlformats.org/officeDocument/2006/relationships/notesMaster" Target="/ppt/notesMasters/notesMaster1.xml" Id="R2dccb7601a4e41ed" /></Relationships>
</file>

<file path=ppt/notesSlides/_rels/notesSlide30.xml.rels><?xml version='1.0' encoding='utf-8'?>
<Relationships xmlns="http://schemas.openxmlformats.org/package/2006/relationships"><Relationship Type="http://schemas.openxmlformats.org/officeDocument/2006/relationships/slide" Target="/ppt/slides/slide30.xml" Id="R03543fd0a88a4417" /><Relationship Type="http://schemas.openxmlformats.org/officeDocument/2006/relationships/notesMaster" Target="/ppt/notesMasters/notesMaster1.xml" Id="R9309b5a578a64904" /></Relationships>
</file>

<file path=ppt/notesSlides/_rels/notesSlide31.xml.rels><?xml version='1.0' encoding='utf-8'?>
<Relationships xmlns="http://schemas.openxmlformats.org/package/2006/relationships"><Relationship Type="http://schemas.openxmlformats.org/officeDocument/2006/relationships/slide" Target="/ppt/slides/slide31.xml" Id="R4cae6540c34f41ce" /><Relationship Type="http://schemas.openxmlformats.org/officeDocument/2006/relationships/notesMaster" Target="/ppt/notesMasters/notesMaster1.xml" Id="R2a32f9be34e84785" /></Relationships>
</file>

<file path=ppt/notesSlides/_rels/notesSlide32.xml.rels><?xml version='1.0' encoding='utf-8'?>
<Relationships xmlns="http://schemas.openxmlformats.org/package/2006/relationships"><Relationship Type="http://schemas.openxmlformats.org/officeDocument/2006/relationships/slide" Target="/ppt/slides/slide32.xml" Id="Rf6a44d3a85a84289" /><Relationship Type="http://schemas.openxmlformats.org/officeDocument/2006/relationships/notesMaster" Target="/ppt/notesMasters/notesMaster1.xml" Id="R94026a20df29453b" /></Relationships>
</file>

<file path=ppt/notesSlides/_rels/notesSlide33.xml.rels><?xml version='1.0' encoding='utf-8'?>
<Relationships xmlns="http://schemas.openxmlformats.org/package/2006/relationships"><Relationship Type="http://schemas.openxmlformats.org/officeDocument/2006/relationships/slide" Target="/ppt/slides/slide33.xml" Id="R7f4653fc009c4f14" /><Relationship Type="http://schemas.openxmlformats.org/officeDocument/2006/relationships/notesMaster" Target="/ppt/notesMasters/notesMaster1.xml" Id="Rc81e9df030d7491a" /></Relationships>
</file>

<file path=ppt/notesSlides/_rels/notesSlide34.xml.rels><?xml version='1.0' encoding='utf-8'?>
<Relationships xmlns="http://schemas.openxmlformats.org/package/2006/relationships"><Relationship Type="http://schemas.openxmlformats.org/officeDocument/2006/relationships/slide" Target="/ppt/slides/slide34.xml" Id="R4e64686faf9c41bd" /><Relationship Type="http://schemas.openxmlformats.org/officeDocument/2006/relationships/notesMaster" Target="/ppt/notesMasters/notesMaster1.xml" Id="Ra090b4c5b4b6406f" /></Relationships>
</file>

<file path=ppt/notesSlides/_rels/notesSlide35.xml.rels><?xml version='1.0' encoding='utf-8'?>
<Relationships xmlns="http://schemas.openxmlformats.org/package/2006/relationships"><Relationship Type="http://schemas.openxmlformats.org/officeDocument/2006/relationships/slide" Target="/ppt/slides/slide35.xml" Id="R0cfd844e8ecc45fa" /><Relationship Type="http://schemas.openxmlformats.org/officeDocument/2006/relationships/notesMaster" Target="/ppt/notesMasters/notesMaster1.xml" Id="R7ff9327c9e0a4235" /></Relationships>
</file>

<file path=ppt/notesSlides/_rels/notesSlide36.xml.rels><?xml version='1.0' encoding='utf-8'?>
<Relationships xmlns="http://schemas.openxmlformats.org/package/2006/relationships"><Relationship Type="http://schemas.openxmlformats.org/officeDocument/2006/relationships/slide" Target="/ppt/slides/slide36.xml" Id="R9e6f1bc418ac414f" /><Relationship Type="http://schemas.openxmlformats.org/officeDocument/2006/relationships/notesMaster" Target="/ppt/notesMasters/notesMaster1.xml" Id="R57242eb848464b4c" /></Relationships>
</file>

<file path=ppt/notesSlides/_rels/notesSlide37.xml.rels><?xml version='1.0' encoding='utf-8'?>
<Relationships xmlns="http://schemas.openxmlformats.org/package/2006/relationships"><Relationship Type="http://schemas.openxmlformats.org/officeDocument/2006/relationships/slide" Target="/ppt/slides/slide37.xml" Id="Rf0426c6557354c04" /><Relationship Type="http://schemas.openxmlformats.org/officeDocument/2006/relationships/notesMaster" Target="/ppt/notesMasters/notesMaster1.xml" Id="R768a3bb2153b455b" /></Relationships>
</file>

<file path=ppt/notesSlides/_rels/notesSlide38.xml.rels><?xml version='1.0' encoding='utf-8'?>
<Relationships xmlns="http://schemas.openxmlformats.org/package/2006/relationships"><Relationship Type="http://schemas.openxmlformats.org/officeDocument/2006/relationships/slide" Target="/ppt/slides/slide38.xml" Id="R8869344cc44e465c" /><Relationship Type="http://schemas.openxmlformats.org/officeDocument/2006/relationships/notesMaster" Target="/ppt/notesMasters/notesMaster1.xml" Id="Reba76e6d55ad4bd6" /></Relationships>
</file>

<file path=ppt/notesSlides/_rels/notesSlide39.xml.rels><?xml version='1.0' encoding='utf-8'?>
<Relationships xmlns="http://schemas.openxmlformats.org/package/2006/relationships"><Relationship Type="http://schemas.openxmlformats.org/officeDocument/2006/relationships/slide" Target="/ppt/slides/slide39.xml" Id="R5952a9ad24cf45b0" /><Relationship Type="http://schemas.openxmlformats.org/officeDocument/2006/relationships/notesMaster" Target="/ppt/notesMasters/notesMaster1.xml" Id="R4e7a4427d1b44cef" /></Relationships>
</file>

<file path=ppt/notesSlides/_rels/notesSlide40.xml.rels><?xml version='1.0' encoding='utf-8'?>
<Relationships xmlns="http://schemas.openxmlformats.org/package/2006/relationships"><Relationship Type="http://schemas.openxmlformats.org/officeDocument/2006/relationships/slide" Target="/ppt/slides/slide40.xml" Id="Rbe5fbe2d85864fb4" /><Relationship Type="http://schemas.openxmlformats.org/officeDocument/2006/relationships/notesMaster" Target="/ppt/notesMasters/notesMaster1.xml" Id="R1d37df9d0e2849c7" /></Relationships>
</file>

<file path=ppt/notesSlides/_rels/notesSlide41.xml.rels><?xml version='1.0' encoding='utf-8'?>
<Relationships xmlns="http://schemas.openxmlformats.org/package/2006/relationships"><Relationship Type="http://schemas.openxmlformats.org/officeDocument/2006/relationships/slide" Target="/ppt/slides/slide41.xml" Id="Rda93b5ec848042d8" /><Relationship Type="http://schemas.openxmlformats.org/officeDocument/2006/relationships/notesMaster" Target="/ppt/notesMasters/notesMaster1.xml" Id="R666a8a188e8e4854" /></Relationships>
</file>

<file path=ppt/notesSlides/_rels/notesSlide42.xml.rels><?xml version='1.0' encoding='utf-8'?>
<Relationships xmlns="http://schemas.openxmlformats.org/package/2006/relationships"><Relationship Type="http://schemas.openxmlformats.org/officeDocument/2006/relationships/slide" Target="/ppt/slides/slide42.xml" Id="Rcd2fdc82864541ea" /><Relationship Type="http://schemas.openxmlformats.org/officeDocument/2006/relationships/notesMaster" Target="/ppt/notesMasters/notesMaster1.xml" Id="R62cc4b32aabc47b9" /></Relationships>
</file>

<file path=ppt/notesSlides/_rels/notesSlide43.xml.rels><?xml version='1.0' encoding='utf-8'?>
<Relationships xmlns="http://schemas.openxmlformats.org/package/2006/relationships"><Relationship Type="http://schemas.openxmlformats.org/officeDocument/2006/relationships/slide" Target="/ppt/slides/slide43.xml" Id="Rd3bf71164b65421d" /><Relationship Type="http://schemas.openxmlformats.org/officeDocument/2006/relationships/notesMaster" Target="/ppt/notesMasters/notesMaster1.xml" Id="R7386ad18861d4ea8" /></Relationships>
</file>

<file path=ppt/notesSlides/_rels/notesSlide44.xml.rels><?xml version='1.0' encoding='utf-8'?>
<Relationships xmlns="http://schemas.openxmlformats.org/package/2006/relationships"><Relationship Type="http://schemas.openxmlformats.org/officeDocument/2006/relationships/slide" Target="/ppt/slides/slide44.xml" Id="R04851327581f4f8a" /><Relationship Type="http://schemas.openxmlformats.org/officeDocument/2006/relationships/notesMaster" Target="/ppt/notesMasters/notesMaster1.xml" Id="Ra245519e725046c1" /></Relationships>
</file>

<file path=ppt/notesSlides/_rels/notesSlide45.xml.rels><?xml version='1.0' encoding='utf-8'?>
<Relationships xmlns="http://schemas.openxmlformats.org/package/2006/relationships"><Relationship Type="http://schemas.openxmlformats.org/officeDocument/2006/relationships/slide" Target="/ppt/slides/slide45.xml" Id="Ra4f5780512504478" /><Relationship Type="http://schemas.openxmlformats.org/officeDocument/2006/relationships/notesMaster" Target="/ppt/notesMasters/notesMaster1.xml" Id="Radb9e32aee56455e" /></Relationships>
</file>

<file path=ppt/notesSlides/_rels/notesSlide46.xml.rels><?xml version='1.0' encoding='utf-8'?>
<Relationships xmlns="http://schemas.openxmlformats.org/package/2006/relationships"><Relationship Type="http://schemas.openxmlformats.org/officeDocument/2006/relationships/slide" Target="/ppt/slides/slide46.xml" Id="Ra73f127ef2b54f8f" /><Relationship Type="http://schemas.openxmlformats.org/officeDocument/2006/relationships/notesMaster" Target="/ppt/notesMasters/notesMaster1.xml" Id="R0ea43454945a4c02" /></Relationships>
</file>

<file path=ppt/notesSlides/_rels/notesSlide47.xml.rels><?xml version='1.0' encoding='utf-8'?>
<Relationships xmlns="http://schemas.openxmlformats.org/package/2006/relationships"><Relationship Type="http://schemas.openxmlformats.org/officeDocument/2006/relationships/slide" Target="/ppt/slides/slide47.xml" Id="R50ea39d823184c27" /><Relationship Type="http://schemas.openxmlformats.org/officeDocument/2006/relationships/notesMaster" Target="/ppt/notesMasters/notesMaster1.xml" Id="R53fc2dc3b4f64ca3" /></Relationships>
</file>

<file path=ppt/notesSlides/_rels/notesSlide48.xml.rels><?xml version='1.0' encoding='utf-8'?>
<Relationships xmlns="http://schemas.openxmlformats.org/package/2006/relationships"><Relationship Type="http://schemas.openxmlformats.org/officeDocument/2006/relationships/slide" Target="/ppt/slides/slide48.xml" Id="R74cc92ea1e0d400c" /><Relationship Type="http://schemas.openxmlformats.org/officeDocument/2006/relationships/notesMaster" Target="/ppt/notesMasters/notesMaster1.xml" Id="R739b638955ec4a4c" /></Relationships>
</file>

<file path=ppt/notesSlides/_rels/notesSlide49.xml.rels><?xml version='1.0' encoding='utf-8'?>
<Relationships xmlns="http://schemas.openxmlformats.org/package/2006/relationships"><Relationship Type="http://schemas.openxmlformats.org/officeDocument/2006/relationships/slide" Target="/ppt/slides/slide49.xml" Id="Rb1730bfaa6f149d5" /><Relationship Type="http://schemas.openxmlformats.org/officeDocument/2006/relationships/notesMaster" Target="/ppt/notesMasters/notesMaster1.xml" Id="R672198bc30e54686" /></Relationships>
</file>

<file path=ppt/notesSlides/_rels/notesSlide50.xml.rels><?xml version='1.0' encoding='utf-8'?>
<Relationships xmlns="http://schemas.openxmlformats.org/package/2006/relationships"><Relationship Type="http://schemas.openxmlformats.org/officeDocument/2006/relationships/slide" Target="/ppt/slides/slide50.xml" Id="R0f6278097fc64d36" /><Relationship Type="http://schemas.openxmlformats.org/officeDocument/2006/relationships/notesMaster" Target="/ppt/notesMasters/notesMaster1.xml" Id="Rc0569e1945524a57" /></Relationships>
</file>

<file path=ppt/notesSlides/_rels/notesSlide51.xml.rels><?xml version='1.0' encoding='utf-8'?>
<Relationships xmlns="http://schemas.openxmlformats.org/package/2006/relationships"><Relationship Type="http://schemas.openxmlformats.org/officeDocument/2006/relationships/slide" Target="/ppt/slides/slide51.xml" Id="Rd6ca580811ea45ff" /><Relationship Type="http://schemas.openxmlformats.org/officeDocument/2006/relationships/notesMaster" Target="/ppt/notesMasters/notesMaster1.xml" Id="R63afe0d698694b69" /></Relationships>
</file>

<file path=ppt/notesSlides/_rels/notesSlide52.xml.rels><?xml version='1.0' encoding='utf-8'?>
<Relationships xmlns="http://schemas.openxmlformats.org/package/2006/relationships"><Relationship Type="http://schemas.openxmlformats.org/officeDocument/2006/relationships/slide" Target="/ppt/slides/slide52.xml" Id="Rdf35c29f11cf4a9c" /><Relationship Type="http://schemas.openxmlformats.org/officeDocument/2006/relationships/notesMaster" Target="/ppt/notesMasters/notesMaster1.xml" Id="R48135bf49b64475c" /></Relationships>
</file>

<file path=ppt/notesSlides/_rels/notesSlide53.xml.rels><?xml version='1.0' encoding='utf-8'?>
<Relationships xmlns="http://schemas.openxmlformats.org/package/2006/relationships"><Relationship Type="http://schemas.openxmlformats.org/officeDocument/2006/relationships/slide" Target="/ppt/slides/slide53.xml" Id="R549b13b5897640ed" /><Relationship Type="http://schemas.openxmlformats.org/officeDocument/2006/relationships/notesMaster" Target="/ppt/notesMasters/notesMaster1.xml" Id="Ra82cbda997f5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依据：ref-ppt/2026-10-21_065327.png、ref-ppt/2026-10-21_065335.png、ref-ppt/2026-10-21_065346.png。本页为可编辑组件样张，文字均为示例。组件：header.numbered、info.lead、info.summary、info.blue-banner。机构标志未纳入通用组件，字体与颜色依据截图近似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依据：ref-ppt/2026-10-21_065327.png、ref-ppt/2026-10-21_065335.png、ref-ppt/2026-10-21_065259.png。本页为可编辑组件样张，文字均为示例。组件：arrow.lead、arrow.wide、arrow.stage、arrow.solid、arrow.dashed、arrow.down、arrow.branch、arrow.merge。机构标志未纳入通用组件，字体与颜色依据截图近似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第2.1节。属于已有组件的造型或结构变体，不增加组件类别。统一主题research-blue-v1，蓝白填充、灰蓝细框与原有字体。外观参考ref-ppt/2026-10-21_065327.png。原生图形、文字与渐变均可编辑。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第2.2节。属于已有组件的造型或结构变体，不增加组件类别。统一主题research-blue-v1，蓝白填充、灰蓝细框与原有字体。外观参考ref-ppt/2026-10-21_065327.png。原生图形、文字与渐变均可编辑。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第2.3节。属于已有组件的造型或结构变体，不增加组件类别。统一主题research-blue-v1，蓝白填充、灰蓝细框与原有字体。外观参考ref-ppt/2026-10-21_065327.png。原生图形、文字与渐变均可编辑。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2.4节。属于已有组件的填充变体。透明渐变使用浅灰底色展示，底色不属于箭头组件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依据：ref-ppt/2026-10-21_065308.png、ref-ppt/2026-10-21_065327.png、ref-ppt/2026-10-21_065346.png。本页为可编辑组件样张，文字均为示例。组件：icon.question、icon.info、icon.document、icon.data、icon.target、icon.merge、label.blue、label.side、info.lead、info.blue-banner、info.summary。机构标志未纳入通用组件，字体与颜色依据截图近似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第3.1节。属于已有组件的造型或结构变体，不增加组件类别。统一主题research-blue-v1，蓝白填充、灰蓝细框与原有字体。外观参考ref-ppt/2026-10-21_065327.png。原生图形、文字与渐变均可编辑。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第3.2节。属于已有组件的造型或结构变体，不增加组件类别。统一主题research-blue-v1，蓝白填充、灰蓝细框与原有字体。外观参考ref-ppt/2026-10-21_065327.png。原生图形、文字与渐变均可编辑。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第3.3节。属于已有组件的造型或结构变体，不增加组件类别。统一主题research-blue-v1，蓝白填充、灰蓝细框与原有字体。外观参考ref-ppt/2026-10-21_065327.png。原生图形、文字与渐变均可编辑。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第3.4节。常用图标的独立轮廓和内部结构。统一主题research-blue-v1，蓝白填充、灰蓝细框与原有字体。外观参考ref-ppt/2026-10-21_065327.png。原生图形、文字与渐变均可编辑。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第3.5节。常用图标的独立轮廓和内部结构。统一主题research-blue-v1，蓝白填充、灰蓝细框与原有字体。外观参考ref-ppt/2026-10-21_065327.png。原生图形、文字与渐变均可编辑。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第3.6节。属于已有组件的造型或结构变体，不增加组件类别。统一主题research-blue-v1，蓝白填充、灰蓝细框与原有字体。外观参考ref-ppt/2026-10-21_065327.png。原生图形、文字与渐变均可编辑。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第3.7节。属于已有组件的造型或结构变体，不增加组件类别。统一主题research-blue-v1，蓝白填充、灰蓝细框与原有字体。外观参考ref-ppt/2026-10-21_065327.png。原生图形、文字与渐变均可编辑。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第3.8节。属于已有组件的造型或结构变体，不增加组件类别。统一主题research-blue-v1，蓝白填充、灰蓝细框与原有字体。外观参考ref-ppt/2026-10-21_065327.png。原生图形、文字与渐变均可编辑。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第3.9节。属于已有组件的造型或结构变体，不增加组件类别。统一主题research-blue-v1，蓝白填充、灰蓝细框与原有字体。外观参考ref-ppt/2026-10-21_065327.png。原生图形、文字与渐变均可编辑。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依据：ref-ppt/2026-10-21_065308.png、ref-ppt/2026-10-21_065335.png、ref-ppt/2026-10-21_065327.png。本页为可编辑组件样张，文字均为示例。组件：flow.stage、flow.parallel、flow.vertical、flow.feedback。机构标志未纳入通用组件，字体与颜色依据截图近似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第4.1节。通用流程结构组件，采用中性节点文字，可按需要替换。节点、判断形状、容器、同步条和连接器均为原生可编辑对象。主题research-blue-v1，沿用蓝白配色、灰蓝细框、Noto Sans SC。外观参考ref-ppt/2026-10-21_065226.png。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第4.2节。通用流程结构组件，采用中性节点文字，可按需要替换。节点、判断形状、容器、同步条和连接器均为原生可编辑对象。主题research-blue-v1，沿用蓝白配色、灰蓝细框、Noto Sans SC。外观参考ref-ppt/2026-10-21_065226.png。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第4.3节。通用流程结构组件，采用中性节点文字，可按需要替换。节点、判断形状、容器、同步条和连接器均为原生可编辑对象。主题research-blue-v1，沿用蓝白配色、灰蓝细框、Noto Sans SC。外观参考ref-ppt/2026-10-21_065226.png。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第4.4节。通用流程结构组件，采用中性节点文字，可按需要替换。节点、判断形状、容器、同步条和连接器均为原生可编辑对象。主题research-blue-v1，沿用蓝白配色、灰蓝细框、Noto Sans SC。外观参考ref-ppt/2026-10-21_065226.png。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第4.5节。通用流程结构组件，采用中性节点文字，可按需要替换。节点、判断形状、容器、同步条和连接器均为原生可编辑对象。主题research-blue-v1，沿用蓝白配色、灰蓝细框、Noto Sans SC。外观参考ref-ppt/2026-10-21_065226.png。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第4.6节。通用流程结构组件，采用中性节点文字，可按需要替换。节点、判断形状、容器、同步条和连接器均为原生可编辑对象。主题research-blue-v1，沿用蓝白配色、灰蓝细框、Noto Sans SC。外观参考ref-ppt/2026-10-21_065226.png。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依据：ref-ppt/2026-10-21_065346.png、ref-ppt/2026-10-21_065327.png、ref-ppt/2026-10-21_065259.png。本页为可编辑组件样张，文字均为示例。组件：layout.three-column、layout.stacked、layout.matrix。机构标志未纳入通用组件，字体与颜色依据截图近似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5.1节。版式与内容分区组合，区域名称为可编辑的通用示意文字。所有边框、底色、分组与标签均为原生形状或文字，不包含实际应用场景。API可关闭区域名称并返回各区域内容边界。主题research-blue-v1，沿用蓝白配色、灰蓝细框、Noto Sans SC。外观参考ref-ppt/2026-10-21_065327.png。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5.2节。版式与内容分区组合，区域名称为可编辑的通用示意文字。所有边框、底色、分组与标签均为原生形状或文字，不包含实际应用场景。API可关闭区域名称并返回各区域内容边界。主题research-blue-v1，沿用蓝白配色、灰蓝细框、Noto Sans SC。外观参考ref-ppt/2026-10-21_065327.png。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5.3节。版式与内容分区组合，区域名称为可编辑的通用示意文字。所有边框、底色、分组与标签均为原生形状或文字，不包含实际应用场景。API可关闭区域名称并返回各区域内容边界。主题research-blue-v1，沿用蓝白配色、灰蓝细框、Noto Sans SC。外观参考ref-ppt/2026-10-21_065327.png。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5.4节。版式与内容分区组合，区域名称为可编辑的通用示意文字。所有边框、底色、分组与标签均为原生形状或文字，不包含实际应用场景。API可关闭区域名称并返回各区域内容边界。主题research-blue-v1，沿用蓝白配色、灰蓝细框、Noto Sans SC。外观参考ref-ppt/2026-10-21_065327.png。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5.5节。版式与内容分区组合，区域名称为可编辑的通用示意文字。所有边框、底色、分组与标签均为原生形状或文字，不包含实际应用场景。API可关闭区域名称并返回各区域内容边界。主题research-blue-v1，沿用蓝白配色、灰蓝细框、Noto Sans SC。外观参考ref-ppt/2026-10-21_065327.png。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5.6节。版式与内容分区组合，区域名称为可编辑的通用示意文字。所有边框、底色、分组与标签均为原生形状或文字，不包含实际应用场景。API可关闭区域名称并返回各区域内容边界。主题research-blue-v1，沿用蓝白配色、灰蓝细框、Noto Sans SC。外观参考ref-ppt/2026-10-21_065327.png。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组件外观参考 ref-ppt/2026-10-21_065327.png、2026-10-21_065335.png、2026-10-21_065346.png。所有图形为可编辑对象。字母与文字只作占位，各样张按组件实例编组。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第6.1节。既有节点、运算符号与叠层平面组件的轮廓或组合变体，采用中性示意文字，不包含应用场景。所有轮廓、符号、平面与文字保持原生可编辑。主题research-blue-v1，沿用蓝白配色、灰蓝细框、Noto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第6.2节。既有节点、运算符号与叠层平面组件的轮廓或组合变体，采用中性示意文字，不包含应用场景。所有轮廓、符号、平面与文字保持原生可编辑。主题research-blue-v1，沿用蓝白配色、灰蓝细框、Noto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第6.3节。既有节点、运算符号与叠层平面组件的轮廓或组合变体，采用中性示意文字，不包含应用场景。所有轮廓、符号、平面与文字保持原生可编辑。主题research-blue-v1，沿用蓝白配色、灰蓝细框、Noto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第6.4节。既有节点、运算符号与叠层平面组件的轮廓或组合变体，采用中性示意文字，不包含应用场景。所有轮廓、符号、平面与文字保持原生可编辑。主题research-blue-v1，沿用蓝白配色、灰蓝细框、Noto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第6.5节。既有节点、运算符号与叠层平面组件的轮廓或组合变体，采用中性示意文字，不包含应用场景。所有轮廓、符号、平面与文字保持原生可编辑。主题research-blue-v1，沿用蓝白配色、灰蓝细框、Noto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第6.6节。既有节点、运算符号与叠层平面组件的轮廓或组合变体，采用中性示意文字，不包含应用场景。所有轮廓、符号、平面与文字保持原生可编辑。主题research-blue-v1，沿用蓝白配色、灰蓝细框、Noto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组件外观参考 ref-ppt/2026-10-21_065327.png、2026-10-21_065335.png、2026-10-21_065346.png。所有图形为可编辑对象。字母与文字只作占位，各样张按组件实例编组。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第7.1节。既有单元格与圆点阵列组件的排列或组合变体，改变单元形状、间距、分组与阵列结构。所有格子、圆点、边框与可选文字均为原生可编辑对象。主题research-blue-v1，沿用蓝白配色、灰蓝细框、Noto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第7.2节。既有单元格与圆点阵列组件的排列或组合变体，改变单元形状、间距、分组与阵列结构。所有格子、圆点、边框与可选文字均为原生可编辑对象。主题research-blue-v1，沿用蓝白配色、灰蓝细框、Noto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第7.3节。既有单元格与圆点阵列组件的排列或组合变体，改变单元形状、间距、分组与阵列结构。所有格子、圆点、边框与可选文字均为原生可编辑对象。主题research-blue-v1，沿用蓝白配色、灰蓝细框、Noto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第7.4节。既有单元格与圆点阵列组件的排列或组合变体，改变单元形状、间距、分组与阵列结构。所有格子、圆点、边框与可选文字均为原生可编辑对象。主题research-blue-v1，沿用蓝白配色、灰蓝细框、Noto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第7.5节。既有单元格与圆点阵列组件的排列或组合变体，改变单元形状、间距、分组与阵列结构。所有格子、圆点、边框与可选文字均为原生可编辑对象。主题research-blue-v1，沿用蓝白配色、灰蓝细框、Noto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第7.6节。既有单元格与圆点阵列组件的排列或组合变体，改变单元形状、间距、分组与阵列结构。所有格子、圆点、边框与可选文字均为原生可编辑对象。主题research-blue-v1，沿用蓝白配色、灰蓝细框、Noto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组件外观参考 ref-ppt/2026-10-21_065327.png、2026-10-21_065335.png、2026-10-21_065346.png。所有图形为可编辑对象。字母与文字只作占位，各样张按组件实例编组。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第8.1节。通用连接路径、跨接回路与层间连接的组合变体。节点名称与层标题为可编辑的中性文字。连接线均为原生连接器，端点附着于节点或原生路径锚点。主题research-blue-v1，沿用蓝白配色、灰蓝细框、Noto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第8.2节。通用连接路径、跨接回路与层间连接的组合变体。节点名称与层标题为可编辑的中性文字。连接线均为原生连接器，端点附着于节点或原生路径锚点。主题research-blue-v1，沿用蓝白配色、灰蓝细框、Noto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第8.3节。通用连接路径、跨接回路与层间连接的组合变体。节点名称与层标题为可编辑的中性文字。连接线均为原生连接器，端点附着于节点或原生路径锚点。主题research-blue-v1，沿用蓝白配色、灰蓝细框、Noto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第8.4节。通用连接路径、跨接回路与层间连接的组合变体。节点名称与层标题为可编辑的中性文字。连接线均为原生连接器，端点附着于节点或原生路径锚点。主题research-blue-v1，沿用蓝白配色、灰蓝细框、Noto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第8.5节。通用连接路径、跨接回路与层间连接的组合变体。节点名称与层标题为可编辑的中性文字。连接线均为原生连接器，端点附着于节点或原生路径锚点。主题research-blue-v1，沿用蓝白配色、灰蓝细框、Noto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第8.6节。通用连接路径、跨接回路与层间连接的组合变体。节点名称与层标题为可编辑的中性文字。连接线均为原生连接器，端点附着于节点或原生路径锚点。主题research-blue-v1，沿用蓝白配色、灰蓝细框、Noto Sans SC。外观参考ref-ppt/2026-10-21_065308.png。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84ec0427e41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e28f12df44d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0a29960eb4d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6b5459ceb49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fcdf88b78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01118aac7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E4551-8081-4FAF-8D01-5DC39E49A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9391F-A1B1-479B-B764-3FBB2C9D3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1C21D5-64B6-4184-B99A-AF41B86D7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05D146-56C6-431F-A172-320A7F412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131817-153A-4FB9-B1A7-9E2117AEF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31F556-B4E3-4B8B-AAF0-D1794B172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4F2A0C-0E08-452B-BE84-C0C555283A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2899F0-6EF3-4D86-A45D-5AFEA0044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FB00F-2ADC-489B-B48C-07A7BC269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3A49A2-F061-40D3-92F3-EE081622B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1204dd6e14f92" /><Relationship Type="http://schemas.openxmlformats.org/officeDocument/2006/relationships/slideLayout" Target="/ppt/slideLayouts/slideLayout1.xml" Id="R4c9fbff4d154488c" /><Relationship Type="http://schemas.openxmlformats.org/officeDocument/2006/relationships/slideLayout" Target="/ppt/slideLayouts/slideLayout2.xml" Id="R0aea2a2bc593403e" /><Relationship Type="http://schemas.openxmlformats.org/officeDocument/2006/relationships/slideLayout" Target="/ppt/slideLayouts/slideLayout3.xml" Id="R3f3d61f5a0c24e61" /><Relationship Type="http://schemas.openxmlformats.org/officeDocument/2006/relationships/slideLayout" Target="/ppt/slideLayouts/slideLayout4.xml" Id="Rd142328ac1214ff9" /><Relationship Type="http://schemas.openxmlformats.org/officeDocument/2006/relationships/slideLayout" Target="/ppt/slideLayouts/slideLayout5.xml" Id="Rfbd490c750d34d48" /><Relationship Type="http://schemas.openxmlformats.org/officeDocument/2006/relationships/slideLayout" Target="/ppt/slideLayouts/slideLayout6.xml" Id="Rfbca71729b7348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fbff4d154488c"/>
    <p:sldLayoutId xmlns:r="http://schemas.openxmlformats.org/officeDocument/2006/relationships" id="2147483650" r:id="R0aea2a2bc593403e"/>
    <p:sldLayoutId xmlns:r="http://schemas.openxmlformats.org/officeDocument/2006/relationships" id="2147483651" r:id="R3f3d61f5a0c24e61"/>
    <p:sldLayoutId xmlns:r="http://schemas.openxmlformats.org/officeDocument/2006/relationships" id="2147483652" r:id="Rd142328ac1214ff9"/>
    <p:sldLayoutId xmlns:r="http://schemas.openxmlformats.org/officeDocument/2006/relationships" id="2147483653" r:id="Rfbd490c750d34d48"/>
    <p:sldLayoutId xmlns:r="http://schemas.openxmlformats.org/officeDocument/2006/relationships" id="2147483654" r:id="Rfbca71729b7348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8cb2394d2444141" /><Relationship Type="http://schemas.openxmlformats.org/officeDocument/2006/relationships/notesSlide" Target="/ppt/notesSlides/notesSlide1.xml" Id="Rba0e25c2becc4be1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64585f1be3b4fae" /><Relationship Type="http://schemas.openxmlformats.org/officeDocument/2006/relationships/notesSlide" Target="/ppt/notesSlides/notesSlide2.xml" Id="Rd888e01bac3d4189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3ab09fac92945f6" /><Relationship Type="http://schemas.openxmlformats.org/officeDocument/2006/relationships/notesSlide" Target="/ppt/notesSlides/notesSlide3.xml" Id="R556c255882954146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687114c6d0448e" /><Relationship Type="http://schemas.openxmlformats.org/officeDocument/2006/relationships/notesSlide" Target="/ppt/notesSlides/notesSlide4.xml" Id="R13e68216577340e1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1127eaf0b7440df" /><Relationship Type="http://schemas.openxmlformats.org/officeDocument/2006/relationships/notesSlide" Target="/ppt/notesSlides/notesSlide5.xml" Id="Rdf1f16d7582d4de2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d51eaada3da437f" /><Relationship Type="http://schemas.openxmlformats.org/officeDocument/2006/relationships/notesSlide" Target="/ppt/notesSlides/notesSlide6.xml" Id="Rc6a867888414409c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145ef4faf3341eb" /><Relationship Type="http://schemas.openxmlformats.org/officeDocument/2006/relationships/notesSlide" Target="/ppt/notesSlides/notesSlide7.xml" Id="R0609e696002f46c9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2236e064ce04315" /><Relationship Type="http://schemas.openxmlformats.org/officeDocument/2006/relationships/notesSlide" Target="/ppt/notesSlides/notesSlide8.xml" Id="R05a2d93b71544f5e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429b4e6ed274f90" /><Relationship Type="http://schemas.openxmlformats.org/officeDocument/2006/relationships/notesSlide" Target="/ppt/notesSlides/notesSlide9.xml" Id="R64521a16f5c54970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c55a0a6b43d4bfd" /><Relationship Type="http://schemas.openxmlformats.org/officeDocument/2006/relationships/notesSlide" Target="/ppt/notesSlides/notesSlide10.xml" Id="R298bd40715794c3b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6b9c07e4add4df1" /><Relationship Type="http://schemas.openxmlformats.org/officeDocument/2006/relationships/notesSlide" Target="/ppt/notesSlides/notesSlide11.xml" Id="R68d8e8e8bafb42e9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f2c413361934c35" /><Relationship Type="http://schemas.openxmlformats.org/officeDocument/2006/relationships/notesSlide" Target="/ppt/notesSlides/notesSlide12.xml" Id="R56a2cf1766364181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858db534b14b6e" /><Relationship Type="http://schemas.openxmlformats.org/officeDocument/2006/relationships/notesSlide" Target="/ppt/notesSlides/notesSlide13.xml" Id="Rb556c6ed0e774590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17a062474d442bc" /><Relationship Type="http://schemas.openxmlformats.org/officeDocument/2006/relationships/notesSlide" Target="/ppt/notesSlides/notesSlide14.xml" Id="R73cccc6c398d45b1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a46f0397dc4fb1" /><Relationship Type="http://schemas.openxmlformats.org/officeDocument/2006/relationships/notesSlide" Target="/ppt/notesSlides/notesSlide15.xml" Id="Rb2f0619d3df64231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87da22bed384bb2" /><Relationship Type="http://schemas.openxmlformats.org/officeDocument/2006/relationships/notesSlide" Target="/ppt/notesSlides/notesSlide16.xml" Id="Rce11e9e06b2f4b75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fdb907e064a4e15" /><Relationship Type="http://schemas.openxmlformats.org/officeDocument/2006/relationships/notesSlide" Target="/ppt/notesSlides/notesSlide17.xml" Id="Rf731f778772440ac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5e200b5556440ab" /><Relationship Type="http://schemas.openxmlformats.org/officeDocument/2006/relationships/notesSlide" Target="/ppt/notesSlides/notesSlide18.xml" Id="R2e7cbd676a1645c7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2f26ec9ff7c41e7" /><Relationship Type="http://schemas.openxmlformats.org/officeDocument/2006/relationships/notesSlide" Target="/ppt/notesSlides/notesSlide19.xml" Id="R38dc4935cb8642b9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7c247076f1f487f" /><Relationship Type="http://schemas.openxmlformats.org/officeDocument/2006/relationships/notesSlide" Target="/ppt/notesSlides/notesSlide20.xml" Id="R85524ef515e74a87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6b472c34a544cc6" /><Relationship Type="http://schemas.openxmlformats.org/officeDocument/2006/relationships/notesSlide" Target="/ppt/notesSlides/notesSlide21.xml" Id="R2ba734f02520404e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e309b81427a41a3" /><Relationship Type="http://schemas.openxmlformats.org/officeDocument/2006/relationships/notesSlide" Target="/ppt/notesSlides/notesSlide22.xml" Id="R553cf6c0c4724a4c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919801d803442dd" /><Relationship Type="http://schemas.openxmlformats.org/officeDocument/2006/relationships/notesSlide" Target="/ppt/notesSlides/notesSlide23.xml" Id="R776f7561325d4e16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395d7fe2c944bd3" /><Relationship Type="http://schemas.openxmlformats.org/officeDocument/2006/relationships/notesSlide" Target="/ppt/notesSlides/notesSlide24.xml" Id="Rbc7257cc44df4ed6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b45d65355a04934" /><Relationship Type="http://schemas.openxmlformats.org/officeDocument/2006/relationships/notesSlide" Target="/ppt/notesSlides/notesSlide25.xml" Id="Re9dda00ab54b4830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e6c3eb822784c8b" /><Relationship Type="http://schemas.openxmlformats.org/officeDocument/2006/relationships/notesSlide" Target="/ppt/notesSlides/notesSlide26.xml" Id="R51ba879e6635449b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40ecf0f0d2e41ec" /><Relationship Type="http://schemas.openxmlformats.org/officeDocument/2006/relationships/notesSlide" Target="/ppt/notesSlides/notesSlide27.xml" Id="Refa83a50f8ca46d9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75f3a3984f1433d" /><Relationship Type="http://schemas.openxmlformats.org/officeDocument/2006/relationships/notesSlide" Target="/ppt/notesSlides/notesSlide28.xml" Id="R89f8237155854640" 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274a8c6b9a94d16" /><Relationship Type="http://schemas.openxmlformats.org/officeDocument/2006/relationships/notesSlide" Target="/ppt/notesSlides/notesSlide29.xml" Id="R9d471182d4874410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a6c5d804cb476b" /><Relationship Type="http://schemas.openxmlformats.org/officeDocument/2006/relationships/notesSlide" Target="/ppt/notesSlides/notesSlide30.xml" Id="R726ee476aec84b02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30ed2c4f8f446eb" /><Relationship Type="http://schemas.openxmlformats.org/officeDocument/2006/relationships/notesSlide" Target="/ppt/notesSlides/notesSlide31.xml" Id="R32b87a3d823f41fa" 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a73c569c4bb40d7" /><Relationship Type="http://schemas.openxmlformats.org/officeDocument/2006/relationships/notesSlide" Target="/ppt/notesSlides/notesSlide32.xml" Id="R2e80cb8b78984519" 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d1ed9669ec1437e" /><Relationship Type="http://schemas.openxmlformats.org/officeDocument/2006/relationships/notesSlide" Target="/ppt/notesSlides/notesSlide33.xml" Id="Ra1e2751fb1824d66" 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0d6525cb1604b76" /><Relationship Type="http://schemas.openxmlformats.org/officeDocument/2006/relationships/notesSlide" Target="/ppt/notesSlides/notesSlide34.xml" Id="Rad5dd38c15d44a94" 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7eefde2aa5247a1" /><Relationship Type="http://schemas.openxmlformats.org/officeDocument/2006/relationships/notesSlide" Target="/ppt/notesSlides/notesSlide35.xml" Id="R81685c5a998b4e46" 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0d177fcc007481b" /><Relationship Type="http://schemas.openxmlformats.org/officeDocument/2006/relationships/notesSlide" Target="/ppt/notesSlides/notesSlide36.xml" Id="R03e2ace08a884a73" 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9c4d8f8e8d14d1e" /><Relationship Type="http://schemas.openxmlformats.org/officeDocument/2006/relationships/notesSlide" Target="/ppt/notesSlides/notesSlide37.xml" Id="R4c58cb03dc4d498d" /></Relationships>
</file>

<file path=ppt/slides/_rels/slide3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5a89494739b422b" /><Relationship Type="http://schemas.openxmlformats.org/officeDocument/2006/relationships/notesSlide" Target="/ppt/notesSlides/notesSlide38.xml" Id="R8c06231be85144b3" /></Relationships>
</file>

<file path=ppt/slides/_rels/slide3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c081863a6fb40cb" /><Relationship Type="http://schemas.openxmlformats.org/officeDocument/2006/relationships/notesSlide" Target="/ppt/notesSlides/notesSlide39.xml" Id="R7d92fd7d9387421c" /></Relationships>
</file>

<file path=ppt/slides/_rels/slide4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282ee2ba3634687" /><Relationship Type="http://schemas.openxmlformats.org/officeDocument/2006/relationships/notesSlide" Target="/ppt/notesSlides/notesSlide40.xml" Id="R64b728f2b91948f1" /></Relationships>
</file>

<file path=ppt/slides/_rels/slide4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5b886be58d540c2" /><Relationship Type="http://schemas.openxmlformats.org/officeDocument/2006/relationships/notesSlide" Target="/ppt/notesSlides/notesSlide41.xml" Id="Re246561dfa4f4c3a" /></Relationships>
</file>

<file path=ppt/slides/_rels/slide4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52539cd9c944f09" /><Relationship Type="http://schemas.openxmlformats.org/officeDocument/2006/relationships/notesSlide" Target="/ppt/notesSlides/notesSlide42.xml" Id="R5cd4657181e04662" /></Relationships>
</file>

<file path=ppt/slides/_rels/slide4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e528f3a94334e70" /><Relationship Type="http://schemas.openxmlformats.org/officeDocument/2006/relationships/notesSlide" Target="/ppt/notesSlides/notesSlide43.xml" Id="R2126e39f6aa4409c" /></Relationships>
</file>

<file path=ppt/slides/_rels/slide4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e29ade98d4142d7" /><Relationship Type="http://schemas.openxmlformats.org/officeDocument/2006/relationships/notesSlide" Target="/ppt/notesSlides/notesSlide44.xml" Id="R9fbbbdaa5ae04f1a" /></Relationships>
</file>

<file path=ppt/slides/_rels/slide4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a058b217c764e72" /><Relationship Type="http://schemas.openxmlformats.org/officeDocument/2006/relationships/notesSlide" Target="/ppt/notesSlides/notesSlide45.xml" Id="Rb19dbf1b75c741b4" /></Relationships>
</file>

<file path=ppt/slides/_rels/slide4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60fcef267d245b9" /><Relationship Type="http://schemas.openxmlformats.org/officeDocument/2006/relationships/notesSlide" Target="/ppt/notesSlides/notesSlide46.xml" Id="R4770de79e9bf4cf3" /></Relationships>
</file>

<file path=ppt/slides/_rels/slide4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8aabb444242ad" /><Relationship Type="http://schemas.openxmlformats.org/officeDocument/2006/relationships/notesSlide" Target="/ppt/notesSlides/notesSlide47.xml" Id="Rff8fb596bee84894" /></Relationships>
</file>

<file path=ppt/slides/_rels/slide4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bc08d91b6a345e1" /><Relationship Type="http://schemas.openxmlformats.org/officeDocument/2006/relationships/notesSlide" Target="/ppt/notesSlides/notesSlide48.xml" Id="R9c843b6f337c4f24" /></Relationships>
</file>

<file path=ppt/slides/_rels/slide4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9aaf28fd8d643d1" /><Relationship Type="http://schemas.openxmlformats.org/officeDocument/2006/relationships/notesSlide" Target="/ppt/notesSlides/notesSlide49.xml" Id="R35625fa1eb414e8a" /></Relationships>
</file>

<file path=ppt/slides/_rels/slide5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244b9a0920545a0" /><Relationship Type="http://schemas.openxmlformats.org/officeDocument/2006/relationships/notesSlide" Target="/ppt/notesSlides/notesSlide50.xml" Id="Rdb0e0f6c0fe140c6" /></Relationships>
</file>

<file path=ppt/slides/_rels/slide5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52bbfc7eadd4067" /><Relationship Type="http://schemas.openxmlformats.org/officeDocument/2006/relationships/notesSlide" Target="/ppt/notesSlides/notesSlide51.xml" Id="R9738830b7e9b4631" /></Relationships>
</file>

<file path=ppt/slides/_rels/slide5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82f5dbc8984448c" /><Relationship Type="http://schemas.openxmlformats.org/officeDocument/2006/relationships/notesSlide" Target="/ppt/notesSlides/notesSlide52.xml" Id="R0fb3e33e71dd4848" /></Relationships>
</file>

<file path=ppt/slides/_rels/slide5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117a984262c4735" /><Relationship Type="http://schemas.openxmlformats.org/officeDocument/2006/relationships/notesSlide" Target="/ppt/notesSlides/notesSlide53.xml" Id="Rf884e6451a6a420d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0" name="编号渐变标题栏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9" name="header.accent.1">
              <a:extLst>
                <a:ext uri="{FF2B5EF4-FFF2-40B4-BE49-F238E27FC236}">
                  <a16:creationId id="{6DBD2149-F8D2-4F75-91BD-A999DFCF9DA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">
              <a:extLst>
                <a:ext uri="{FF2B5EF4-FFF2-40B4-BE49-F238E27FC236}">
                  <a16:creationId id="{0DCC0EA2-8BD4-447F-969F-5E1D18B86EA8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1</a:t>
              </a:r>
            </a:p>
          </p:txBody>
        </p:sp>
        <p:sp>
          <p:nvSpPr>
            <p:cNvPr id="3" name="header.gradient.3">
              <a:extLst>
                <a:ext uri="{FF2B5EF4-FFF2-40B4-BE49-F238E27FC236}">
                  <a16:creationId id="{CACB1A98-DB27-4052-B5E7-384404480F72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4">
              <a:extLst>
                <a:ext uri="{FF2B5EF4-FFF2-40B4-BE49-F238E27FC236}">
                  <a16:creationId id="{84DADD8A-6543-4576-A0C4-D4095FB7C5AD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视觉基础与页面结构</a:t>
              </a:r>
            </a:p>
          </p:txBody>
        </p:sp>
        <p:sp>
          <p:nvSpPr>
            <p:cNvPr id="5" name="header.library.5">
              <a:extLst>
                <a:ext uri="{FF2B5EF4-FFF2-40B4-BE49-F238E27FC236}">
                  <a16:creationId id="{A2369021-BD4E-4F32-95FB-C23FE2DACC72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1" name="箭头引导概述框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6">
              <a:extLst>
                <a:ext uri="{FF2B5EF4-FFF2-40B4-BE49-F238E27FC236}">
                  <a16:creationId id="{AB4E9EA8-8A56-4B65-85AA-E5ECB9F0F4EA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7">
              <a:extLst>
                <a:ext uri="{FF2B5EF4-FFF2-40B4-BE49-F238E27FC236}">
                  <a16:creationId id="{FFAA3342-7079-4F99-92FA-B48E3EF46566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8">
              <a:extLst>
                <a:ext uri="{FF2B5EF4-FFF2-40B4-BE49-F238E27FC236}">
                  <a16:creationId id="{AC763822-DB11-4D19-930E-9EC3612B3914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9">
              <a:extLst>
                <a:ext uri="{FF2B5EF4-FFF2-40B4-BE49-F238E27FC236}">
                  <a16:creationId id="{9C06DCDB-9E52-49A6-B9C0-B656A1EDDC34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参考风格以 </a:t>
              </a:r>
              <a:r>
                <a:rPr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rPr>
                <a:t>固定页眉、摘要条与细框分区</a:t>
              </a:r>
              <a:r>
                <a:t> 建立层级，图解承载方法与证据。</a:t>
              </a:r>
            </a:p>
          </p:txBody>
        </p:sp>
      </p:grpSp>
      <p:sp>
        <p:nvSpPr>
          <p:cNvPr id="10" name="style.structure.10">
            <a:extLst>
              <a:ext uri="{FF2B5EF4-FFF2-40B4-BE49-F238E27FC236}">
                <a16:creationId id="{C57F3F7D-9857-4BE9-8444-F4EB76BB7142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6819900" cy="323850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11" name="style.structure.title.11">
            <a:extLst>
              <a:ext uri="{FF2B5EF4-FFF2-40B4-BE49-F238E27FC236}">
                <a16:creationId id="{775D9D46-B2F5-49C5-B730-645F55A4D5A4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647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页面结构</a:t>
            </a:r>
          </a:p>
        </p:txBody>
      </p:sp>
      <p:sp>
        <p:nvSpPr>
          <p:cNvPr id="12" name="layout.example.lead.12">
            <a:extLst>
              <a:ext uri="{FF2B5EF4-FFF2-40B4-BE49-F238E27FC236}">
                <a16:creationId id="{9517699E-18B0-48D3-966D-54B57DA2A83A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6400800" cy="533400"/>
          </a:xfrm>
          <a:prstGeom prst="rect">
            <a:avLst/>
          </a:prstGeom>
          <a:solidFill>
            <a:srgbClr val="F2F7FB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13" name="layout.example.lead.icon.a.13">
            <a:extLst>
              <a:ext uri="{FF2B5EF4-FFF2-40B4-BE49-F238E27FC236}">
                <a16:creationId id="{BF8FDB43-8201-4EAA-8710-C0AC0C63D79B}"/>
              </a:ext>
            </a:extLst>
          </p:cNvPr>
          <p:cNvSpPr>
            <a:spLocks noGrp="1"/>
          </p:cNvSpPr>
          <p:nvPr/>
        </p:nvSpPr>
        <p:spPr>
          <a:xfrm>
            <a:off x="790575" y="2514600"/>
            <a:ext cx="129540" cy="190500"/>
          </a:xfrm>
          <a:prstGeom prst="chevron">
            <a:avLst/>
          </a:prstGeom>
          <a:gradFill>
            <a:gsLst>
              <a:gs pos="0">
                <a:srgbClr val="B8D4EF"/>
              </a:gs>
              <a:gs pos="100000">
                <a:srgbClr val="0759B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4" name="layout.example.lead.icon.b.14">
            <a:extLst>
              <a:ext uri="{FF2B5EF4-FFF2-40B4-BE49-F238E27FC236}">
                <a16:creationId id="{3E3CB2B9-201E-4EA2-A0C6-16D9C4E69087}"/>
              </a:ext>
            </a:extLst>
          </p:cNvPr>
          <p:cNvSpPr>
            <a:spLocks noGrp="1"/>
          </p:cNvSpPr>
          <p:nvPr/>
        </p:nvSpPr>
        <p:spPr>
          <a:xfrm>
            <a:off x="874395" y="2514600"/>
            <a:ext cx="129540" cy="190500"/>
          </a:xfrm>
          <a:prstGeom prst="chevron">
            <a:avLst/>
          </a:prstGeom>
          <a:gradFill>
            <a:gsLst>
              <a:gs pos="0">
                <a:srgbClr val="B8D4EF"/>
              </a:gs>
              <a:gs pos="100000">
                <a:srgbClr val="0759B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5" name="layout.example.lead.text.15">
            <a:extLst>
              <a:ext uri="{FF2B5EF4-FFF2-40B4-BE49-F238E27FC236}">
                <a16:creationId id="{59B9AEA0-16EE-4BD0-85EB-A69CC9685345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566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一段概述说明本页讨论的问题</a:t>
            </a:r>
          </a:p>
        </p:txBody>
      </p:sp>
      <p:sp>
        <p:nvSpPr>
          <p:cNvPr id="16" name="layout.example.left.16">
            <a:extLst>
              <a:ext uri="{FF2B5EF4-FFF2-40B4-BE49-F238E27FC236}">
                <a16:creationId id="{5980CE24-1108-49AF-B855-EF7649217A3A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3105150" cy="1095375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17" name="layout.example.right.17">
            <a:extLst>
              <a:ext uri="{FF2B5EF4-FFF2-40B4-BE49-F238E27FC236}">
                <a16:creationId id="{22FD3F43-7C05-4AF8-827A-F983CE4F5397}"/>
              </a:ext>
            </a:extLst>
          </p:cNvPr>
          <p:cNvSpPr>
            <a:spLocks noGrp="1"/>
          </p:cNvSpPr>
          <p:nvPr/>
        </p:nvSpPr>
        <p:spPr>
          <a:xfrm>
            <a:off x="3924300" y="3028950"/>
            <a:ext cx="3143250" cy="1095375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18" name="layout.example.left.heading.18">
            <a:extLst>
              <a:ext uri="{FF2B5EF4-FFF2-40B4-BE49-F238E27FC236}">
                <a16:creationId id="{4CB538DE-8E42-4CF6-A40A-11D9519B80FA}"/>
              </a:ext>
            </a:extLst>
          </p:cNvPr>
          <p:cNvSpPr>
            <a:spLocks noGrp="1"/>
          </p:cNvSpPr>
          <p:nvPr/>
        </p:nvSpPr>
        <p:spPr>
          <a:xfrm>
            <a:off x="828675" y="31242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问题或方法</a:t>
            </a:r>
          </a:p>
        </p:txBody>
      </p:sp>
      <p:sp>
        <p:nvSpPr>
          <p:cNvPr id="19" name="layout.example.left.body.19">
            <a:extLst>
              <a:ext uri="{FF2B5EF4-FFF2-40B4-BE49-F238E27FC236}">
                <a16:creationId id="{D9BA6211-3EC9-4C19-8808-065123C8431E}"/>
              </a:ext>
            </a:extLst>
          </p:cNvPr>
          <p:cNvSpPr>
            <a:spLocks noGrp="1"/>
          </p:cNvSpPr>
          <p:nvPr/>
        </p:nvSpPr>
        <p:spPr>
          <a:xfrm>
            <a:off x="828675" y="3524250"/>
            <a:ext cx="2762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简短解释与关键词</a:t>
            </a:r>
          </a:p>
        </p:txBody>
      </p:sp>
      <p:sp>
        <p:nvSpPr>
          <p:cNvPr id="20" name="layout.example.right.heading.20">
            <a:extLst>
              <a:ext uri="{FF2B5EF4-FFF2-40B4-BE49-F238E27FC236}">
                <a16:creationId id="{0746BE9C-491A-4326-A868-E3D94A1903FA}"/>
              </a:ext>
            </a:extLst>
          </p:cNvPr>
          <p:cNvSpPr>
            <a:spLocks noGrp="1"/>
          </p:cNvSpPr>
          <p:nvPr/>
        </p:nvSpPr>
        <p:spPr>
          <a:xfrm>
            <a:off x="4095750" y="3124200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模型或证据</a:t>
            </a:r>
          </a:p>
        </p:txBody>
      </p:sp>
      <p:sp>
        <p:nvSpPr>
          <p:cNvPr id="21" name="layout.example.right.body.21">
            <a:extLst>
              <a:ext uri="{FF2B5EF4-FFF2-40B4-BE49-F238E27FC236}">
                <a16:creationId id="{0B3866A9-2B41-4F41-AB4D-2134ADF5BB1F}"/>
              </a:ext>
            </a:extLst>
          </p:cNvPr>
          <p:cNvSpPr>
            <a:spLocks noGrp="1"/>
          </p:cNvSpPr>
          <p:nvPr/>
        </p:nvSpPr>
        <p:spPr>
          <a:xfrm>
            <a:off x="4095750" y="3524250"/>
            <a:ext cx="2762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图解与说明紧密对应</a:t>
            </a:r>
          </a:p>
        </p:txBody>
      </p:sp>
      <p:sp>
        <p:nvSpPr>
          <p:cNvPr id="22" name="layout.example.bottom.22">
            <a:extLst>
              <a:ext uri="{FF2B5EF4-FFF2-40B4-BE49-F238E27FC236}">
                <a16:creationId id="{8153B8F7-68B8-45B9-A45B-A5B65C4F2DD0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6400800" cy="5524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F3F7"/>
              </a:gs>
            </a:gsLst>
            <a:lin ang="5400000"/>
          </a:gradFill>
          <a:ln w="13335">
            <a:solidFill>
              <a:srgbClr val="A6B4C0"/>
            </a:solidFill>
            <a:prstDash val="solid"/>
          </a:ln>
        </p:spPr>
      </p:sp>
      <p:sp>
        <p:nvSpPr>
          <p:cNvPr id="23" name="layout.example.bottom.text.23">
            <a:extLst>
              <a:ext uri="{FF2B5EF4-FFF2-40B4-BE49-F238E27FC236}">
                <a16:creationId id="{536F7DE3-5879-470C-B03B-3FE92180A68C}"/>
              </a:ext>
            </a:extLst>
          </p:cNvPr>
          <p:cNvSpPr>
            <a:spLocks noGrp="1"/>
          </p:cNvSpPr>
          <p:nvPr/>
        </p:nvSpPr>
        <p:spPr>
          <a:xfrm>
            <a:off x="866775" y="4371975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底部结论承接上方论证，</a:t>
            </a:r>
            <a:r>
              <a:rPr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>重点使用红色</a:t>
            </a:r>
          </a:p>
        </p:txBody>
      </p:sp>
      <p:sp>
        <p:nvSpPr>
          <p:cNvPr id="24" name="style.palette.24">
            <a:extLst>
              <a:ext uri="{FF2B5EF4-FFF2-40B4-BE49-F238E27FC236}">
                <a16:creationId id="{4A4FF848-4AB6-4A7F-ACB5-9F14722B3AAC}"/>
              </a:ext>
            </a:extLst>
          </p:cNvPr>
          <p:cNvSpPr>
            <a:spLocks noGrp="1"/>
          </p:cNvSpPr>
          <p:nvPr/>
        </p:nvSpPr>
        <p:spPr>
          <a:xfrm>
            <a:off x="7467600" y="1809750"/>
            <a:ext cx="4267200" cy="323850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25" name="style.palette.title.25">
            <a:extLst>
              <a:ext uri="{FF2B5EF4-FFF2-40B4-BE49-F238E27FC236}">
                <a16:creationId id="{F112C035-AE00-4EBD-AD90-2E59DFF2D2EB}"/>
              </a:ext>
            </a:extLst>
          </p:cNvPr>
          <p:cNvSpPr>
            <a:spLocks noGrp="1"/>
          </p:cNvSpPr>
          <p:nvPr/>
        </p:nvSpPr>
        <p:spPr>
          <a:xfrm>
            <a:off x="7648575" y="1885950"/>
            <a:ext cx="390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颜色与文字层级</a:t>
            </a:r>
          </a:p>
        </p:txBody>
      </p:sp>
      <p:sp>
        <p:nvSpPr>
          <p:cNvPr id="26" name="style.swatch0.26">
            <a:extLst>
              <a:ext uri="{FF2B5EF4-FFF2-40B4-BE49-F238E27FC236}">
                <a16:creationId id="{9BD106EE-F407-4752-9DA9-F61D8E342587}"/>
              </a:ext>
            </a:extLst>
          </p:cNvPr>
          <p:cNvSpPr>
            <a:spLocks noGrp="1"/>
          </p:cNvSpPr>
          <p:nvPr/>
        </p:nvSpPr>
        <p:spPr>
          <a:xfrm>
            <a:off x="7715250" y="2409825"/>
            <a:ext cx="1066800" cy="3810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7" name="style.swatch-label0.27">
            <a:extLst>
              <a:ext uri="{FF2B5EF4-FFF2-40B4-BE49-F238E27FC236}">
                <a16:creationId id="{F26462C0-1DAC-4B17-86CC-DE16E6FF3D78}"/>
              </a:ext>
            </a:extLst>
          </p:cNvPr>
          <p:cNvSpPr>
            <a:spLocks noGrp="1"/>
          </p:cNvSpPr>
          <p:nvPr/>
        </p:nvSpPr>
        <p:spPr>
          <a:xfrm>
            <a:off x="7658100" y="2867025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章节与分类</a:t>
            </a:r>
          </a:p>
        </p:txBody>
      </p:sp>
      <p:sp>
        <p:nvSpPr>
          <p:cNvPr id="28" name="style.swatch1.28">
            <a:extLst>
              <a:ext uri="{FF2B5EF4-FFF2-40B4-BE49-F238E27FC236}">
                <a16:creationId id="{6260EEC1-B87F-41B1-BA3E-B51011C54A8D}"/>
              </a:ext>
            </a:extLst>
          </p:cNvPr>
          <p:cNvSpPr>
            <a:spLocks noGrp="1"/>
          </p:cNvSpPr>
          <p:nvPr/>
        </p:nvSpPr>
        <p:spPr>
          <a:xfrm>
            <a:off x="9029700" y="2409825"/>
            <a:ext cx="1066800" cy="381000"/>
          </a:xfrm>
          <a:prstGeom prst="rect">
            <a:avLst/>
          </a:prstGeom>
          <a:solidFill>
            <a:srgbClr val="AF3438"/>
          </a:solidFill>
          <a:ln w="0">
            <a:noFill/>
            <a:prstDash val="solid"/>
          </a:ln>
        </p:spPr>
      </p:sp>
      <p:sp>
        <p:nvSpPr>
          <p:cNvPr id="29" name="style.swatch-label1.29">
            <a:extLst>
              <a:ext uri="{FF2B5EF4-FFF2-40B4-BE49-F238E27FC236}">
                <a16:creationId id="{DF44A81F-EF18-4198-A050-567A545326B7}"/>
              </a:ext>
            </a:extLst>
          </p:cNvPr>
          <p:cNvSpPr>
            <a:spLocks noGrp="1"/>
          </p:cNvSpPr>
          <p:nvPr/>
        </p:nvSpPr>
        <p:spPr>
          <a:xfrm>
            <a:off x="8972550" y="2867025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句内重点</a:t>
            </a:r>
          </a:p>
        </p:txBody>
      </p:sp>
      <p:sp>
        <p:nvSpPr>
          <p:cNvPr id="30" name="style.swatch2.30">
            <a:extLst>
              <a:ext uri="{FF2B5EF4-FFF2-40B4-BE49-F238E27FC236}">
                <a16:creationId id="{C7CEEEEE-10CD-457D-BDD2-75BB18BDF71D}"/>
              </a:ext>
            </a:extLst>
          </p:cNvPr>
          <p:cNvSpPr>
            <a:spLocks noGrp="1"/>
          </p:cNvSpPr>
          <p:nvPr/>
        </p:nvSpPr>
        <p:spPr>
          <a:xfrm>
            <a:off x="10344150" y="2409825"/>
            <a:ext cx="1066800" cy="381000"/>
          </a:xfrm>
          <a:prstGeom prst="rect">
            <a:avLst/>
          </a:prstGeom>
          <a:solidFill>
            <a:srgbClr val="F5E86A"/>
          </a:solidFill>
          <a:ln w="0">
            <a:noFill/>
            <a:prstDash val="solid"/>
          </a:ln>
        </p:spPr>
      </p:sp>
      <p:sp>
        <p:nvSpPr>
          <p:cNvPr id="31" name="style.swatch-label2.31">
            <a:extLst>
              <a:ext uri="{FF2B5EF4-FFF2-40B4-BE49-F238E27FC236}">
                <a16:creationId id="{624BA67A-7E27-464B-9A61-EE3BECB6B6C0}"/>
              </a:ext>
            </a:extLst>
          </p:cNvPr>
          <p:cNvSpPr>
            <a:spLocks noGrp="1"/>
          </p:cNvSpPr>
          <p:nvPr/>
        </p:nvSpPr>
        <p:spPr>
          <a:xfrm>
            <a:off x="10287000" y="2867025"/>
            <a:ext cx="1181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蓝底强调</a:t>
            </a:r>
          </a:p>
        </p:txBody>
      </p:sp>
      <p:sp>
        <p:nvSpPr>
          <p:cNvPr id="32" name="style.type.title.32">
            <a:extLst>
              <a:ext uri="{FF2B5EF4-FFF2-40B4-BE49-F238E27FC236}">
                <a16:creationId id="{08E6F647-E0E9-44F5-BE5E-0D55101EBE53}"/>
              </a:ext>
            </a:extLst>
          </p:cNvPr>
          <p:cNvSpPr>
            <a:spLocks noGrp="1"/>
          </p:cNvSpPr>
          <p:nvPr/>
        </p:nvSpPr>
        <p:spPr>
          <a:xfrm>
            <a:off x="7696200" y="3438525"/>
            <a:ext cx="3714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22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标题与模块名</a:t>
            </a:r>
          </a:p>
        </p:txBody>
      </p:sp>
      <p:sp>
        <p:nvSpPr>
          <p:cNvPr id="33" name="style.type.body.33">
            <a:extLst>
              <a:ext uri="{FF2B5EF4-FFF2-40B4-BE49-F238E27FC236}">
                <a16:creationId id="{599B9301-94C7-44CE-B03A-1208F0D108C2}"/>
              </a:ext>
            </a:extLst>
          </p:cNvPr>
          <p:cNvSpPr>
            <a:spLocks noGrp="1"/>
          </p:cNvSpPr>
          <p:nvPr/>
        </p:nvSpPr>
        <p:spPr>
          <a:xfrm>
            <a:off x="7696200" y="3962400"/>
            <a:ext cx="3714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正文保持清晰、紧凑的说明</a:t>
            </a:r>
          </a:p>
        </p:txBody>
      </p:sp>
      <p:sp>
        <p:nvSpPr>
          <p:cNvPr id="34" name="style.type.emphasis.34">
            <a:extLst>
              <a:ext uri="{FF2B5EF4-FFF2-40B4-BE49-F238E27FC236}">
                <a16:creationId id="{0B7EFBD6-2FEF-4006-A4B8-0787DA4595F6}"/>
              </a:ext>
            </a:extLst>
          </p:cNvPr>
          <p:cNvSpPr>
            <a:spLocks noGrp="1"/>
          </p:cNvSpPr>
          <p:nvPr/>
        </p:nvSpPr>
        <p:spPr>
          <a:xfrm>
            <a:off x="7696200" y="442912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关键术语采用 </a:t>
            </a:r>
            <a:r>
              <a:rPr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>红色强调</a:t>
            </a:r>
          </a:p>
        </p:txBody>
      </p:sp>
      <p:sp>
        <p:nvSpPr>
          <p:cNvPr id="35" name="style.rule-banner.35">
            <a:extLst>
              <a:ext uri="{FF2B5EF4-FFF2-40B4-BE49-F238E27FC236}">
                <a16:creationId id="{52B773B6-61FA-4BDB-9F6A-27C83D460296}"/>
              </a:ext>
            </a:extLst>
          </p:cNvPr>
          <p:cNvSpPr>
            <a:spLocks noGrp="1"/>
          </p:cNvSpPr>
          <p:nvPr/>
        </p:nvSpPr>
        <p:spPr>
          <a:xfrm>
            <a:off x="457200" y="5238750"/>
            <a:ext cx="11277600" cy="457200"/>
          </a:xfrm>
          <a:prstGeom prst="rect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6" name="style.rule-banner.text.36">
            <a:extLst>
              <a:ext uri="{FF2B5EF4-FFF2-40B4-BE49-F238E27FC236}">
                <a16:creationId id="{D437B987-D2E1-411E-A2EF-28B47FC801E5}"/>
              </a:ext>
            </a:extLst>
          </p:cNvPr>
          <p:cNvSpPr>
            <a:spLocks noGrp="1"/>
          </p:cNvSpPr>
          <p:nvPr/>
        </p:nvSpPr>
        <p:spPr>
          <a:xfrm>
            <a:off x="628650" y="5248275"/>
            <a:ext cx="10934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宽箭头表达阶段，细箭头表达关系，</a:t>
            </a:r>
            <a:r>
              <a:rPr b="1">
                <a:solidFill>
                  <a:srgbClr val="F5E86A"/>
                </a:solidFill>
                <a:latin typeface="Noto Sans SC"/>
                <a:ea typeface="Noto Sans SC"/>
                <a:cs typeface="Noto Sans SC"/>
              </a:rPr>
              <a:t>同一颜色保持相同含义</a:t>
            </a:r>
          </a:p>
        </p:txBody>
      </p:sp>
      <p:sp>
        <p:nvSpPr>
          <p:cNvPr id="37" name="info.summary.37">
            <a:extLst>
              <a:ext uri="{FF2B5EF4-FFF2-40B4-BE49-F238E27FC236}">
                <a16:creationId id="{3373364B-7D35-4765-AD9D-926F5EC21597}"/>
              </a:ext>
            </a:extLst>
          </p:cNvPr>
          <p:cNvSpPr>
            <a:spLocks noGrp="1"/>
          </p:cNvSpPr>
          <p:nvPr/>
        </p:nvSpPr>
        <p:spPr>
          <a:xfrm>
            <a:off x="457200" y="5886450"/>
            <a:ext cx="11277600" cy="7048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FF3F7"/>
              </a:gs>
            </a:gsLst>
            <a:lin ang="5400000"/>
          </a:gradFill>
          <a:ln w="13335">
            <a:solidFill>
              <a:srgbClr val="A6B4C0"/>
            </a:solidFill>
            <a:prstDash val="solid"/>
          </a:ln>
        </p:spPr>
      </p:sp>
      <p:sp>
        <p:nvSpPr>
          <p:cNvPr id="38" name="info.summary.text.38">
            <a:extLst>
              <a:ext uri="{FF2B5EF4-FFF2-40B4-BE49-F238E27FC236}">
                <a16:creationId id="{22CF5895-94CD-4C6E-95D1-086EAA9E517F}"/>
              </a:ext>
            </a:extLst>
          </p:cNvPr>
          <p:cNvSpPr>
            <a:spLocks noGrp="1"/>
          </p:cNvSpPr>
          <p:nvPr/>
        </p:nvSpPr>
        <p:spPr>
          <a:xfrm>
            <a:off x="657225" y="5962650"/>
            <a:ext cx="10877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通用组件服务于内容关系。论文模型图、影像示例等内容素材可以继续积累，</a:t>
            </a:r>
            <a:br/>
            <a:r>
              <a:t>并保留各自的出处与适用场景。</a:t>
            </a:r>
          </a:p>
        </p:txBody>
      </p:sp>
      <p:sp>
        <p:nvSpPr>
          <p:cNvPr id="42" name="navigation.rule.2625">
            <a:extLst>
              <a:ext uri="{FF2B5EF4-FFF2-40B4-BE49-F238E27FC236}">
                <a16:creationId id="{895A5BC1-5F57-4766-AC92-69C496AE9F22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3" name="navigation.section.2626">
            <a:extLst>
              <a:ext uri="{FF2B5EF4-FFF2-40B4-BE49-F238E27FC236}">
                <a16:creationId id="{08A4EF29-13E2-44C4-B976-D9740D7323C6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第1节　视觉基础与页面结构</a:t>
            </a:r>
          </a:p>
        </p:txBody>
      </p:sp>
      <p:sp>
        <p:nvSpPr>
          <p:cNvPr id="44" name="navigation.page.2627">
            <a:extLst>
              <a:ext uri="{FF2B5EF4-FFF2-40B4-BE49-F238E27FC236}">
                <a16:creationId id="{C3D77E14-B71A-4AD2-A1DF-7285AAAD103B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01 / 53</a:t>
            </a:r>
          </a:p>
        </p:txBody>
      </p:sp>
    </p:spTree>
    <p:extLst>
      <p:ext uri="{BB962C8B-B14F-4D97-AF65-F5344CB8AC3E}">
        <p14:creationId val="783048590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2" name="导航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11" name="header.accent.2607">
              <a:extLst>
                <a:ext uri="{FF2B5EF4-FFF2-40B4-BE49-F238E27FC236}">
                  <a16:creationId id="{727BA936-EDAC-4E60-ABEE-AEC4E203F3AA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608">
              <a:extLst>
                <a:ext uri="{FF2B5EF4-FFF2-40B4-BE49-F238E27FC236}">
                  <a16:creationId id="{52BC1340-0753-4265-AAE7-991CC81D9B33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目录</a:t>
              </a:r>
            </a:p>
          </p:txBody>
        </p:sp>
        <p:sp>
          <p:nvSpPr>
            <p:cNvPr id="3" name="header.gradient.2609">
              <a:extLst>
                <a:ext uri="{FF2B5EF4-FFF2-40B4-BE49-F238E27FC236}">
                  <a16:creationId id="{00F3EE08-8C25-474F-B11E-111651056FFD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610">
              <a:extLst>
                <a:ext uri="{FF2B5EF4-FFF2-40B4-BE49-F238E27FC236}">
                  <a16:creationId id="{A1E2CE60-B67E-4E59-B910-27B6B04D0A7D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全库目录</a:t>
              </a:r>
            </a:p>
          </p:txBody>
        </p:sp>
        <p:sp>
          <p:nvSpPr>
            <p:cNvPr id="5" name="header.library.2611">
              <a:extLst>
                <a:ext uri="{FF2B5EF4-FFF2-40B4-BE49-F238E27FC236}">
                  <a16:creationId id="{F7F82F62-C49E-4A3C-AD6C-CDE884A2306C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13" name="导航说明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612">
              <a:extLst>
                <a:ext uri="{FF2B5EF4-FFF2-40B4-BE49-F238E27FC236}">
                  <a16:creationId id="{B8D8FBDC-E277-45C7-ADD8-8FC9699B018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613">
              <a:extLst>
                <a:ext uri="{FF2B5EF4-FFF2-40B4-BE49-F238E27FC236}">
                  <a16:creationId id="{8D61512F-3466-4176-A69A-33B243903456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614">
              <a:extLst>
                <a:ext uri="{FF2B5EF4-FFF2-40B4-BE49-F238E27FC236}">
                  <a16:creationId id="{008939A2-E66B-41B0-A398-A68CFE440777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615">
              <a:extLst>
                <a:ext uri="{FF2B5EF4-FFF2-40B4-BE49-F238E27FC236}">
                  <a16:creationId id="{A7D14641-8016-4A21-AB79-AB428F06E8E9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节号定位主题，C01–C39定位组件；页脚标注本节名称和当前页码。</a:t>
              </a:r>
            </a:p>
          </p:txBody>
        </p:sp>
      </p:grpSp>
      <p:graphicFrame>
        <p:nvGraphicFramePr>
          <p:cNvPr id="10" name="">
            <a:extLst>
              <a:ext uri="{FF2B5EF4-FFF2-40B4-BE49-F238E27FC236}">
                <a16:creationId id="{5DB4A2AE-B050-4D97-A0EB-2D28B64EF30E}"/>
              </a:ext>
            </a:extLst>
          </p:cNvPr>
          <p:cNvGraphicFramePr/>
          <p:nvPr/>
        </p:nvGraphicFramePr>
        <p:xfrm>
          <a:off x="457200" y="1885950"/>
          <a:ext cx="11277600" cy="4371975"/>
        </p:xfrm>
        <a:graphic>
          <a:graphicData uri="http://schemas.openxmlformats.org/drawingml/2006/table">
            <a:tbl>
              <a:tblPr firstRow="0" bandRow="0"/>
              <a:tblGrid>
                <a:gridCol w="876300"/>
                <a:gridCol w="5638800"/>
                <a:gridCol w="2095500"/>
                <a:gridCol w="2667000"/>
              </a:tblGrid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节号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章节名称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页码范围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小节编号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视觉基础与页面结构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使用与风格说明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箭头与关系连接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4–8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2.1–2.4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图标、标签与信息框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9–18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3.1–3.9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流程图组件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19–25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4.1–4.6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版式组件与内容分区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26–32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5.1–5.6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节点、符号与叠层平面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33–39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6.1–6.6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单元格与圆点阵列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40–46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7.1–7.6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连接补充与层间连接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47–53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8.1–8.6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4" name="navigation.rule.2628">
            <a:extLst>
              <a:ext uri="{FF2B5EF4-FFF2-40B4-BE49-F238E27FC236}">
                <a16:creationId id="{90989EAF-5CAE-424F-80FE-444EEF94C0D3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5" name="navigation.section.2629">
            <a:extLst>
              <a:ext uri="{FF2B5EF4-FFF2-40B4-BE49-F238E27FC236}">
                <a16:creationId id="{5A1E91AA-9AE9-4450-90E5-3A14417A713A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目录</a:t>
            </a:r>
          </a:p>
        </p:txBody>
      </p:sp>
      <p:sp>
        <p:nvSpPr>
          <p:cNvPr id="16" name="navigation.page.2630">
            <a:extLst>
              <a:ext uri="{FF2B5EF4-FFF2-40B4-BE49-F238E27FC236}">
                <a16:creationId id="{B52D5BC2-761E-499C-A6D9-57C478E0DE3B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02 / 53</a:t>
            </a:r>
          </a:p>
        </p:txBody>
      </p:sp>
    </p:spTree>
    <p:extLst>
      <p:ext uri="{BB962C8B-B14F-4D97-AF65-F5344CB8AC3E}">
        <p14:creationId val="1151835392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4" name="导航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13" name="header.accent.2616">
              <a:extLst>
                <a:ext uri="{FF2B5EF4-FFF2-40B4-BE49-F238E27FC236}">
                  <a16:creationId id="{6DA6EE43-9719-4A71-B25C-955A06CAC3F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617">
              <a:extLst>
                <a:ext uri="{FF2B5EF4-FFF2-40B4-BE49-F238E27FC236}">
                  <a16:creationId id="{4F5FC79B-55F2-4162-B29B-A104F8D4CEC9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索引</a:t>
              </a:r>
            </a:p>
          </p:txBody>
        </p:sp>
        <p:sp>
          <p:nvSpPr>
            <p:cNvPr id="3" name="header.gradient.2618">
              <a:extLst>
                <a:ext uri="{FF2B5EF4-FFF2-40B4-BE49-F238E27FC236}">
                  <a16:creationId id="{A7FF986C-686E-4687-A74A-820F428C322F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619">
              <a:extLst>
                <a:ext uri="{FF2B5EF4-FFF2-40B4-BE49-F238E27FC236}">
                  <a16:creationId id="{23EB5C91-D36B-40F5-B0E1-83A3E05CB0F6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组件编号与样例索引</a:t>
              </a:r>
            </a:p>
          </p:txBody>
        </p:sp>
        <p:sp>
          <p:nvSpPr>
            <p:cNvPr id="5" name="header.library.2620">
              <a:extLst>
                <a:ext uri="{FF2B5EF4-FFF2-40B4-BE49-F238E27FC236}">
                  <a16:creationId id="{77C91E2D-4FD5-4704-A771-461419B9F2C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15" name="导航说明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621">
              <a:extLst>
                <a:ext uri="{FF2B5EF4-FFF2-40B4-BE49-F238E27FC236}">
                  <a16:creationId id="{228D858C-9C8B-42D7-82E3-B99DA5882E8F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622">
              <a:extLst>
                <a:ext uri="{FF2B5EF4-FFF2-40B4-BE49-F238E27FC236}">
                  <a16:creationId id="{9965ACB6-3CE1-479E-BD57-4233D7D1364B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623">
              <a:extLst>
                <a:ext uri="{FF2B5EF4-FFF2-40B4-BE49-F238E27FC236}">
                  <a16:creationId id="{17146D69-9947-4C2C-816B-7B792D77B3EB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624">
              <a:extLst>
                <a:ext uri="{FF2B5EF4-FFF2-40B4-BE49-F238E27FC236}">
                  <a16:creationId id="{36929E9A-B25A-47F4-BD3A-DFE03F6A50A6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C01–C39为统一组件编号，同编号样例是造型或组合变体。页码指首次展示页。</a:t>
              </a:r>
            </a:p>
          </p:txBody>
        </p:sp>
      </p:grpSp>
      <p:graphicFrame>
        <p:nvGraphicFramePr>
          <p:cNvPr id="10" name="">
            <a:extLst>
              <a:ext uri="{FF2B5EF4-FFF2-40B4-BE49-F238E27FC236}">
                <a16:creationId id="{86D2FD21-61AE-4AE0-9C9D-6A632E60111D}"/>
              </a:ext>
            </a:extLst>
          </p:cNvPr>
          <p:cNvGraphicFramePr/>
          <p:nvPr/>
        </p:nvGraphicFramePr>
        <p:xfrm>
          <a:off x="457200" y="1885950"/>
          <a:ext cx="3581400" cy="4533900"/>
        </p:xfrm>
        <a:graphic>
          <a:graphicData uri="http://schemas.openxmlformats.org/drawingml/2006/table">
            <a:tbl>
              <a:tblPr firstRow="0" bandRow="0"/>
              <a:tblGrid>
                <a:gridCol w="590550"/>
                <a:gridCol w="2247900"/>
                <a:gridCol w="742950"/>
              </a:tblGrid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编号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组件名称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首见页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C01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编号渐变标题栏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C02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信息框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C03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分类标签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C04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双折引导箭头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C05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实体箭头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C06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阶段箭头链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C07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关系连线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C08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分流与汇流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C09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跨接与回路线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C10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问题气泡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C11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说明标记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C12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文档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C13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数据库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>
            <a:extLst>
              <a:ext uri="{FF2B5EF4-FFF2-40B4-BE49-F238E27FC236}">
                <a16:creationId id="{9B785E49-E31A-4D26-BE5E-6592459A1850}"/>
              </a:ext>
            </a:extLst>
          </p:cNvPr>
          <p:cNvGraphicFramePr/>
          <p:nvPr/>
        </p:nvGraphicFramePr>
        <p:xfrm>
          <a:off x="4305300" y="1885950"/>
          <a:ext cx="3581400" cy="4533900"/>
        </p:xfrm>
        <a:graphic>
          <a:graphicData uri="http://schemas.openxmlformats.org/drawingml/2006/table">
            <a:tbl>
              <a:tblPr firstRow="0" bandRow="0"/>
              <a:tblGrid>
                <a:gridCol w="590550"/>
                <a:gridCol w="2247900"/>
                <a:gridCol w="742950"/>
              </a:tblGrid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编号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组件名称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首见页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C14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靶心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C15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基础节点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C16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运算符号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C17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叠层平面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C18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单元格阵列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40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C19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圆点阵列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40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C20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顺序链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C21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并行汇合结构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19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C22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层间连接结构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47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C23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分区容器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26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C24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搜索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C25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筛选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C26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设置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">
            <a:extLst>
              <a:ext uri="{FF2B5EF4-FFF2-40B4-BE49-F238E27FC236}">
                <a16:creationId id="{5A75C62A-45B6-4AC8-94F1-400E4AB2DB4C}"/>
              </a:ext>
            </a:extLst>
          </p:cNvPr>
          <p:cNvGraphicFramePr/>
          <p:nvPr/>
        </p:nvGraphicFramePr>
        <p:xfrm>
          <a:off x="8153400" y="1885950"/>
          <a:ext cx="3581400" cy="4533900"/>
        </p:xfrm>
        <a:graphic>
          <a:graphicData uri="http://schemas.openxmlformats.org/drawingml/2006/table">
            <a:tbl>
              <a:tblPr firstRow="0" bandRow="0"/>
              <a:tblGrid>
                <a:gridCol w="590550"/>
                <a:gridCol w="2247900"/>
                <a:gridCol w="742950"/>
              </a:tblGrid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编号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组件名称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首见页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T w="7620">
                      <a:solidFill>
                        <a:srgbClr val="A6B4C0"/>
                      </a:solidFill>
                      <a:prstDash val="solid"/>
                    </a:lnT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0759BE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C27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确认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C28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锁定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C29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时间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C30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云端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C31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文件夹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C32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统计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C33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芯片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C34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条件分支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C35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循环反馈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21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C36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同步并行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22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C37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阶段与子流程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23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C38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跨泳道流程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2F7FB"/>
                    </a:solidFill>
                  </a:tcPr>
                </a:tc>
              </a:tr>
              <a:tr h="3238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C39</a:t>
                      </a:r>
                    </a:p>
                  </a:txBody>
                  <a:tcPr marL="76200" marR="57150" marT="19050" marB="19050" anchor="ctr">
                    <a:lnL w="7620">
                      <a:solidFill>
                        <a:srgbClr val="A6B4C0"/>
                      </a:solidFill>
                      <a:prstDash val="solid"/>
                    </a:lnL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异常与退出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D24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25</a:t>
                      </a:r>
                    </a:p>
                  </a:txBody>
                  <a:tcPr marL="76200" marR="57150" marT="19050" marB="19050" anchor="ctr">
                    <a:lnR w="7620">
                      <a:solidFill>
                        <a:srgbClr val="A6B4C0"/>
                      </a:solidFill>
                      <a:prstDash val="solid"/>
                    </a:lnR>
                    <a:lnB w="7620">
                      <a:solidFill>
                        <a:srgbClr val="A6B4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navigation.rule.2631">
            <a:extLst>
              <a:ext uri="{FF2B5EF4-FFF2-40B4-BE49-F238E27FC236}">
                <a16:creationId id="{CF3972B6-476F-4C71-8884-717618F87F76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7" name="navigation.section.2632">
            <a:extLst>
              <a:ext uri="{FF2B5EF4-FFF2-40B4-BE49-F238E27FC236}">
                <a16:creationId id="{F6B3A8AA-698E-4FF4-BBAB-89E600CC7B5D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组件索引</a:t>
            </a:r>
          </a:p>
        </p:txBody>
      </p:sp>
      <p:sp>
        <p:nvSpPr>
          <p:cNvPr id="18" name="navigation.page.2633">
            <a:extLst>
              <a:ext uri="{FF2B5EF4-FFF2-40B4-BE49-F238E27FC236}">
                <a16:creationId id="{ED0AD791-AC5E-40DB-9119-53EDA2020FCC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03 / 53</a:t>
            </a:r>
          </a:p>
        </p:txBody>
      </p:sp>
    </p:spTree>
    <p:extLst>
      <p:ext uri="{BB962C8B-B14F-4D97-AF65-F5344CB8AC3E}">
        <p14:creationId val="603605123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4" name="编号渐变标题栏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3" name="header.accent.39">
              <a:extLst>
                <a:ext uri="{FF2B5EF4-FFF2-40B4-BE49-F238E27FC236}">
                  <a16:creationId id="{54010EA3-5D54-4CEE-AED6-1E4C481E436E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40">
              <a:extLst>
                <a:ext uri="{FF2B5EF4-FFF2-40B4-BE49-F238E27FC236}">
                  <a16:creationId id="{F6C0236C-7E77-4852-AB1C-4C0621A08773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</a:t>
              </a:r>
            </a:p>
          </p:txBody>
        </p:sp>
        <p:sp>
          <p:nvSpPr>
            <p:cNvPr id="3" name="header.gradient.41">
              <a:extLst>
                <a:ext uri="{FF2B5EF4-FFF2-40B4-BE49-F238E27FC236}">
                  <a16:creationId id="{896D12F4-D072-49BC-8C52-8A297892536B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42">
              <a:extLst>
                <a:ext uri="{FF2B5EF4-FFF2-40B4-BE49-F238E27FC236}">
                  <a16:creationId id="{71ABE14E-18A1-49C8-9E38-E92D295865E0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箭头与关系连接</a:t>
              </a:r>
            </a:p>
          </p:txBody>
        </p:sp>
        <p:sp>
          <p:nvSpPr>
            <p:cNvPr id="5" name="header.library.43">
              <a:extLst>
                <a:ext uri="{FF2B5EF4-FFF2-40B4-BE49-F238E27FC236}">
                  <a16:creationId id="{1DC0E550-EBB0-4F14-A462-09FC4FE74D6A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5" name="箭头引导概述框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44">
              <a:extLst>
                <a:ext uri="{FF2B5EF4-FFF2-40B4-BE49-F238E27FC236}">
                  <a16:creationId id="{8DF395B2-2853-4DED-9C6A-6D23AC6F1E7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45">
              <a:extLst>
                <a:ext uri="{FF2B5EF4-FFF2-40B4-BE49-F238E27FC236}">
                  <a16:creationId id="{5CCD065C-D29E-41C1-A3FF-735A60770E5E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46">
              <a:extLst>
                <a:ext uri="{FF2B5EF4-FFF2-40B4-BE49-F238E27FC236}">
                  <a16:creationId id="{EA4F134B-2FC1-4871-9FCF-B80CE74376D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47">
              <a:extLst>
                <a:ext uri="{FF2B5EF4-FFF2-40B4-BE49-F238E27FC236}">
                  <a16:creationId id="{8606210F-91C2-45B5-ACB9-CA239F89FD2E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箭头按 </a:t>
              </a:r>
              <a:r>
                <a:rPr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rPr>
                <a:t>引导、阶段、依赖与汇合</a:t>
              </a:r>
              <a:r>
                <a:t> 分类，使用时先确定它所表达的关系。</a:t>
              </a:r>
            </a:p>
          </p:txBody>
        </p:sp>
      </p:grpSp>
      <p:sp>
        <p:nvSpPr>
          <p:cNvPr id="10" name="arrows.cell00.48">
            <a:extLst>
              <a:ext uri="{FF2B5EF4-FFF2-40B4-BE49-F238E27FC236}">
                <a16:creationId id="{B669E3FF-0D2E-4780-8E2F-71BA13D4AC97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arrows.cell00.caption.49">
            <a:extLst>
              <a:ext uri="{FF2B5EF4-FFF2-40B4-BE49-F238E27FC236}">
                <a16:creationId id="{076FB3FC-2BE4-4A9B-A7C3-C899DC029F1D}"/>
              </a:ext>
            </a:extLst>
          </p:cNvPr>
          <p:cNvSpPr>
            <a:spLocks noGrp="1"/>
          </p:cNvSpPr>
          <p:nvPr/>
        </p:nvSpPr>
        <p:spPr>
          <a:xfrm>
            <a:off x="590550" y="185737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C04  双折引导箭头</a:t>
            </a:r>
          </a:p>
        </p:txBody>
      </p:sp>
      <p:sp>
        <p:nvSpPr>
          <p:cNvPr id="12" name="arrows.cell01.50">
            <a:extLst>
              <a:ext uri="{FF2B5EF4-FFF2-40B4-BE49-F238E27FC236}">
                <a16:creationId id="{88E8D4A2-9015-4E85-A1CC-667379479767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3" name="arrows.cell01.caption.51">
            <a:extLst>
              <a:ext uri="{FF2B5EF4-FFF2-40B4-BE49-F238E27FC236}">
                <a16:creationId id="{D5B1BB3F-4B86-4C55-AF1D-DDBFE4D8D09B}"/>
              </a:ext>
            </a:extLst>
          </p:cNvPr>
          <p:cNvSpPr>
            <a:spLocks noGrp="1"/>
          </p:cNvSpPr>
          <p:nvPr/>
        </p:nvSpPr>
        <p:spPr>
          <a:xfrm>
            <a:off x="6343650" y="185737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渐变实体箭头</a:t>
            </a:r>
          </a:p>
        </p:txBody>
      </p:sp>
      <p:sp>
        <p:nvSpPr>
          <p:cNvPr id="14" name="arrows.cell10.52">
            <a:extLst>
              <a:ext uri="{FF2B5EF4-FFF2-40B4-BE49-F238E27FC236}">
                <a16:creationId id="{13678003-AC77-41B8-8D13-C216FA4F6D9F}"/>
              </a:ext>
            </a:extLst>
          </p:cNvPr>
          <p:cNvSpPr>
            <a:spLocks noGrp="1"/>
          </p:cNvSpPr>
          <p:nvPr/>
        </p:nvSpPr>
        <p:spPr>
          <a:xfrm>
            <a:off x="457200" y="300990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" name="arrows.cell10.caption.53">
            <a:extLst>
              <a:ext uri="{FF2B5EF4-FFF2-40B4-BE49-F238E27FC236}">
                <a16:creationId id="{11232ACC-84E8-4C6B-BF50-7ECEB7680E9E}"/>
              </a:ext>
            </a:extLst>
          </p:cNvPr>
          <p:cNvSpPr>
            <a:spLocks noGrp="1"/>
          </p:cNvSpPr>
          <p:nvPr/>
        </p:nvSpPr>
        <p:spPr>
          <a:xfrm>
            <a:off x="590550" y="305752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C06  阶段箭头链</a:t>
            </a:r>
          </a:p>
        </p:txBody>
      </p:sp>
      <p:sp>
        <p:nvSpPr>
          <p:cNvPr id="16" name="arrows.cell11.54">
            <a:extLst>
              <a:ext uri="{FF2B5EF4-FFF2-40B4-BE49-F238E27FC236}">
                <a16:creationId id="{3FC7A0C1-41D9-4DB4-B067-99C372439F33}"/>
              </a:ext>
            </a:extLst>
          </p:cNvPr>
          <p:cNvSpPr>
            <a:spLocks noGrp="1"/>
          </p:cNvSpPr>
          <p:nvPr/>
        </p:nvSpPr>
        <p:spPr>
          <a:xfrm>
            <a:off x="6210300" y="300990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7" name="arrows.cell11.caption.55">
            <a:extLst>
              <a:ext uri="{FF2B5EF4-FFF2-40B4-BE49-F238E27FC236}">
                <a16:creationId id="{7D5450E0-1209-4682-B8DA-60D075BBDB61}"/>
              </a:ext>
            </a:extLst>
          </p:cNvPr>
          <p:cNvSpPr>
            <a:spLocks noGrp="1"/>
          </p:cNvSpPr>
          <p:nvPr/>
        </p:nvSpPr>
        <p:spPr>
          <a:xfrm>
            <a:off x="6343650" y="305752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C07  实线关系连线</a:t>
            </a:r>
          </a:p>
        </p:txBody>
      </p:sp>
      <p:sp>
        <p:nvSpPr>
          <p:cNvPr id="18" name="arrows.cell20.56">
            <a:extLst>
              <a:ext uri="{FF2B5EF4-FFF2-40B4-BE49-F238E27FC236}">
                <a16:creationId id="{5E603887-15FA-43D7-922A-AB5365C7448E}"/>
              </a:ext>
            </a:extLst>
          </p:cNvPr>
          <p:cNvSpPr>
            <a:spLocks noGrp="1"/>
          </p:cNvSpPr>
          <p:nvPr/>
        </p:nvSpPr>
        <p:spPr>
          <a:xfrm>
            <a:off x="457200" y="421005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9" name="arrows.cell20.caption.57">
            <a:extLst>
              <a:ext uri="{FF2B5EF4-FFF2-40B4-BE49-F238E27FC236}">
                <a16:creationId id="{4B169967-6236-45EC-BBCD-D2D5BAC5A868}"/>
              </a:ext>
            </a:extLst>
          </p:cNvPr>
          <p:cNvSpPr>
            <a:spLocks noGrp="1"/>
          </p:cNvSpPr>
          <p:nvPr/>
        </p:nvSpPr>
        <p:spPr>
          <a:xfrm>
            <a:off x="590550" y="425767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C07  虚线关系连线</a:t>
            </a:r>
          </a:p>
        </p:txBody>
      </p:sp>
      <p:sp>
        <p:nvSpPr>
          <p:cNvPr id="20" name="arrows.cell21.58">
            <a:extLst>
              <a:ext uri="{FF2B5EF4-FFF2-40B4-BE49-F238E27FC236}">
                <a16:creationId id="{7E19F69F-A401-494D-B6AB-3F9A0C0F42B5}"/>
              </a:ext>
            </a:extLst>
          </p:cNvPr>
          <p:cNvSpPr>
            <a:spLocks noGrp="1"/>
          </p:cNvSpPr>
          <p:nvPr/>
        </p:nvSpPr>
        <p:spPr>
          <a:xfrm>
            <a:off x="6210300" y="421005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arrows.cell21.caption.59">
            <a:extLst>
              <a:ext uri="{FF2B5EF4-FFF2-40B4-BE49-F238E27FC236}">
                <a16:creationId id="{C4D56CF0-E720-4479-A777-5FF42057038A}"/>
              </a:ext>
            </a:extLst>
          </p:cNvPr>
          <p:cNvSpPr>
            <a:spLocks noGrp="1"/>
          </p:cNvSpPr>
          <p:nvPr/>
        </p:nvSpPr>
        <p:spPr>
          <a:xfrm>
            <a:off x="6343650" y="425767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空心向下箭头</a:t>
            </a:r>
          </a:p>
        </p:txBody>
      </p:sp>
      <p:sp>
        <p:nvSpPr>
          <p:cNvPr id="22" name="arrows.cell30.60">
            <a:extLst>
              <a:ext uri="{FF2B5EF4-FFF2-40B4-BE49-F238E27FC236}">
                <a16:creationId id="{69E942AB-2E18-4BAF-97AD-19B1496285C0}"/>
              </a:ext>
            </a:extLst>
          </p:cNvPr>
          <p:cNvSpPr>
            <a:spLocks noGrp="1"/>
          </p:cNvSpPr>
          <p:nvPr/>
        </p:nvSpPr>
        <p:spPr>
          <a:xfrm>
            <a:off x="457200" y="541020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arrows.cell30.caption.61">
            <a:extLst>
              <a:ext uri="{FF2B5EF4-FFF2-40B4-BE49-F238E27FC236}">
                <a16:creationId id="{F9202B1B-4A31-44C0-9102-6B908FBC0137}"/>
              </a:ext>
            </a:extLst>
          </p:cNvPr>
          <p:cNvSpPr>
            <a:spLocks noGrp="1"/>
          </p:cNvSpPr>
          <p:nvPr/>
        </p:nvSpPr>
        <p:spPr>
          <a:xfrm>
            <a:off x="590550" y="545782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C08  二路分流</a:t>
            </a:r>
          </a:p>
        </p:txBody>
      </p:sp>
      <p:sp>
        <p:nvSpPr>
          <p:cNvPr id="24" name="arrows.cell31.62">
            <a:extLst>
              <a:ext uri="{FF2B5EF4-FFF2-40B4-BE49-F238E27FC236}">
                <a16:creationId id="{DFFDC831-5D20-46C2-B61A-0CE0C9926DDF}"/>
              </a:ext>
            </a:extLst>
          </p:cNvPr>
          <p:cNvSpPr>
            <a:spLocks noGrp="1"/>
          </p:cNvSpPr>
          <p:nvPr/>
        </p:nvSpPr>
        <p:spPr>
          <a:xfrm>
            <a:off x="6210300" y="5410200"/>
            <a:ext cx="5524500" cy="10668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5" name="arrows.cell31.caption.63">
            <a:extLst>
              <a:ext uri="{FF2B5EF4-FFF2-40B4-BE49-F238E27FC236}">
                <a16:creationId id="{CB4725C2-AC5B-422D-A8AB-63000D7F4458}"/>
              </a:ext>
            </a:extLst>
          </p:cNvPr>
          <p:cNvSpPr>
            <a:spLocks noGrp="1"/>
          </p:cNvSpPr>
          <p:nvPr/>
        </p:nvSpPr>
        <p:spPr>
          <a:xfrm>
            <a:off x="6343650" y="5457825"/>
            <a:ext cx="52578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C08  二路汇流</a:t>
            </a:r>
          </a:p>
        </p:txBody>
      </p:sp>
      <p:grpSp>
        <p:nvGrpSpPr>
          <p:cNvPr id="56" name="A01 双折叠引导"/>
          <p:cNvGrpSpPr/>
          <p:nvPr/>
        </p:nvGrpSpPr>
        <p:grpSpPr>
          <a:xfrm>
            <a:off x="781050" y="2333625"/>
            <a:ext cx="320040" cy="285750"/>
            <a:chOff x="781050" y="2333625"/>
            <a:chExt cx="320040" cy="285750"/>
          </a:xfrm>
        </p:grpSpPr>
        <p:sp>
          <p:nvSpPr>
            <p:cNvPr id="26" name="arrow.lead.a.64">
              <a:extLst>
                <a:ext uri="{FF2B5EF4-FFF2-40B4-BE49-F238E27FC236}">
                  <a16:creationId id="{30F54E72-30C6-4308-9EBF-09A293BBA18D}"/>
                </a:ext>
              </a:extLst>
            </p:cNvPr>
            <p:cNvSpPr>
              <a:spLocks noGrp="1"/>
            </p:cNvSpPr>
            <p:nvPr/>
          </p:nvSpPr>
          <p:spPr>
            <a:xfrm>
              <a:off x="781050" y="2333625"/>
              <a:ext cx="194310" cy="285750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27" name="arrow.lead.b.65">
              <a:extLst>
                <a:ext uri="{FF2B5EF4-FFF2-40B4-BE49-F238E27FC236}">
                  <a16:creationId id="{8725D957-233F-4638-BD73-675981C2B7FA}"/>
                </a:ext>
              </a:extLst>
            </p:cNvPr>
            <p:cNvSpPr>
              <a:spLocks noGrp="1"/>
            </p:cNvSpPr>
            <p:nvPr/>
          </p:nvSpPr>
          <p:spPr>
            <a:xfrm>
              <a:off x="906780" y="2333625"/>
              <a:ext cx="194310" cy="285750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</p:grpSp>
      <p:sp>
        <p:nvSpPr>
          <p:cNvPr id="28" name="arrow.lead.example.66">
            <a:extLst>
              <a:ext uri="{FF2B5EF4-FFF2-40B4-BE49-F238E27FC236}">
                <a16:creationId id="{B8A18B95-8289-469B-BCB5-BD15F2F623DB}"/>
              </a:ext>
            </a:extLst>
          </p:cNvPr>
          <p:cNvSpPr>
            <a:spLocks noGrp="1"/>
          </p:cNvSpPr>
          <p:nvPr/>
        </p:nvSpPr>
        <p:spPr>
          <a:xfrm>
            <a:off x="1381125" y="2276475"/>
            <a:ext cx="4333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引出本段的关键问题</a:t>
            </a:r>
          </a:p>
        </p:txBody>
      </p:sp>
      <p:sp>
        <p:nvSpPr>
          <p:cNvPr id="29" name="arrow.wide.67">
            <a:extLst>
              <a:ext uri="{FF2B5EF4-FFF2-40B4-BE49-F238E27FC236}">
                <a16:creationId id="{680F41E3-87A1-47D3-BB94-18365C3986B1}"/>
              </a:ext>
            </a:extLst>
          </p:cNvPr>
          <p:cNvSpPr>
            <a:spLocks noGrp="1"/>
          </p:cNvSpPr>
          <p:nvPr/>
        </p:nvSpPr>
        <p:spPr>
          <a:xfrm>
            <a:off x="6515100" y="2333625"/>
            <a:ext cx="1666875" cy="400050"/>
          </a:xfrm>
          <a:prstGeom prst="rightArrow">
            <a:avLst/>
          </a:prstGeom>
          <a:gradFill>
            <a:gsLst>
              <a:gs pos="0">
                <a:srgbClr val="F0F6FD"/>
              </a:gs>
              <a:gs pos="100000">
                <a:srgbClr val="0759B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0" name="arrow.wide.example.68">
            <a:extLst>
              <a:ext uri="{FF2B5EF4-FFF2-40B4-BE49-F238E27FC236}">
                <a16:creationId id="{9A2ABBAD-A7BA-4AC1-926B-643728EBCEC3}"/>
              </a:ext>
            </a:extLst>
          </p:cNvPr>
          <p:cNvSpPr>
            <a:spLocks noGrp="1"/>
          </p:cNvSpPr>
          <p:nvPr/>
        </p:nvSpPr>
        <p:spPr>
          <a:xfrm>
            <a:off x="8524875" y="2305050"/>
            <a:ext cx="2857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突出阶段或指向</a:t>
            </a:r>
          </a:p>
        </p:txBody>
      </p:sp>
      <p:grpSp>
        <p:nvGrpSpPr>
          <p:cNvPr id="57" name="A03 阶段箭头链"/>
          <p:cNvGrpSpPr/>
          <p:nvPr/>
        </p:nvGrpSpPr>
        <p:grpSpPr>
          <a:xfrm>
            <a:off x="666750" y="3505200"/>
            <a:ext cx="5124450" cy="400050"/>
            <a:chOff x="666750" y="3505200"/>
            <a:chExt cx="5124450" cy="400050"/>
          </a:xfrm>
        </p:grpSpPr>
        <p:sp>
          <p:nvSpPr>
            <p:cNvPr id="31" name="arrow.stage.1.69">
              <a:extLst>
                <a:ext uri="{FF2B5EF4-FFF2-40B4-BE49-F238E27FC236}">
                  <a16:creationId id="{0D292C26-11A2-4638-9FB1-3C38D844CC13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3505200"/>
              <a:ext cx="1784350" cy="400050"/>
            </a:xfrm>
            <a:prstGeom prst="chevron">
              <a:avLst/>
            </a:prstGeom>
            <a:solidFill>
              <a:srgbClr val="0759BE"/>
            </a:solidFill>
            <a:ln w="9525">
              <a:solidFill>
                <a:srgbClr val="0759BE"/>
              </a:solidFill>
              <a:prstDash val="solid"/>
            </a:ln>
          </p:spPr>
        </p:sp>
        <p:sp>
          <p:nvSpPr>
            <p:cNvPr id="32" name="arrow.stage.text.1.70">
              <a:extLst>
                <a:ext uri="{FF2B5EF4-FFF2-40B4-BE49-F238E27FC236}">
                  <a16:creationId id="{3C884454-4ABC-4662-9DFA-1FEAED3187DF}"/>
                </a:ext>
              </a:extLst>
            </p:cNvPr>
            <p:cNvSpPr>
              <a:spLocks noGrp="1"/>
            </p:cNvSpPr>
            <p:nvPr/>
          </p:nvSpPr>
          <p:spPr>
            <a:xfrm>
              <a:off x="857250" y="3505200"/>
              <a:ext cx="1431925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研究问题</a:t>
              </a:r>
            </a:p>
          </p:txBody>
        </p:sp>
        <p:sp>
          <p:nvSpPr>
            <p:cNvPr id="33" name="arrow.stage.2.71">
              <a:extLst>
                <a:ext uri="{FF2B5EF4-FFF2-40B4-BE49-F238E27FC236}">
                  <a16:creationId id="{4D30DBCA-079F-477D-91AC-BDAAAC01D32B}"/>
                </a:ext>
              </a:extLst>
            </p:cNvPr>
            <p:cNvSpPr>
              <a:spLocks noGrp="1"/>
            </p:cNvSpPr>
            <p:nvPr/>
          </p:nvSpPr>
          <p:spPr>
            <a:xfrm>
              <a:off x="2336800" y="3505200"/>
              <a:ext cx="1784350" cy="400050"/>
            </a:xfrm>
            <a:prstGeom prst="chevron">
              <a:avLst/>
            </a:prstGeom>
            <a:gradFill>
              <a:gsLst>
                <a:gs pos="0">
                  <a:srgbClr val="FFFFFF"/>
                </a:gs>
                <a:gs pos="100000">
                  <a:srgbClr val="E5E9ED"/>
                </a:gs>
              </a:gsLst>
              <a:lin ang="5400000"/>
            </a:gradFill>
            <a:ln w="9525">
              <a:solidFill>
                <a:srgbClr val="D1D7DD"/>
              </a:solidFill>
              <a:prstDash val="solid"/>
            </a:ln>
          </p:spPr>
        </p:sp>
        <p:sp>
          <p:nvSpPr>
            <p:cNvPr id="34" name="arrow.stage.text.2.72">
              <a:extLst>
                <a:ext uri="{FF2B5EF4-FFF2-40B4-BE49-F238E27FC236}">
                  <a16:creationId id="{C75FF1FF-FDAD-4AAF-B634-025F83BC3D0F}"/>
                </a:ext>
              </a:extLst>
            </p:cNvPr>
            <p:cNvSpPr>
              <a:spLocks noGrp="1"/>
            </p:cNvSpPr>
            <p:nvPr/>
          </p:nvSpPr>
          <p:spPr>
            <a:xfrm>
              <a:off x="2527300" y="3505200"/>
              <a:ext cx="1431925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方法设计</a:t>
              </a:r>
            </a:p>
          </p:txBody>
        </p:sp>
        <p:sp>
          <p:nvSpPr>
            <p:cNvPr id="35" name="arrow.stage.3.73">
              <a:extLst>
                <a:ext uri="{FF2B5EF4-FFF2-40B4-BE49-F238E27FC236}">
                  <a16:creationId id="{72392DEE-5107-41E2-A50D-B4A043157BC2}"/>
                </a:ext>
              </a:extLst>
            </p:cNvPr>
            <p:cNvSpPr>
              <a:spLocks noGrp="1"/>
            </p:cNvSpPr>
            <p:nvPr/>
          </p:nvSpPr>
          <p:spPr>
            <a:xfrm>
              <a:off x="4006850" y="3505200"/>
              <a:ext cx="1784350" cy="400050"/>
            </a:xfrm>
            <a:prstGeom prst="chevron">
              <a:avLst/>
            </a:prstGeom>
            <a:gradFill>
              <a:gsLst>
                <a:gs pos="0">
                  <a:srgbClr val="FFFFFF"/>
                </a:gs>
                <a:gs pos="100000">
                  <a:srgbClr val="E5E9ED"/>
                </a:gs>
              </a:gsLst>
              <a:lin ang="5400000"/>
            </a:gradFill>
            <a:ln w="9525">
              <a:solidFill>
                <a:srgbClr val="D1D7DD"/>
              </a:solidFill>
              <a:prstDash val="solid"/>
            </a:ln>
          </p:spPr>
        </p:sp>
        <p:sp>
          <p:nvSpPr>
            <p:cNvPr id="36" name="arrow.stage.text.3.74">
              <a:extLst>
                <a:ext uri="{FF2B5EF4-FFF2-40B4-BE49-F238E27FC236}">
                  <a16:creationId id="{350E15CF-8662-4BB9-8A22-9AF65709A5F1}"/>
                </a:ext>
              </a:extLst>
            </p:cNvPr>
            <p:cNvSpPr>
              <a:spLocks noGrp="1"/>
            </p:cNvSpPr>
            <p:nvPr/>
          </p:nvSpPr>
          <p:spPr>
            <a:xfrm>
              <a:off x="4197350" y="3505200"/>
              <a:ext cx="1431925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结果验证</a:t>
              </a:r>
            </a:p>
          </p:txBody>
        </p:sp>
      </p:grpSp>
      <p:cxnSp>
        <p:nvCxnSpPr>
          <p:cNvPr id="37" name="arrow.solid.75">
            <a:extLst>
              <a:ext uri="{FF2B5EF4-FFF2-40B4-BE49-F238E27FC236}">
                <a16:creationId id="{FBBF70EC-B791-47AF-A0A6-AD660C64C2B5}"/>
              </a:ext>
            </a:extLst>
          </p:cNvPr>
          <p:cNvCxnSpPr/>
          <p:nvPr/>
        </p:nvCxnSpPr>
        <p:spPr>
          <a:xfrm>
            <a:off x="6543675" y="3695700"/>
            <a:ext cx="1876425" cy="0"/>
          </a:xfrm>
          <a:prstGeom prst="straightConnector1">
            <a:avLst/>
          </a:prstGeom>
          <a:ln w="23813">
            <a:solidFill>
              <a:srgbClr val="1D242B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8" name="arrow.solid.example.76">
            <a:extLst>
              <a:ext uri="{FF2B5EF4-FFF2-40B4-BE49-F238E27FC236}">
                <a16:creationId id="{05138857-BDDB-4215-874F-3D2856E41765}"/>
              </a:ext>
            </a:extLst>
          </p:cNvPr>
          <p:cNvSpPr>
            <a:spLocks noGrp="1"/>
          </p:cNvSpPr>
          <p:nvPr/>
        </p:nvSpPr>
        <p:spPr>
          <a:xfrm>
            <a:off x="8772525" y="3467100"/>
            <a:ext cx="2543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输入与输出</a:t>
            </a:r>
          </a:p>
        </p:txBody>
      </p:sp>
      <p:cxnSp>
        <p:nvCxnSpPr>
          <p:cNvPr id="39" name="arrow.dashed.77">
            <a:extLst>
              <a:ext uri="{FF2B5EF4-FFF2-40B4-BE49-F238E27FC236}">
                <a16:creationId id="{803D2F08-C275-4149-84A6-30B07F950064}"/>
              </a:ext>
            </a:extLst>
          </p:cNvPr>
          <p:cNvCxnSpPr/>
          <p:nvPr/>
        </p:nvCxnSpPr>
        <p:spPr>
          <a:xfrm>
            <a:off x="781050" y="4876800"/>
            <a:ext cx="2000250" cy="0"/>
          </a:xfrm>
          <a:prstGeom prst="straightConnector1">
            <a:avLst/>
          </a:prstGeom>
          <a:ln w="19050">
            <a:solidFill>
              <a:srgbClr val="074A9B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40" name="arrow.dashed.example.78">
            <a:extLst>
              <a:ext uri="{FF2B5EF4-FFF2-40B4-BE49-F238E27FC236}">
                <a16:creationId id="{6ABC57F5-EC06-4BFA-B479-F4ABC3C5FB17}"/>
              </a:ext>
            </a:extLst>
          </p:cNvPr>
          <p:cNvSpPr>
            <a:spLocks noGrp="1"/>
          </p:cNvSpPr>
          <p:nvPr/>
        </p:nvSpPr>
        <p:spPr>
          <a:xfrm>
            <a:off x="3152775" y="4648200"/>
            <a:ext cx="2667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迁移或间接依赖</a:t>
            </a:r>
          </a:p>
        </p:txBody>
      </p:sp>
      <p:sp>
        <p:nvSpPr>
          <p:cNvPr id="41" name="arrow.down.79">
            <a:extLst>
              <a:ext uri="{FF2B5EF4-FFF2-40B4-BE49-F238E27FC236}">
                <a16:creationId id="{EA56233A-A579-423D-ABEA-45D8CE7F69A6}"/>
              </a:ext>
            </a:extLst>
          </p:cNvPr>
          <p:cNvSpPr>
            <a:spLocks noGrp="1"/>
          </p:cNvSpPr>
          <p:nvPr/>
        </p:nvSpPr>
        <p:spPr>
          <a:xfrm>
            <a:off x="6610350" y="4591050"/>
            <a:ext cx="342900" cy="438150"/>
          </a:xfrm>
          <a:prstGeom prst="downArrow">
            <a:avLst/>
          </a:prstGeom>
          <a:solidFill>
            <a:srgbClr val="FFFFFF"/>
          </a:solidFill>
          <a:ln w="17145">
            <a:solidFill>
              <a:srgbClr val="A6B4C0"/>
            </a:solidFill>
            <a:prstDash val="solid"/>
          </a:ln>
        </p:spPr>
      </p:sp>
      <p:sp>
        <p:nvSpPr>
          <p:cNvPr id="42" name="arrow.down.example.80">
            <a:extLst>
              <a:ext uri="{FF2B5EF4-FFF2-40B4-BE49-F238E27FC236}">
                <a16:creationId id="{BFEEB24F-0963-4137-8363-83B480FF1D05}"/>
              </a:ext>
            </a:extLst>
          </p:cNvPr>
          <p:cNvSpPr>
            <a:spLocks noGrp="1"/>
          </p:cNvSpPr>
          <p:nvPr/>
        </p:nvSpPr>
        <p:spPr>
          <a:xfrm>
            <a:off x="7400925" y="4629150"/>
            <a:ext cx="4095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上一步的产出进入下一步</a:t>
            </a:r>
          </a:p>
        </p:txBody>
      </p:sp>
      <p:grpSp>
        <p:nvGrpSpPr>
          <p:cNvPr id="58" name="A07 分支关系"/>
          <p:cNvGrpSpPr/>
          <p:nvPr/>
        </p:nvGrpSpPr>
        <p:grpSpPr>
          <a:xfrm>
            <a:off x="790575" y="5819775"/>
            <a:ext cx="4667251" cy="542926"/>
            <a:chOff x="790575" y="5819775"/>
            <a:chExt cx="4667251" cy="542926"/>
          </a:xfrm>
        </p:grpSpPr>
        <p:sp>
          <p:nvSpPr>
            <p:cNvPr id="43" name="arrow.branch.input.81">
              <a:extLst>
                <a:ext uri="{FF2B5EF4-FFF2-40B4-BE49-F238E27FC236}">
                  <a16:creationId id="{9399EEFC-3CB3-4097-B8A8-ACDE71A3ECDD}"/>
                </a:ext>
              </a:extLst>
            </p:cNvPr>
            <p:cNvSpPr>
              <a:spLocks noGrp="1"/>
            </p:cNvSpPr>
            <p:nvPr/>
          </p:nvSpPr>
          <p:spPr>
            <a:xfrm>
              <a:off x="790575" y="5988082"/>
              <a:ext cx="1400175" cy="206312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44" name="arrow.branch.upper.82">
              <a:extLst>
                <a:ext uri="{FF2B5EF4-FFF2-40B4-BE49-F238E27FC236}">
                  <a16:creationId id="{C4D2E603-BE81-49A8-8A60-40E1EB77A269}"/>
                </a:ext>
              </a:extLst>
            </p:cNvPr>
            <p:cNvSpPr>
              <a:spLocks noGrp="1"/>
            </p:cNvSpPr>
            <p:nvPr/>
          </p:nvSpPr>
          <p:spPr>
            <a:xfrm>
              <a:off x="3637598" y="5819775"/>
              <a:ext cx="1820228" cy="206312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分支一</a:t>
              </a:r>
            </a:p>
          </p:txBody>
        </p:sp>
        <p:sp>
          <p:nvSpPr>
            <p:cNvPr id="45" name="arrow.branch.lower.83">
              <a:extLst>
                <a:ext uri="{FF2B5EF4-FFF2-40B4-BE49-F238E27FC236}">
                  <a16:creationId id="{14EE1EC6-8A8A-40EF-9B61-D7A20212C536}"/>
                </a:ext>
              </a:extLst>
            </p:cNvPr>
            <p:cNvSpPr>
              <a:spLocks noGrp="1"/>
            </p:cNvSpPr>
            <p:nvPr/>
          </p:nvSpPr>
          <p:spPr>
            <a:xfrm>
              <a:off x="3637598" y="6156389"/>
              <a:ext cx="1820228" cy="206312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分支二</a:t>
              </a:r>
            </a:p>
          </p:txBody>
        </p:sp>
        <p:cxnSp>
          <p:nvCxnSpPr>
            <p:cNvPr id="46" name="arrow.branch.to-upper">
              <a:extLst>
                <a:ext uri="{FF2B5EF4-FFF2-40B4-BE49-F238E27FC236}">
                  <a16:creationId id="{25E64A4B-2804-4400-859A-D6E4CB33FFCE}"/>
                </a:ext>
              </a:extLst>
            </p:cNvPr>
            <p:cNvCxnSpPr>
              <a:stCxn id="43" idx="3"/>
              <a:endCxn id="44" idx="1"/>
            </p:cNvCxnSpPr>
            <p:nvPr/>
          </p:nvCxnSpPr>
          <p:spPr>
            <a:xfrm flipV="1">
              <a:off x="2190750" y="5922931"/>
              <a:ext cx="1446848" cy="16830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47" name="arrow.branch.to-lower">
              <a:extLst>
                <a:ext uri="{FF2B5EF4-FFF2-40B4-BE49-F238E27FC236}">
                  <a16:creationId id="{31110F1C-7859-4036-848C-1825E0AFB685}"/>
                </a:ext>
              </a:extLst>
            </p:cNvPr>
            <p:cNvCxnSpPr>
              <a:stCxn id="43" idx="3"/>
              <a:endCxn id="45" idx="1"/>
            </p:cNvCxnSpPr>
            <p:nvPr/>
          </p:nvCxnSpPr>
          <p:spPr>
            <a:xfrm>
              <a:off x="2190750" y="6091238"/>
              <a:ext cx="1446848" cy="16830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</p:grpSp>
      <p:grpSp>
        <p:nvGrpSpPr>
          <p:cNvPr id="59" name="A08 汇合关系"/>
          <p:cNvGrpSpPr/>
          <p:nvPr/>
        </p:nvGrpSpPr>
        <p:grpSpPr>
          <a:xfrm>
            <a:off x="6534150" y="5819775"/>
            <a:ext cx="4667250" cy="542926"/>
            <a:chOff x="6534150" y="5819775"/>
            <a:chExt cx="4667250" cy="542926"/>
          </a:xfrm>
        </p:grpSpPr>
        <p:sp>
          <p:nvSpPr>
            <p:cNvPr id="48" name="arrow.merge.upper.84">
              <a:extLst>
                <a:ext uri="{FF2B5EF4-FFF2-40B4-BE49-F238E27FC236}">
                  <a16:creationId id="{846321CC-744C-4C10-B570-BE56255B2DBD}"/>
                </a:ext>
              </a:extLst>
            </p:cNvPr>
            <p:cNvSpPr>
              <a:spLocks noGrp="1"/>
            </p:cNvSpPr>
            <p:nvPr/>
          </p:nvSpPr>
          <p:spPr>
            <a:xfrm>
              <a:off x="6534150" y="5819775"/>
              <a:ext cx="1773555" cy="206312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特征一</a:t>
              </a:r>
            </a:p>
          </p:txBody>
        </p:sp>
        <p:sp>
          <p:nvSpPr>
            <p:cNvPr id="49" name="arrow.merge.lower.85">
              <a:extLst>
                <a:ext uri="{FF2B5EF4-FFF2-40B4-BE49-F238E27FC236}">
                  <a16:creationId id="{F98D402A-1B36-435B-A2CE-1E38A4E58F16}"/>
                </a:ext>
              </a:extLst>
            </p:cNvPr>
            <p:cNvSpPr>
              <a:spLocks noGrp="1"/>
            </p:cNvSpPr>
            <p:nvPr/>
          </p:nvSpPr>
          <p:spPr>
            <a:xfrm>
              <a:off x="6534150" y="6156389"/>
              <a:ext cx="1773555" cy="206312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特征二</a:t>
              </a:r>
            </a:p>
          </p:txBody>
        </p:sp>
        <p:sp>
          <p:nvSpPr>
            <p:cNvPr id="50" name="arrow.merge.output.86">
              <a:extLst>
                <a:ext uri="{FF2B5EF4-FFF2-40B4-BE49-F238E27FC236}">
                  <a16:creationId id="{04061D88-D566-468A-B869-9B4BFB84D766}"/>
                </a:ext>
              </a:extLst>
            </p:cNvPr>
            <p:cNvSpPr>
              <a:spLocks noGrp="1"/>
            </p:cNvSpPr>
            <p:nvPr/>
          </p:nvSpPr>
          <p:spPr>
            <a:xfrm>
              <a:off x="9707880" y="5988082"/>
              <a:ext cx="1493520" cy="206312"/>
            </a:xfrm>
            <a:prstGeom prst="rect">
              <a:avLst/>
            </a:prstGeom>
            <a:solidFill>
              <a:srgbClr val="0759BE"/>
            </a:solidFill>
            <a:ln w="13335">
              <a:solidFill>
                <a:srgbClr val="0759BE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融合</a:t>
              </a:r>
            </a:p>
          </p:txBody>
        </p:sp>
        <p:cxnSp>
          <p:nvCxnSpPr>
            <p:cNvPr id="51" name="arrow.merge.upper-to-output">
              <a:extLst>
                <a:ext uri="{FF2B5EF4-FFF2-40B4-BE49-F238E27FC236}">
                  <a16:creationId id="{9EF95FEE-C3BA-4EC3-9A74-F99A1F42D14F}"/>
                </a:ext>
              </a:extLst>
            </p:cNvPr>
            <p:cNvCxnSpPr>
              <a:stCxn id="48" idx="3"/>
              <a:endCxn id="50" idx="1"/>
            </p:cNvCxnSpPr>
            <p:nvPr/>
          </p:nvCxnSpPr>
          <p:spPr>
            <a:xfrm>
              <a:off x="8307705" y="5922931"/>
              <a:ext cx="1400175" cy="16830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52" name="arrow.merge.lower-to-output">
              <a:extLst>
                <a:ext uri="{FF2B5EF4-FFF2-40B4-BE49-F238E27FC236}">
                  <a16:creationId id="{23B43508-72FA-4A91-AA60-236573B1D90F}"/>
                </a:ext>
              </a:extLst>
            </p:cNvPr>
            <p:cNvCxnSpPr>
              <a:stCxn id="49" idx="3"/>
              <a:endCxn id="50" idx="1"/>
            </p:cNvCxnSpPr>
            <p:nvPr/>
          </p:nvCxnSpPr>
          <p:spPr>
            <a:xfrm flipV="1">
              <a:off x="8307705" y="6091238"/>
              <a:ext cx="1400175" cy="16830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</p:grpSp>
      <p:sp>
        <p:nvSpPr>
          <p:cNvPr id="60" name="navigation.rule.2634">
            <a:extLst>
              <a:ext uri="{FF2B5EF4-FFF2-40B4-BE49-F238E27FC236}">
                <a16:creationId id="{5F0526B4-F045-4FCA-8033-13B938271B0B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1" name="navigation.section.2635">
            <a:extLst>
              <a:ext uri="{FF2B5EF4-FFF2-40B4-BE49-F238E27FC236}">
                <a16:creationId id="{4C6577E8-AD81-4F03-9D6A-40E0AD407D90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第2节　箭头与关系连接</a:t>
            </a:r>
          </a:p>
        </p:txBody>
      </p:sp>
      <p:sp>
        <p:nvSpPr>
          <p:cNvPr id="62" name="navigation.page.2636">
            <a:extLst>
              <a:ext uri="{FF2B5EF4-FFF2-40B4-BE49-F238E27FC236}">
                <a16:creationId id="{23097B08-3613-41B6-9B65-D530F9CE020A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04 / 53</a:t>
            </a:r>
          </a:p>
        </p:txBody>
      </p:sp>
    </p:spTree>
    <p:extLst>
      <p:ext uri="{BB962C8B-B14F-4D97-AF65-F5344CB8AC3E}">
        <p14:creationId val="769239035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5" name="2.1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4" name="header.accent.1">
              <a:extLst>
                <a:ext uri="{FF2B5EF4-FFF2-40B4-BE49-F238E27FC236}">
                  <a16:creationId id="{0E488F18-E42B-4F08-99DC-C8F19DE51DA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">
              <a:extLst>
                <a:ext uri="{FF2B5EF4-FFF2-40B4-BE49-F238E27FC236}">
                  <a16:creationId id="{36DD4606-F864-4CDB-81CF-A717F3968782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2.1</a:t>
              </a:r>
            </a:p>
          </p:txBody>
        </p:sp>
        <p:sp>
          <p:nvSpPr>
            <p:cNvPr id="3" name="header.gradient.3">
              <a:extLst>
                <a:ext uri="{FF2B5EF4-FFF2-40B4-BE49-F238E27FC236}">
                  <a16:creationId id="{A74B8569-7C60-45DF-8991-8DB4EAF01A2F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4">
              <a:extLst>
                <a:ext uri="{FF2B5EF4-FFF2-40B4-BE49-F238E27FC236}">
                  <a16:creationId id="{48A60DC4-DC8A-403D-9CE6-6E04770412D4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直线与缺口箭头</a:t>
              </a:r>
            </a:p>
          </p:txBody>
        </p:sp>
        <p:sp>
          <p:nvSpPr>
            <p:cNvPr id="5" name="header.library.5">
              <a:extLst>
                <a:ext uri="{FF2B5EF4-FFF2-40B4-BE49-F238E27FC236}">
                  <a16:creationId id="{65D87077-6391-4880-9610-D91F1C7910AE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6">
              <a:extLst>
                <a:ext uri="{FF2B5EF4-FFF2-40B4-BE49-F238E27FC236}">
                  <a16:creationId id="{4FFCA357-C227-41BA-81A1-F98F226E33FC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7">
              <a:extLst>
                <a:ext uri="{FF2B5EF4-FFF2-40B4-BE49-F238E27FC236}">
                  <a16:creationId id="{0418645A-9B68-455A-B24B-76BEE454DEE4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8">
              <a:extLst>
                <a:ext uri="{FF2B5EF4-FFF2-40B4-BE49-F238E27FC236}">
                  <a16:creationId id="{460A4C7C-CC7C-49E0-BEAB-A1BD14785A90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9">
              <a:extLst>
                <a:ext uri="{FF2B5EF4-FFF2-40B4-BE49-F238E27FC236}">
                  <a16:creationId id="{7A82A0AA-315A-4F4D-A5F4-C5E6B4416B4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箭头主体、尾部缺口与尖端轮廓形成不同造型，统一采用原有蓝色。</a:t>
              </a:r>
            </a:p>
          </p:txBody>
        </p:sp>
      </p:grpSp>
      <p:sp>
        <p:nvSpPr>
          <p:cNvPr id="10" name="gallery.rightArrow.frame.10">
            <a:extLst>
              <a:ext uri="{FF2B5EF4-FFF2-40B4-BE49-F238E27FC236}">
                <a16:creationId id="{A67F3EB9-9511-4BED-A462-2CC8E26E8E60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rightArrow.heading.11">
            <a:extLst>
              <a:ext uri="{FF2B5EF4-FFF2-40B4-BE49-F238E27FC236}">
                <a16:creationId id="{6D494E56-AA60-47BB-9470-9DA67099026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实心直箭头</a:t>
            </a:r>
          </a:p>
        </p:txBody>
      </p:sp>
      <p:sp>
        <p:nvSpPr>
          <p:cNvPr id="12" name="instance.C05.1.body.12">
            <a:extLst>
              <a:ext uri="{FF2B5EF4-FFF2-40B4-BE49-F238E27FC236}">
                <a16:creationId id="{1D4E2BEB-BC01-43B8-98DF-3D206E7DB61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025" y="2590800"/>
            <a:ext cx="2571750" cy="762000"/>
          </a:xfrm>
          <a:prstGeom prst="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3" name="gallery.rightArrow.note.13">
            <a:extLst>
              <a:ext uri="{FF2B5EF4-FFF2-40B4-BE49-F238E27FC236}">
                <a16:creationId id="{680F9379-4F7A-4960-BE25-6828D7C6A9AE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基准直箭头</a:t>
            </a:r>
          </a:p>
        </p:txBody>
      </p:sp>
      <p:sp>
        <p:nvSpPr>
          <p:cNvPr id="14" name="gallery.notchedRightArrow.frame.14">
            <a:extLst>
              <a:ext uri="{FF2B5EF4-FFF2-40B4-BE49-F238E27FC236}">
                <a16:creationId id="{9610CE54-283C-440C-8A6F-8DD40DCDD82D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" name="gallery.notchedRightArrow.heading.15">
            <a:extLst>
              <a:ext uri="{FF2B5EF4-FFF2-40B4-BE49-F238E27FC236}">
                <a16:creationId id="{BB9B2FD2-04DC-46E7-8EBD-CB918F586DE1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燕尾缺口箭头</a:t>
            </a:r>
          </a:p>
        </p:txBody>
      </p:sp>
      <p:sp>
        <p:nvSpPr>
          <p:cNvPr id="16" name="instance.C05.2.body.16">
            <a:extLst>
              <a:ext uri="{FF2B5EF4-FFF2-40B4-BE49-F238E27FC236}">
                <a16:creationId id="{EAB3FBE9-E455-456D-AB09-CAEC46EC116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10125" y="2590800"/>
            <a:ext cx="2571750" cy="762000"/>
          </a:xfrm>
          <a:prstGeom prst="notched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7" name="gallery.notchedRightArrow.note.17">
            <a:extLst>
              <a:ext uri="{FF2B5EF4-FFF2-40B4-BE49-F238E27FC236}">
                <a16:creationId id="{669895F5-C157-4D0A-935B-DB014B8654EC}"/>
              </a:ext>
            </a:extLst>
          </p:cNvPr>
          <p:cNvSpPr>
            <a:spLocks noGrp="1"/>
          </p:cNvSpPr>
          <p:nvPr/>
        </p:nvSpPr>
        <p:spPr>
          <a:xfrm>
            <a:off x="44577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尾部带 V 形缺口</a:t>
            </a:r>
          </a:p>
        </p:txBody>
      </p:sp>
      <p:sp>
        <p:nvSpPr>
          <p:cNvPr id="18" name="gallery.stripedRightArrow.frame.18">
            <a:extLst>
              <a:ext uri="{FF2B5EF4-FFF2-40B4-BE49-F238E27FC236}">
                <a16:creationId id="{1CA14952-EA5D-46D1-AAC3-6AA977BFD318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9" name="gallery.stripedRightArrow.heading.19">
            <a:extLst>
              <a:ext uri="{FF2B5EF4-FFF2-40B4-BE49-F238E27FC236}">
                <a16:creationId id="{2417E2E5-CD71-4F6C-9414-B7B1FC3BA910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条纹尾箭头</a:t>
            </a:r>
          </a:p>
        </p:txBody>
      </p:sp>
      <p:sp>
        <p:nvSpPr>
          <p:cNvPr id="20" name="instance.C05.3.body.20">
            <a:extLst>
              <a:ext uri="{FF2B5EF4-FFF2-40B4-BE49-F238E27FC236}">
                <a16:creationId id="{31E711F3-6958-467B-9E23-117A72D777B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658225" y="2590800"/>
            <a:ext cx="2571750" cy="762000"/>
          </a:xfrm>
          <a:prstGeom prst="striped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1" name="gallery.stripedRightArrow.note.21">
            <a:extLst>
              <a:ext uri="{FF2B5EF4-FFF2-40B4-BE49-F238E27FC236}">
                <a16:creationId id="{FB77FEA2-2EC8-4A6A-8C70-599ACA8D13C2}"/>
              </a:ext>
            </a:extLst>
          </p:cNvPr>
          <p:cNvSpPr>
            <a:spLocks noGrp="1"/>
          </p:cNvSpPr>
          <p:nvPr/>
        </p:nvSpPr>
        <p:spPr>
          <a:xfrm>
            <a:off x="83058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尾部带分隔条纹</a:t>
            </a:r>
          </a:p>
        </p:txBody>
      </p:sp>
      <p:sp>
        <p:nvSpPr>
          <p:cNvPr id="22" name="gallery.homePlate.frame.22">
            <a:extLst>
              <a:ext uri="{FF2B5EF4-FFF2-40B4-BE49-F238E27FC236}">
                <a16:creationId id="{FF5149A0-D92F-4A63-81DF-F411C3AD717E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homePlate.heading.23">
            <a:extLst>
              <a:ext uri="{FF2B5EF4-FFF2-40B4-BE49-F238E27FC236}">
                <a16:creationId id="{52268885-FCC3-4C11-BAE6-7237BEBFB2D2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五边形旗帜箭头</a:t>
            </a:r>
          </a:p>
        </p:txBody>
      </p:sp>
      <p:sp>
        <p:nvSpPr>
          <p:cNvPr id="24" name="instance.C05.4.body.24">
            <a:extLst>
              <a:ext uri="{FF2B5EF4-FFF2-40B4-BE49-F238E27FC236}">
                <a16:creationId id="{C4EA8E40-6004-443B-866B-7DBCD9A9278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025" y="5067300"/>
            <a:ext cx="2571750" cy="762000"/>
          </a:xfrm>
          <a:prstGeom prst="homePlat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5" name="gallery.homePlate.note.25">
            <a:extLst>
              <a:ext uri="{FF2B5EF4-FFF2-40B4-BE49-F238E27FC236}">
                <a16:creationId id="{4365520B-D3E8-4B9F-B9D9-90F128AAE484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完整旗帜轮廓</a:t>
            </a:r>
          </a:p>
        </p:txBody>
      </p:sp>
      <p:sp>
        <p:nvSpPr>
          <p:cNvPr id="26" name="gallery.triangle.frame.26">
            <a:extLst>
              <a:ext uri="{FF2B5EF4-FFF2-40B4-BE49-F238E27FC236}">
                <a16:creationId id="{52B64A04-1A3D-415F-9EF8-E0A1E738D09F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7" name="gallery.triangle.heading.27">
            <a:extLst>
              <a:ext uri="{FF2B5EF4-FFF2-40B4-BE49-F238E27FC236}">
                <a16:creationId id="{5B76566E-B37E-4F51-B237-13F13A42F1FF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三角箭头头部</a:t>
            </a:r>
          </a:p>
        </p:txBody>
      </p:sp>
      <p:sp>
        <p:nvSpPr>
          <p:cNvPr id="28" name="instance.C05.5.body.28">
            <a:extLst>
              <a:ext uri="{FF2B5EF4-FFF2-40B4-BE49-F238E27FC236}">
                <a16:creationId id="{19F36AA9-08E7-432D-87C5-415DED41FCA3}"/>
              </a:ext>
            </a:extLst>
          </p:cNvPr>
          <p:cNvSpPr>
            <a:spLocks noGrp="1"/>
          </p:cNvSpPr>
          <p:nvPr/>
        </p:nvSpPr>
        <p:spPr>
          <a:xfrm rot="5400000" flipH="0" flipV="0">
            <a:off x="5524500" y="4705350"/>
            <a:ext cx="1143000" cy="1485900"/>
          </a:xfrm>
          <a:prstGeom prst="triangle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9" name="gallery.triangle.note.29">
            <a:extLst>
              <a:ext uri="{FF2B5EF4-FFF2-40B4-BE49-F238E27FC236}">
                <a16:creationId id="{07EEFCA3-DDD2-4A5E-9784-B9E29DC56DDE}"/>
              </a:ext>
            </a:extLst>
          </p:cNvPr>
          <p:cNvSpPr>
            <a:spLocks noGrp="1"/>
          </p:cNvSpPr>
          <p:nvPr/>
        </p:nvSpPr>
        <p:spPr>
          <a:xfrm>
            <a:off x="44577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独立头部，便于组合连线</a:t>
            </a:r>
          </a:p>
        </p:txBody>
      </p:sp>
      <p:sp>
        <p:nvSpPr>
          <p:cNvPr id="30" name="gallery.swooshArrow.frame.30">
            <a:extLst>
              <a:ext uri="{FF2B5EF4-FFF2-40B4-BE49-F238E27FC236}">
                <a16:creationId id="{90C98263-349D-4F71-8022-4B8F689A514E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1" name="gallery.swooshArrow.heading.31">
            <a:extLst>
              <a:ext uri="{FF2B5EF4-FFF2-40B4-BE49-F238E27FC236}">
                <a16:creationId id="{16591093-79FF-40F9-B86F-24B4B5644C4A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收尖流线箭头</a:t>
            </a:r>
          </a:p>
        </p:txBody>
      </p:sp>
      <p:sp>
        <p:nvSpPr>
          <p:cNvPr id="32" name="instance.C05.6.body.32">
            <a:extLst>
              <a:ext uri="{FF2B5EF4-FFF2-40B4-BE49-F238E27FC236}">
                <a16:creationId id="{15BE8405-D692-4A62-BB25-4B21241F56C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658225" y="5067300"/>
            <a:ext cx="2571750" cy="762000"/>
          </a:xfrm>
          <a:prstGeom prst="swoosh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33" name="gallery.swooshArrow.note.33">
            <a:extLst>
              <a:ext uri="{FF2B5EF4-FFF2-40B4-BE49-F238E27FC236}">
                <a16:creationId id="{F2750B62-A099-40B1-8DC3-B662A4EF0F26}"/>
              </a:ext>
            </a:extLst>
          </p:cNvPr>
          <p:cNvSpPr>
            <a:spLocks noGrp="1"/>
          </p:cNvSpPr>
          <p:nvPr/>
        </p:nvSpPr>
        <p:spPr>
          <a:xfrm>
            <a:off x="83058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尾部收尖的弧形轮廓</a:t>
            </a:r>
          </a:p>
        </p:txBody>
      </p:sp>
      <p:sp>
        <p:nvSpPr>
          <p:cNvPr id="37" name="navigation.rule.2637">
            <a:extLst>
              <a:ext uri="{FF2B5EF4-FFF2-40B4-BE49-F238E27FC236}">
                <a16:creationId id="{6C509E3F-04EC-4F14-8154-089208412078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38" name="navigation.section.2638">
            <a:extLst>
              <a:ext uri="{FF2B5EF4-FFF2-40B4-BE49-F238E27FC236}">
                <a16:creationId id="{E9A3836A-8A9F-48B2-9143-47713022FFB1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第2节　箭头与关系连接</a:t>
            </a:r>
          </a:p>
        </p:txBody>
      </p:sp>
      <p:sp>
        <p:nvSpPr>
          <p:cNvPr id="39" name="navigation.page.2639">
            <a:extLst>
              <a:ext uri="{FF2B5EF4-FFF2-40B4-BE49-F238E27FC236}">
                <a16:creationId id="{7D4933AD-7D40-4511-8344-C9F198F384C6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05 / 53</a:t>
            </a:r>
          </a:p>
        </p:txBody>
      </p:sp>
    </p:spTree>
    <p:extLst>
      <p:ext uri="{BB962C8B-B14F-4D97-AF65-F5344CB8AC3E}">
        <p14:creationId val="926569376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1" name="2.2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0" name="header.accent.34">
              <a:extLst>
                <a:ext uri="{FF2B5EF4-FFF2-40B4-BE49-F238E27FC236}">
                  <a16:creationId id="{07BFA39B-4DDC-4FE4-93C5-C0B2E33F091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35">
              <a:extLst>
                <a:ext uri="{FF2B5EF4-FFF2-40B4-BE49-F238E27FC236}">
                  <a16:creationId id="{38D0BF5B-1121-46A9-BC75-CD9610169AF0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2.2</a:t>
              </a:r>
            </a:p>
          </p:txBody>
        </p:sp>
        <p:sp>
          <p:nvSpPr>
            <p:cNvPr id="3" name="header.gradient.36">
              <a:extLst>
                <a:ext uri="{FF2B5EF4-FFF2-40B4-BE49-F238E27FC236}">
                  <a16:creationId id="{6C2DF574-705B-4C34-BF0F-27B372E6D7DD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37">
              <a:extLst>
                <a:ext uri="{FF2B5EF4-FFF2-40B4-BE49-F238E27FC236}">
                  <a16:creationId id="{4727A431-F9CE-4C3D-94C6-AF2FE3B96E9E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转弯与回转箭头</a:t>
              </a:r>
            </a:p>
          </p:txBody>
        </p:sp>
        <p:sp>
          <p:nvSpPr>
            <p:cNvPr id="5" name="header.library.38">
              <a:extLst>
                <a:ext uri="{FF2B5EF4-FFF2-40B4-BE49-F238E27FC236}">
                  <a16:creationId id="{60E0CA29-EEF0-4EC9-8E55-7FBDF0FE3A37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39">
              <a:extLst>
                <a:ext uri="{FF2B5EF4-FFF2-40B4-BE49-F238E27FC236}">
                  <a16:creationId id="{6EF28301-1152-4342-A79C-C777A1866A13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40">
              <a:extLst>
                <a:ext uri="{FF2B5EF4-FFF2-40B4-BE49-F238E27FC236}">
                  <a16:creationId id="{DFD10A5A-515D-41CD-9315-5F6755DB2492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41">
              <a:extLst>
                <a:ext uri="{FF2B5EF4-FFF2-40B4-BE49-F238E27FC236}">
                  <a16:creationId id="{59D42193-6184-4AD4-8736-311FF1770DA8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42">
              <a:extLst>
                <a:ext uri="{FF2B5EF4-FFF2-40B4-BE49-F238E27FC236}">
                  <a16:creationId id="{4DAA0A32-48BF-4B61-AEC0-367F39A390B0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直角、圆弧、折返和环形路径表达不同转向，保持相同的平面图形风格。</a:t>
              </a:r>
            </a:p>
          </p:txBody>
        </p:sp>
      </p:grpSp>
      <p:sp>
        <p:nvSpPr>
          <p:cNvPr id="10" name="gallery.bentArrow.frame.43">
            <a:extLst>
              <a:ext uri="{FF2B5EF4-FFF2-40B4-BE49-F238E27FC236}">
                <a16:creationId id="{97A4BB91-34BD-41F5-B9BB-C96F8381A43B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bentArrow.heading.44">
            <a:extLst>
              <a:ext uri="{FF2B5EF4-FFF2-40B4-BE49-F238E27FC236}">
                <a16:creationId id="{39F2A783-017E-4E43-B120-55632848A60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直角转弯箭头</a:t>
            </a:r>
          </a:p>
        </p:txBody>
      </p:sp>
      <p:sp>
        <p:nvSpPr>
          <p:cNvPr id="12" name="instance.C05.7.body.45">
            <a:extLst>
              <a:ext uri="{FF2B5EF4-FFF2-40B4-BE49-F238E27FC236}">
                <a16:creationId id="{45D1454D-8018-44E0-BD0B-8AD33D8A93C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504950" y="2400300"/>
            <a:ext cx="1485900" cy="1143000"/>
          </a:xfrm>
          <a:prstGeom prst="ben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3" name="gallery.bentArrow.note.46">
            <a:extLst>
              <a:ext uri="{FF2B5EF4-FFF2-40B4-BE49-F238E27FC236}">
                <a16:creationId id="{EA46557D-1C34-4469-943C-505A7C1AC528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L 形宽箭头</a:t>
            </a:r>
          </a:p>
        </p:txBody>
      </p:sp>
      <p:sp>
        <p:nvSpPr>
          <p:cNvPr id="14" name="gallery.uturnArrow.frame.47">
            <a:extLst>
              <a:ext uri="{FF2B5EF4-FFF2-40B4-BE49-F238E27FC236}">
                <a16:creationId id="{0B8E5CEF-0E8E-45FD-9E29-B64BD3F29B5A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" name="gallery.uturnArrow.heading.48">
            <a:extLst>
              <a:ext uri="{FF2B5EF4-FFF2-40B4-BE49-F238E27FC236}">
                <a16:creationId id="{1D1DBA98-2CA2-4BC4-8483-2DE7DEAD6485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U 形回转箭头</a:t>
            </a:r>
          </a:p>
        </p:txBody>
      </p:sp>
      <p:sp>
        <p:nvSpPr>
          <p:cNvPr id="16" name="instance.C05.8.body.49">
            <a:extLst>
              <a:ext uri="{FF2B5EF4-FFF2-40B4-BE49-F238E27FC236}">
                <a16:creationId id="{8B047E41-DA5A-42BE-BCA3-DD8F9DC6AA5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353050" y="2400300"/>
            <a:ext cx="1485900" cy="1143000"/>
          </a:xfrm>
          <a:prstGeom prst="uturn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7" name="gallery.uturnArrow.note.50">
            <a:extLst>
              <a:ext uri="{FF2B5EF4-FFF2-40B4-BE49-F238E27FC236}">
                <a16:creationId id="{9F57E5D5-7644-4755-98C3-8F55F480168E}"/>
              </a:ext>
            </a:extLst>
          </p:cNvPr>
          <p:cNvSpPr>
            <a:spLocks noGrp="1"/>
          </p:cNvSpPr>
          <p:nvPr/>
        </p:nvSpPr>
        <p:spPr>
          <a:xfrm>
            <a:off x="44577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两臂平行的回转轮廓</a:t>
            </a:r>
          </a:p>
        </p:txBody>
      </p:sp>
      <p:sp>
        <p:nvSpPr>
          <p:cNvPr id="18" name="gallery.curvedRightArrow.frame.51">
            <a:extLst>
              <a:ext uri="{FF2B5EF4-FFF2-40B4-BE49-F238E27FC236}">
                <a16:creationId id="{0F4A39F2-8F89-4189-8AFD-4061AAE64E17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9" name="gallery.curvedRightArrow.heading.52">
            <a:extLst>
              <a:ext uri="{FF2B5EF4-FFF2-40B4-BE49-F238E27FC236}">
                <a16:creationId id="{412C4291-3AC7-458F-858B-15B3EF633D20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圆弧转弯箭头</a:t>
            </a:r>
          </a:p>
        </p:txBody>
      </p:sp>
      <p:sp>
        <p:nvSpPr>
          <p:cNvPr id="20" name="instance.C05.9.body.53">
            <a:extLst>
              <a:ext uri="{FF2B5EF4-FFF2-40B4-BE49-F238E27FC236}">
                <a16:creationId id="{F49953F8-958E-4B04-8991-1B64503ADCB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201150" y="2400300"/>
            <a:ext cx="1485900" cy="1143000"/>
          </a:xfrm>
          <a:prstGeom prst="curved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1" name="gallery.curvedRightArrow.note.54">
            <a:extLst>
              <a:ext uri="{FF2B5EF4-FFF2-40B4-BE49-F238E27FC236}">
                <a16:creationId id="{AE57FEEE-3659-447B-9312-EDA17C476ECA}"/>
              </a:ext>
            </a:extLst>
          </p:cNvPr>
          <p:cNvSpPr>
            <a:spLocks noGrp="1"/>
          </p:cNvSpPr>
          <p:nvPr/>
        </p:nvSpPr>
        <p:spPr>
          <a:xfrm>
            <a:off x="83058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厚边弧形转弯</a:t>
            </a:r>
          </a:p>
        </p:txBody>
      </p:sp>
      <p:sp>
        <p:nvSpPr>
          <p:cNvPr id="22" name="gallery.circularArrow.frame.55">
            <a:extLst>
              <a:ext uri="{FF2B5EF4-FFF2-40B4-BE49-F238E27FC236}">
                <a16:creationId id="{644A1F5D-085E-4695-BA9B-764AF2F29F9E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circularArrow.heading.56">
            <a:extLst>
              <a:ext uri="{FF2B5EF4-FFF2-40B4-BE49-F238E27FC236}">
                <a16:creationId id="{A1CD3555-A345-42C5-B9EF-589B3919DBAE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开口环形箭头</a:t>
            </a:r>
          </a:p>
        </p:txBody>
      </p:sp>
      <p:sp>
        <p:nvSpPr>
          <p:cNvPr id="24" name="instance.C05.10.body.57">
            <a:extLst>
              <a:ext uri="{FF2B5EF4-FFF2-40B4-BE49-F238E27FC236}">
                <a16:creationId id="{91C6253E-DEC6-48D5-91A9-F0C2FB34C1A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504950" y="4876800"/>
            <a:ext cx="1485900" cy="1143000"/>
          </a:xfrm>
          <a:custGeom>
            <a:pathLst>
              <a:path w="1485900" h="1143000">
                <a:moveTo>
                  <a:pt x="1163226" y="894789"/>
                </a:moveTo>
                <a:cubicBezTo>
                  <a:pt x="931114" y="1073337"/>
                  <a:pt x="554786" y="1073337"/>
                  <a:pt x="322674" y="894789"/>
                </a:cubicBezTo>
                <a:cubicBezTo>
                  <a:pt x="90562" y="716242"/>
                  <a:pt x="90562" y="426758"/>
                  <a:pt x="322674" y="248211"/>
                </a:cubicBezTo>
                <a:cubicBezTo>
                  <a:pt x="554786" y="69663"/>
                  <a:pt x="931114" y="69663"/>
                  <a:pt x="1163226" y="248211"/>
                </a:cubicBezTo>
                <a:lnTo>
                  <a:pt x="1177894" y="188989"/>
                </a:lnTo>
                <a:lnTo>
                  <a:pt x="1289789" y="461951"/>
                </a:lnTo>
                <a:lnTo>
                  <a:pt x="997258" y="423816"/>
                </a:lnTo>
                <a:lnTo>
                  <a:pt x="1011927" y="364595"/>
                </a:lnTo>
                <a:cubicBezTo>
                  <a:pt x="863375" y="250324"/>
                  <a:pt x="622525" y="250324"/>
                  <a:pt x="473973" y="364595"/>
                </a:cubicBezTo>
                <a:cubicBezTo>
                  <a:pt x="325422" y="478865"/>
                  <a:pt x="325422" y="664135"/>
                  <a:pt x="473973" y="778405"/>
                </a:cubicBezTo>
                <a:cubicBezTo>
                  <a:pt x="622525" y="892676"/>
                  <a:pt x="863375" y="892676"/>
                  <a:pt x="1011927" y="778405"/>
                </a:cubicBez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5" name="gallery.circularArrow.note.58">
            <a:extLst>
              <a:ext uri="{FF2B5EF4-FFF2-40B4-BE49-F238E27FC236}">
                <a16:creationId id="{4DB8D742-EF76-4DF5-AC09-8878DCA79FFC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270°弧环与单端箭头</a:t>
            </a:r>
          </a:p>
        </p:txBody>
      </p:sp>
      <p:sp>
        <p:nvSpPr>
          <p:cNvPr id="26" name="gallery.leftRightCircularArrow.frame.59">
            <a:extLst>
              <a:ext uri="{FF2B5EF4-FFF2-40B4-BE49-F238E27FC236}">
                <a16:creationId id="{27E8145D-F288-4D64-94BD-E06192B6742F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7" name="gallery.leftRightCircularArrow.heading.60">
            <a:extLst>
              <a:ext uri="{FF2B5EF4-FFF2-40B4-BE49-F238E27FC236}">
                <a16:creationId id="{62F55727-A3B2-4828-A241-87E293F981D6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双端环形箭头</a:t>
            </a:r>
          </a:p>
        </p:txBody>
      </p:sp>
      <p:sp>
        <p:nvSpPr>
          <p:cNvPr id="28" name="instance.C05.11.body.61">
            <a:extLst>
              <a:ext uri="{FF2B5EF4-FFF2-40B4-BE49-F238E27FC236}">
                <a16:creationId id="{BD756934-2036-4359-B309-932EE72DCC6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353050" y="4876800"/>
            <a:ext cx="1485900" cy="1143000"/>
          </a:xfrm>
          <a:custGeom>
            <a:pathLst>
              <a:path w="1485900" h="1143000">
                <a:moveTo>
                  <a:pt x="1163226" y="894789"/>
                </a:moveTo>
                <a:cubicBezTo>
                  <a:pt x="931114" y="1073337"/>
                  <a:pt x="554786" y="1073337"/>
                  <a:pt x="322674" y="894789"/>
                </a:cubicBezTo>
                <a:cubicBezTo>
                  <a:pt x="90562" y="716242"/>
                  <a:pt x="90562" y="426758"/>
                  <a:pt x="322674" y="248211"/>
                </a:cubicBezTo>
                <a:cubicBezTo>
                  <a:pt x="554786" y="69663"/>
                  <a:pt x="931114" y="69663"/>
                  <a:pt x="1163226" y="248211"/>
                </a:cubicBezTo>
                <a:lnTo>
                  <a:pt x="1177894" y="188989"/>
                </a:lnTo>
                <a:lnTo>
                  <a:pt x="1289789" y="461951"/>
                </a:lnTo>
                <a:lnTo>
                  <a:pt x="997258" y="423816"/>
                </a:lnTo>
                <a:lnTo>
                  <a:pt x="1011927" y="364595"/>
                </a:lnTo>
                <a:cubicBezTo>
                  <a:pt x="863375" y="250324"/>
                  <a:pt x="622525" y="250324"/>
                  <a:pt x="473973" y="364595"/>
                </a:cubicBezTo>
                <a:cubicBezTo>
                  <a:pt x="325422" y="478865"/>
                  <a:pt x="325422" y="664135"/>
                  <a:pt x="473973" y="778405"/>
                </a:cubicBezTo>
                <a:cubicBezTo>
                  <a:pt x="622525" y="892676"/>
                  <a:pt x="863375" y="892676"/>
                  <a:pt x="1011927" y="778405"/>
                </a:cubicBezTo>
                <a:lnTo>
                  <a:pt x="997258" y="719184"/>
                </a:lnTo>
                <a:lnTo>
                  <a:pt x="1289789" y="681049"/>
                </a:lnTo>
                <a:lnTo>
                  <a:pt x="1177894" y="954011"/>
                </a:lnTo>
                <a:close/>
              </a:path>
            </a:pathLst>
          </a:cu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9" name="gallery.leftRightCircularArrow.note.62">
            <a:extLst>
              <a:ext uri="{FF2B5EF4-FFF2-40B4-BE49-F238E27FC236}">
                <a16:creationId id="{B34925DF-2BF2-4FFA-AFA1-E8210C8CE077}"/>
              </a:ext>
            </a:extLst>
          </p:cNvPr>
          <p:cNvSpPr>
            <a:spLocks noGrp="1"/>
          </p:cNvSpPr>
          <p:nvPr/>
        </p:nvSpPr>
        <p:spPr>
          <a:xfrm>
            <a:off x="44577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270°弧环与双端箭头</a:t>
            </a:r>
          </a:p>
        </p:txBody>
      </p:sp>
      <p:sp>
        <p:nvSpPr>
          <p:cNvPr id="33" name="navigation.rule.2640">
            <a:extLst>
              <a:ext uri="{FF2B5EF4-FFF2-40B4-BE49-F238E27FC236}">
                <a16:creationId id="{156B7BE9-DDD7-4AA8-AF86-34BE77ED395F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34" name="navigation.section.2641">
            <a:extLst>
              <a:ext uri="{FF2B5EF4-FFF2-40B4-BE49-F238E27FC236}">
                <a16:creationId id="{CC85A8E4-1A9F-4DC4-8E30-85B73CE61B47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第2节　箭头与关系连接</a:t>
            </a:r>
          </a:p>
        </p:txBody>
      </p:sp>
      <p:sp>
        <p:nvSpPr>
          <p:cNvPr id="35" name="navigation.page.2642">
            <a:extLst>
              <a:ext uri="{FF2B5EF4-FFF2-40B4-BE49-F238E27FC236}">
                <a16:creationId id="{A7D53BF5-177B-4256-BC55-8F8E78BA63C5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06 / 53</a:t>
            </a:r>
          </a:p>
        </p:txBody>
      </p:sp>
    </p:spTree>
    <p:extLst>
      <p:ext uri="{BB962C8B-B14F-4D97-AF65-F5344CB8AC3E}">
        <p14:creationId val="193930814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5" name="2.3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4" name="header.accent.63">
              <a:extLst>
                <a:ext uri="{FF2B5EF4-FFF2-40B4-BE49-F238E27FC236}">
                  <a16:creationId id="{54241832-CD18-4EC2-AE3E-5A14F8B61F9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64">
              <a:extLst>
                <a:ext uri="{FF2B5EF4-FFF2-40B4-BE49-F238E27FC236}">
                  <a16:creationId id="{CB1E9A00-F3CA-4655-B4D2-2BF32786067D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2.3</a:t>
              </a:r>
            </a:p>
          </p:txBody>
        </p:sp>
        <p:sp>
          <p:nvSpPr>
            <p:cNvPr id="3" name="header.gradient.65">
              <a:extLst>
                <a:ext uri="{FF2B5EF4-FFF2-40B4-BE49-F238E27FC236}">
                  <a16:creationId id="{555EA4F2-FE3D-4C64-B625-28E73871F137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66">
              <a:extLst>
                <a:ext uri="{FF2B5EF4-FFF2-40B4-BE49-F238E27FC236}">
                  <a16:creationId id="{57180B62-1DA4-4774-8227-74BFE3F3FE72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多向与标注箭头</a:t>
              </a:r>
            </a:p>
          </p:txBody>
        </p:sp>
        <p:sp>
          <p:nvSpPr>
            <p:cNvPr id="5" name="header.library.67">
              <a:extLst>
                <a:ext uri="{FF2B5EF4-FFF2-40B4-BE49-F238E27FC236}">
                  <a16:creationId id="{CB3464AE-E831-4036-8CE3-ED4DF47CED6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68">
              <a:extLst>
                <a:ext uri="{FF2B5EF4-FFF2-40B4-BE49-F238E27FC236}">
                  <a16:creationId id="{B9F49435-8199-4D29-9CBF-D51D3B52FF2D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69">
              <a:extLst>
                <a:ext uri="{FF2B5EF4-FFF2-40B4-BE49-F238E27FC236}">
                  <a16:creationId id="{916A33B9-5525-4FF4-931D-B2A0FE5CAECE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70">
              <a:extLst>
                <a:ext uri="{FF2B5EF4-FFF2-40B4-BE49-F238E27FC236}">
                  <a16:creationId id="{5D529FEF-0712-4871-9ECE-7CB86A03F1AC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71">
              <a:extLst>
                <a:ext uri="{FF2B5EF4-FFF2-40B4-BE49-F238E27FC236}">
                  <a16:creationId id="{ACEF349D-C3F4-4211-BD01-939A6C24593D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通过端点数量和标注区域区分造型，所有箭头均为原生可编辑图形。</a:t>
              </a:r>
            </a:p>
          </p:txBody>
        </p:sp>
      </p:grpSp>
      <p:sp>
        <p:nvSpPr>
          <p:cNvPr id="10" name="gallery.leftRightArrow.frame.72">
            <a:extLst>
              <a:ext uri="{FF2B5EF4-FFF2-40B4-BE49-F238E27FC236}">
                <a16:creationId id="{76E36BA3-96A3-4C4A-B091-662BF7882561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eftRightArrow.heading.73">
            <a:extLst>
              <a:ext uri="{FF2B5EF4-FFF2-40B4-BE49-F238E27FC236}">
                <a16:creationId id="{0FCF4FDA-37FF-4039-B71C-37F0032FED3C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双向宽箭头</a:t>
            </a:r>
          </a:p>
        </p:txBody>
      </p:sp>
      <p:sp>
        <p:nvSpPr>
          <p:cNvPr id="12" name="instance.C05.12.body.74">
            <a:extLst>
              <a:ext uri="{FF2B5EF4-FFF2-40B4-BE49-F238E27FC236}">
                <a16:creationId id="{BE205DA6-E925-4917-8173-29B23C082E3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025" y="2590800"/>
            <a:ext cx="2571750" cy="762000"/>
          </a:xfrm>
          <a:prstGeom prst="leftRight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3" name="gallery.leftRightArrow.note.75">
            <a:extLst>
              <a:ext uri="{FF2B5EF4-FFF2-40B4-BE49-F238E27FC236}">
                <a16:creationId id="{B8532D4C-5F31-42A1-B52B-0167D1DDA81F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左右两端同时指向</a:t>
            </a:r>
          </a:p>
        </p:txBody>
      </p:sp>
      <p:sp>
        <p:nvSpPr>
          <p:cNvPr id="14" name="gallery.leftUpArrow.frame.76">
            <a:extLst>
              <a:ext uri="{FF2B5EF4-FFF2-40B4-BE49-F238E27FC236}">
                <a16:creationId id="{FF3680D9-5811-4BBE-8179-1C22A9E75DB1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" name="gallery.leftUpArrow.heading.77">
            <a:extLst>
              <a:ext uri="{FF2B5EF4-FFF2-40B4-BE49-F238E27FC236}">
                <a16:creationId id="{BB3B52EB-4533-409B-AC8F-CD1B0391FAB8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L 形双端箭头</a:t>
            </a:r>
          </a:p>
        </p:txBody>
      </p:sp>
      <p:sp>
        <p:nvSpPr>
          <p:cNvPr id="16" name="instance.C05.13.body.78">
            <a:extLst>
              <a:ext uri="{FF2B5EF4-FFF2-40B4-BE49-F238E27FC236}">
                <a16:creationId id="{EB12006F-F241-4A69-BBB4-6B01F29C83D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353050" y="2400300"/>
            <a:ext cx="1485900" cy="1143000"/>
          </a:xfrm>
          <a:prstGeom prst="leftUp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17" name="gallery.leftUpArrow.note.79">
            <a:extLst>
              <a:ext uri="{FF2B5EF4-FFF2-40B4-BE49-F238E27FC236}">
                <a16:creationId id="{3D95DEE9-C448-4472-86A1-D5446061E481}"/>
              </a:ext>
            </a:extLst>
          </p:cNvPr>
          <p:cNvSpPr>
            <a:spLocks noGrp="1"/>
          </p:cNvSpPr>
          <p:nvPr/>
        </p:nvSpPr>
        <p:spPr>
          <a:xfrm>
            <a:off x="44577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两个垂直方向的端点</a:t>
            </a:r>
          </a:p>
        </p:txBody>
      </p:sp>
      <p:sp>
        <p:nvSpPr>
          <p:cNvPr id="18" name="gallery.leftRightUpArrow.frame.80">
            <a:extLst>
              <a:ext uri="{FF2B5EF4-FFF2-40B4-BE49-F238E27FC236}">
                <a16:creationId id="{D94307BA-73D4-4FAF-92E3-DEA16F8CF5F2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9" name="gallery.leftRightUpArrow.heading.81">
            <a:extLst>
              <a:ext uri="{FF2B5EF4-FFF2-40B4-BE49-F238E27FC236}">
                <a16:creationId id="{DA51CAD4-9362-4B0A-BAA0-A752CE0D56CF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T 形三向箭头</a:t>
            </a:r>
          </a:p>
        </p:txBody>
      </p:sp>
      <p:sp>
        <p:nvSpPr>
          <p:cNvPr id="20" name="instance.C05.14.body.82">
            <a:extLst>
              <a:ext uri="{FF2B5EF4-FFF2-40B4-BE49-F238E27FC236}">
                <a16:creationId id="{3B0E8FB6-D3ED-4361-95DF-59C55064D92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201150" y="2400300"/>
            <a:ext cx="1485900" cy="1143000"/>
          </a:xfrm>
          <a:prstGeom prst="leftRightUp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1" name="gallery.leftRightUpArrow.note.83">
            <a:extLst>
              <a:ext uri="{FF2B5EF4-FFF2-40B4-BE49-F238E27FC236}">
                <a16:creationId id="{D7913AA2-87A9-4344-A24D-575BFAC91F8B}"/>
              </a:ext>
            </a:extLst>
          </p:cNvPr>
          <p:cNvSpPr>
            <a:spLocks noGrp="1"/>
          </p:cNvSpPr>
          <p:nvPr/>
        </p:nvSpPr>
        <p:spPr>
          <a:xfrm>
            <a:off x="83058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三端宽箭头</a:t>
            </a:r>
          </a:p>
        </p:txBody>
      </p:sp>
      <p:sp>
        <p:nvSpPr>
          <p:cNvPr id="22" name="gallery.quadArrow.frame.84">
            <a:extLst>
              <a:ext uri="{FF2B5EF4-FFF2-40B4-BE49-F238E27FC236}">
                <a16:creationId id="{6A3BAE78-2C5F-4698-828B-A5D0A92B6E80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quadArrow.heading.85">
            <a:extLst>
              <a:ext uri="{FF2B5EF4-FFF2-40B4-BE49-F238E27FC236}">
                <a16:creationId id="{551ABB53-7247-4EFB-BA02-F6949BCFC5B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十字四向箭头</a:t>
            </a:r>
          </a:p>
        </p:txBody>
      </p:sp>
      <p:sp>
        <p:nvSpPr>
          <p:cNvPr id="24" name="instance.C05.15.body.86">
            <a:extLst>
              <a:ext uri="{FF2B5EF4-FFF2-40B4-BE49-F238E27FC236}">
                <a16:creationId id="{881A5FC8-EAFA-4FE5-9A38-6E4C6642725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504950" y="4876800"/>
            <a:ext cx="1485900" cy="1143000"/>
          </a:xfrm>
          <a:prstGeom prst="quadArrow">
            <a:avLst/>
          </a:prstGeom>
          <a:solidFill>
            <a:srgbClr val="0759BE"/>
          </a:solidFill>
          <a:ln w="0">
            <a:noFill/>
            <a:prstDash val="solid"/>
          </a:ln>
        </p:spPr>
      </p:sp>
      <p:sp>
        <p:nvSpPr>
          <p:cNvPr id="25" name="gallery.quadArrow.note.87">
            <a:extLst>
              <a:ext uri="{FF2B5EF4-FFF2-40B4-BE49-F238E27FC236}">
                <a16:creationId id="{61511EFB-439E-492C-B4E9-41352D935A1A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四端宽箭头</a:t>
            </a:r>
          </a:p>
        </p:txBody>
      </p:sp>
      <p:sp>
        <p:nvSpPr>
          <p:cNvPr id="26" name="gallery.rightArrowCallout.frame.88">
            <a:extLst>
              <a:ext uri="{FF2B5EF4-FFF2-40B4-BE49-F238E27FC236}">
                <a16:creationId id="{8603142E-5CE9-4B87-BBC6-7C4D383DD9E3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7" name="gallery.rightArrowCallout.heading.89">
            <a:extLst>
              <a:ext uri="{FF2B5EF4-FFF2-40B4-BE49-F238E27FC236}">
                <a16:creationId id="{4BDBB329-21F7-4B60-86F7-D267E4E081A6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单端标注框箭头</a:t>
            </a:r>
          </a:p>
        </p:txBody>
      </p:sp>
      <p:sp>
        <p:nvSpPr>
          <p:cNvPr id="28" name="instance.C05.16.body.90">
            <a:extLst>
              <a:ext uri="{FF2B5EF4-FFF2-40B4-BE49-F238E27FC236}">
                <a16:creationId id="{FDC06536-10F6-4543-BF79-6943771D9A3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10125" y="5067300"/>
            <a:ext cx="2571750" cy="762000"/>
          </a:xfrm>
          <a:prstGeom prst="rightArrowCallout">
            <a:avLst/>
          </a:prstGeom>
          <a:solidFill>
            <a:srgbClr val="0759BE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说明文字</a:t>
            </a:r>
          </a:p>
        </p:txBody>
      </p:sp>
      <p:sp>
        <p:nvSpPr>
          <p:cNvPr id="29" name="gallery.rightArrowCallout.note.91">
            <a:extLst>
              <a:ext uri="{FF2B5EF4-FFF2-40B4-BE49-F238E27FC236}">
                <a16:creationId id="{AEE85674-FF57-45C1-AAD5-6412A7651C06}"/>
              </a:ext>
            </a:extLst>
          </p:cNvPr>
          <p:cNvSpPr>
            <a:spLocks noGrp="1"/>
          </p:cNvSpPr>
          <p:nvPr/>
        </p:nvSpPr>
        <p:spPr>
          <a:xfrm>
            <a:off x="44577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框体与单端箭头一体</a:t>
            </a:r>
          </a:p>
        </p:txBody>
      </p:sp>
      <p:sp>
        <p:nvSpPr>
          <p:cNvPr id="30" name="gallery.leftRightArrowCallout.frame.92">
            <a:extLst>
              <a:ext uri="{FF2B5EF4-FFF2-40B4-BE49-F238E27FC236}">
                <a16:creationId id="{D63E3E1A-C248-445E-B9DE-8DEB93A9BFC6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1" name="gallery.leftRightArrowCallout.heading.93">
            <a:extLst>
              <a:ext uri="{FF2B5EF4-FFF2-40B4-BE49-F238E27FC236}">
                <a16:creationId id="{01FE043D-8728-4C97-865E-E187F37DB1EC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双端标注框箭头</a:t>
            </a:r>
          </a:p>
        </p:txBody>
      </p:sp>
      <p:sp>
        <p:nvSpPr>
          <p:cNvPr id="32" name="instance.C05.17.body.94">
            <a:extLst>
              <a:ext uri="{FF2B5EF4-FFF2-40B4-BE49-F238E27FC236}">
                <a16:creationId id="{3D813F96-B021-47B7-A8B8-F9279FE9909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658225" y="5067300"/>
            <a:ext cx="2571750" cy="762000"/>
          </a:xfrm>
          <a:prstGeom prst="leftRightArrowCallout">
            <a:avLst/>
          </a:prstGeom>
          <a:solidFill>
            <a:srgbClr val="0759BE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t>说明文字</a:t>
            </a:r>
          </a:p>
        </p:txBody>
      </p:sp>
      <p:sp>
        <p:nvSpPr>
          <p:cNvPr id="33" name="gallery.leftRightArrowCallout.note.95">
            <a:extLst>
              <a:ext uri="{FF2B5EF4-FFF2-40B4-BE49-F238E27FC236}">
                <a16:creationId id="{4CFE8764-5BFE-4BD3-8781-EF5F967AA372}"/>
              </a:ext>
            </a:extLst>
          </p:cNvPr>
          <p:cNvSpPr>
            <a:spLocks noGrp="1"/>
          </p:cNvSpPr>
          <p:nvPr/>
        </p:nvSpPr>
        <p:spPr>
          <a:xfrm>
            <a:off x="83058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框体与双端箭头一体</a:t>
            </a:r>
          </a:p>
        </p:txBody>
      </p:sp>
      <p:sp>
        <p:nvSpPr>
          <p:cNvPr id="37" name="navigation.rule.2643">
            <a:extLst>
              <a:ext uri="{FF2B5EF4-FFF2-40B4-BE49-F238E27FC236}">
                <a16:creationId id="{10A76E46-3F69-4D7E-A959-C38BFD69E44D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38" name="navigation.section.2644">
            <a:extLst>
              <a:ext uri="{FF2B5EF4-FFF2-40B4-BE49-F238E27FC236}">
                <a16:creationId id="{49F15578-2EAB-48C2-B936-ACACCAF2F8BA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第2节　箭头与关系连接</a:t>
            </a:r>
          </a:p>
        </p:txBody>
      </p:sp>
      <p:sp>
        <p:nvSpPr>
          <p:cNvPr id="39" name="navigation.page.2645">
            <a:extLst>
              <a:ext uri="{FF2B5EF4-FFF2-40B4-BE49-F238E27FC236}">
                <a16:creationId id="{042F8921-75FB-44BF-9940-5E00E8B7FB7D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07 / 53</a:t>
            </a:r>
          </a:p>
        </p:txBody>
      </p:sp>
    </p:spTree>
    <p:extLst>
      <p:ext uri="{BB962C8B-B14F-4D97-AF65-F5344CB8AC3E}">
        <p14:creationId val="106798197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7" name="2.4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6" name="header.accent.96">
              <a:extLst>
                <a:ext uri="{FF2B5EF4-FFF2-40B4-BE49-F238E27FC236}">
                  <a16:creationId id="{3F4CA542-E7DF-4633-95B7-FD1D18ADEDE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97">
              <a:extLst>
                <a:ext uri="{FF2B5EF4-FFF2-40B4-BE49-F238E27FC236}">
                  <a16:creationId id="{716B743C-AFE2-45DE-857D-BD763D10964F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2.4</a:t>
              </a:r>
            </a:p>
          </p:txBody>
        </p:sp>
        <p:sp>
          <p:nvSpPr>
            <p:cNvPr id="3" name="header.gradient.98">
              <a:extLst>
                <a:ext uri="{FF2B5EF4-FFF2-40B4-BE49-F238E27FC236}">
                  <a16:creationId id="{F5E4ECFC-C95F-48C7-B696-8725C85564CC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99">
              <a:extLst>
                <a:ext uri="{FF2B5EF4-FFF2-40B4-BE49-F238E27FC236}">
                  <a16:creationId id="{BCA46AB7-2EAA-4128-8A10-44CE2DB696E5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左右渐变箭头</a:t>
              </a:r>
            </a:p>
          </p:txBody>
        </p:sp>
        <p:sp>
          <p:nvSpPr>
            <p:cNvPr id="5" name="header.library.100">
              <a:extLst>
                <a:ext uri="{FF2B5EF4-FFF2-40B4-BE49-F238E27FC236}">
                  <a16:creationId id="{7D01276E-6E7E-44C0-8B69-C01BD1141490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8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01">
              <a:extLst>
                <a:ext uri="{FF2B5EF4-FFF2-40B4-BE49-F238E27FC236}">
                  <a16:creationId id="{A5596D61-01EE-4385-BA07-A19F95C8CBA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02">
              <a:extLst>
                <a:ext uri="{FF2B5EF4-FFF2-40B4-BE49-F238E27FC236}">
                  <a16:creationId id="{86DBD616-D7EB-4ED6-9675-2BC8C34CD6D8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03">
              <a:extLst>
                <a:ext uri="{FF2B5EF4-FFF2-40B4-BE49-F238E27FC236}">
                  <a16:creationId id="{B6494E72-22AA-4A4A-B2E7-850CAA67424F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04">
              <a:extLst>
                <a:ext uri="{FF2B5EF4-FFF2-40B4-BE49-F238E27FC236}">
                  <a16:creationId id="{83E5C6C5-1F86-4BB0-B3DF-DA8A5C7DEC81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左浅右深与左深右浅保持同一蓝色，透明渐变示例叠放在浅灰底色上。</a:t>
              </a:r>
            </a:p>
          </p:txBody>
        </p:sp>
      </p:grpSp>
      <p:sp>
        <p:nvSpPr>
          <p:cNvPr id="10" name="gallery.light-to-dark.frame.105">
            <a:extLst>
              <a:ext uri="{FF2B5EF4-FFF2-40B4-BE49-F238E27FC236}">
                <a16:creationId id="{C69483E3-F170-4434-A4D5-6018287DB96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ight-to-dark.heading.106">
            <a:extLst>
              <a:ext uri="{FF2B5EF4-FFF2-40B4-BE49-F238E27FC236}">
                <a16:creationId id="{E1C4A547-2308-48B5-BFBD-20CDD540B3F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浅蓝至深蓝</a:t>
            </a:r>
          </a:p>
        </p:txBody>
      </p:sp>
      <p:sp>
        <p:nvSpPr>
          <p:cNvPr id="12" name="instance.C05.18.body.107">
            <a:extLst>
              <a:ext uri="{FF2B5EF4-FFF2-40B4-BE49-F238E27FC236}">
                <a16:creationId id="{4DE0E5C1-DFC2-41E5-966E-B2219B8FEEE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025" y="2590800"/>
            <a:ext cx="2571750" cy="762000"/>
          </a:xfrm>
          <a:prstGeom prst="rightArrow">
            <a:avLst/>
          </a:prstGeom>
          <a:gradFill>
            <a:gsLst>
              <a:gs pos="0">
                <a:srgbClr val="ECF2FA"/>
              </a:gs>
              <a:gs pos="100000">
                <a:srgbClr val="0759B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3" name="gallery.light-to-dark.note.108">
            <a:extLst>
              <a:ext uri="{FF2B5EF4-FFF2-40B4-BE49-F238E27FC236}">
                <a16:creationId id="{6D17D90D-EFF3-47AC-9395-C925733094C2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左浅右深</a:t>
            </a:r>
          </a:p>
        </p:txBody>
      </p:sp>
      <p:sp>
        <p:nvSpPr>
          <p:cNvPr id="14" name="gallery.fade-in.frame.109">
            <a:extLst>
              <a:ext uri="{FF2B5EF4-FFF2-40B4-BE49-F238E27FC236}">
                <a16:creationId id="{361BE1C4-4D99-4CA4-8457-CF0CD467826C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" name="gallery.fade-in.heading.110">
            <a:extLst>
              <a:ext uri="{FF2B5EF4-FFF2-40B4-BE49-F238E27FC236}">
                <a16:creationId id="{FF939074-F621-4C3C-B539-7B32D76A095F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透明至实蓝</a:t>
            </a:r>
          </a:p>
        </p:txBody>
      </p:sp>
      <p:sp>
        <p:nvSpPr>
          <p:cNvPr id="16" name="gallery.fade-in.backdrop.111">
            <a:extLst>
              <a:ext uri="{FF2B5EF4-FFF2-40B4-BE49-F238E27FC236}">
                <a16:creationId id="{A19829A8-E4C0-486D-AA99-E42ECBE26B12}"/>
              </a:ext>
            </a:extLst>
          </p:cNvPr>
          <p:cNvSpPr>
            <a:spLocks noGrp="1"/>
          </p:cNvSpPr>
          <p:nvPr/>
        </p:nvSpPr>
        <p:spPr>
          <a:xfrm>
            <a:off x="4686300" y="2476500"/>
            <a:ext cx="2819400" cy="99060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17" name="instance.C05.19.body.112">
            <a:extLst>
              <a:ext uri="{FF2B5EF4-FFF2-40B4-BE49-F238E27FC236}">
                <a16:creationId id="{66A25CDA-1470-48EE-B907-AF5E4A168CE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10125" y="2590800"/>
            <a:ext cx="2571750" cy="762000"/>
          </a:xfrm>
          <a:prstGeom prst="rightArrow">
            <a:avLst/>
          </a:prstGeom>
          <a:gradFill>
            <a:gsLst>
              <a:gs pos="0">
                <a:srgbClr val="0759BE">
                  <a:alpha val="0"/>
                </a:srgbClr>
              </a:gs>
              <a:gs pos="100000">
                <a:srgbClr val="0759BE">
                  <a:alpha val="10000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8" name="gallery.fade-in.note.113">
            <a:extLst>
              <a:ext uri="{FF2B5EF4-FFF2-40B4-BE49-F238E27FC236}">
                <a16:creationId id="{72BB4362-D119-4692-BF2F-C4795023BADC}"/>
              </a:ext>
            </a:extLst>
          </p:cNvPr>
          <p:cNvSpPr>
            <a:spLocks noGrp="1"/>
          </p:cNvSpPr>
          <p:nvPr/>
        </p:nvSpPr>
        <p:spPr>
          <a:xfrm>
            <a:off x="44577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左透明右不透明</a:t>
            </a:r>
          </a:p>
        </p:txBody>
      </p:sp>
      <p:sp>
        <p:nvSpPr>
          <p:cNvPr id="19" name="gallery.notched-gradient.frame.114">
            <a:extLst>
              <a:ext uri="{FF2B5EF4-FFF2-40B4-BE49-F238E27FC236}">
                <a16:creationId id="{2134D461-A06F-4060-8423-CCA8C2DD2CC1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0" name="gallery.notched-gradient.heading.115">
            <a:extLst>
              <a:ext uri="{FF2B5EF4-FFF2-40B4-BE49-F238E27FC236}">
                <a16:creationId id="{AAAE9118-B2E7-4277-9338-53B5A3F8EB16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燕尾横向渐变</a:t>
            </a:r>
          </a:p>
        </p:txBody>
      </p:sp>
      <p:sp>
        <p:nvSpPr>
          <p:cNvPr id="21" name="instance.C05.20.body.116">
            <a:extLst>
              <a:ext uri="{FF2B5EF4-FFF2-40B4-BE49-F238E27FC236}">
                <a16:creationId id="{626F6D53-4FA4-4E6E-AD9F-F2660B2AFB3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658225" y="2590800"/>
            <a:ext cx="2571750" cy="762000"/>
          </a:xfrm>
          <a:prstGeom prst="notchedRightArrow">
            <a:avLst/>
          </a:prstGeom>
          <a:gradFill>
            <a:gsLst>
              <a:gs pos="0">
                <a:srgbClr val="ECF2FA"/>
              </a:gs>
              <a:gs pos="100000">
                <a:srgbClr val="0759B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2" name="gallery.notched-gradient.note.117">
            <a:extLst>
              <a:ext uri="{FF2B5EF4-FFF2-40B4-BE49-F238E27FC236}">
                <a16:creationId id="{AF488051-0F3B-4FB9-A1D3-2DA32D915212}"/>
              </a:ext>
            </a:extLst>
          </p:cNvPr>
          <p:cNvSpPr>
            <a:spLocks noGrp="1"/>
          </p:cNvSpPr>
          <p:nvPr/>
        </p:nvSpPr>
        <p:spPr>
          <a:xfrm>
            <a:off x="8305800" y="36766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燕尾造型搭配左浅右深</a:t>
            </a:r>
          </a:p>
        </p:txBody>
      </p:sp>
      <p:sp>
        <p:nvSpPr>
          <p:cNvPr id="23" name="gallery.dark-to-light.frame.118">
            <a:extLst>
              <a:ext uri="{FF2B5EF4-FFF2-40B4-BE49-F238E27FC236}">
                <a16:creationId id="{72BB6D0A-35FC-48D3-8EEB-9693377DE10C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4" name="gallery.dark-to-light.heading.119">
            <a:extLst>
              <a:ext uri="{FF2B5EF4-FFF2-40B4-BE49-F238E27FC236}">
                <a16:creationId id="{F393B4D4-E8BD-4FDF-9176-EEB535506BB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深蓝至浅蓝</a:t>
            </a:r>
          </a:p>
        </p:txBody>
      </p:sp>
      <p:sp>
        <p:nvSpPr>
          <p:cNvPr id="25" name="instance.C05.21.body.120">
            <a:extLst>
              <a:ext uri="{FF2B5EF4-FFF2-40B4-BE49-F238E27FC236}">
                <a16:creationId id="{33B9B7FF-998E-4813-B62D-6C1AF156295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025" y="5067300"/>
            <a:ext cx="2571750" cy="762000"/>
          </a:xfrm>
          <a:prstGeom prst="rightArrow">
            <a:avLst/>
          </a:prstGeom>
          <a:gradFill>
            <a:gsLst>
              <a:gs pos="0">
                <a:srgbClr val="0759BE"/>
              </a:gs>
              <a:gs pos="100000">
                <a:srgbClr val="ECF2FA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6" name="gallery.dark-to-light.note.121">
            <a:extLst>
              <a:ext uri="{FF2B5EF4-FFF2-40B4-BE49-F238E27FC236}">
                <a16:creationId id="{031AD304-0822-41ED-A0B8-24B120B7CE6B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左深右浅</a:t>
            </a:r>
          </a:p>
        </p:txBody>
      </p:sp>
      <p:sp>
        <p:nvSpPr>
          <p:cNvPr id="27" name="gallery.fade-out.frame.122">
            <a:extLst>
              <a:ext uri="{FF2B5EF4-FFF2-40B4-BE49-F238E27FC236}">
                <a16:creationId id="{AC76CFFC-69E7-47C3-B51C-619E586F2929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8" name="gallery.fade-out.heading.123">
            <a:extLst>
              <a:ext uri="{FF2B5EF4-FFF2-40B4-BE49-F238E27FC236}">
                <a16:creationId id="{93FF105B-7F1A-490B-BA2D-2B9122D64AA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实蓝至透明</a:t>
            </a:r>
          </a:p>
        </p:txBody>
      </p:sp>
      <p:sp>
        <p:nvSpPr>
          <p:cNvPr id="29" name="gallery.fade-out.backdrop.124">
            <a:extLst>
              <a:ext uri="{FF2B5EF4-FFF2-40B4-BE49-F238E27FC236}">
                <a16:creationId id="{1108DBEF-9A58-4619-AEC0-03AA9E981767}"/>
              </a:ext>
            </a:extLst>
          </p:cNvPr>
          <p:cNvSpPr>
            <a:spLocks noGrp="1"/>
          </p:cNvSpPr>
          <p:nvPr/>
        </p:nvSpPr>
        <p:spPr>
          <a:xfrm>
            <a:off x="4686300" y="4953000"/>
            <a:ext cx="2819400" cy="99060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30" name="instance.C05.22.body.125">
            <a:extLst>
              <a:ext uri="{FF2B5EF4-FFF2-40B4-BE49-F238E27FC236}">
                <a16:creationId id="{AA77F649-870A-413C-BDDB-6861DF01171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10125" y="5067300"/>
            <a:ext cx="2571750" cy="762000"/>
          </a:xfrm>
          <a:prstGeom prst="rightArrow">
            <a:avLst/>
          </a:prstGeom>
          <a:gradFill>
            <a:gsLst>
              <a:gs pos="0">
                <a:srgbClr val="0759BE">
                  <a:alpha val="100000"/>
                </a:srgbClr>
              </a:gs>
              <a:gs pos="100000">
                <a:srgbClr val="0759BE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1" name="gallery.fade-out.note.126">
            <a:extLst>
              <a:ext uri="{FF2B5EF4-FFF2-40B4-BE49-F238E27FC236}">
                <a16:creationId id="{86AB73BA-5231-434F-9F17-C46BA602DE98}"/>
              </a:ext>
            </a:extLst>
          </p:cNvPr>
          <p:cNvSpPr>
            <a:spLocks noGrp="1"/>
          </p:cNvSpPr>
          <p:nvPr/>
        </p:nvSpPr>
        <p:spPr>
          <a:xfrm>
            <a:off x="44577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左不透明右透明</a:t>
            </a:r>
          </a:p>
        </p:txBody>
      </p:sp>
      <p:sp>
        <p:nvSpPr>
          <p:cNvPr id="32" name="gallery.swoosh-gradient.frame.127">
            <a:extLst>
              <a:ext uri="{FF2B5EF4-FFF2-40B4-BE49-F238E27FC236}">
                <a16:creationId id="{AE1156A3-4FCB-45EF-9D0C-D928E031EFF1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3" name="gallery.swoosh-gradient.heading.128">
            <a:extLst>
              <a:ext uri="{FF2B5EF4-FFF2-40B4-BE49-F238E27FC236}">
                <a16:creationId id="{DAB09045-0D40-433A-A064-9D10A9443B0A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C05  流线横向渐变</a:t>
            </a:r>
          </a:p>
        </p:txBody>
      </p:sp>
      <p:sp>
        <p:nvSpPr>
          <p:cNvPr id="34" name="instance.C05.23.body.129">
            <a:extLst>
              <a:ext uri="{FF2B5EF4-FFF2-40B4-BE49-F238E27FC236}">
                <a16:creationId id="{20B8ABD9-89A8-4C6A-9578-66764B52A45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658225" y="5067300"/>
            <a:ext cx="2571750" cy="762000"/>
          </a:xfrm>
          <a:prstGeom prst="swooshArrow">
            <a:avLst/>
          </a:prstGeom>
          <a:gradFill>
            <a:gsLst>
              <a:gs pos="0">
                <a:srgbClr val="ECF2FA"/>
              </a:gs>
              <a:gs pos="100000">
                <a:srgbClr val="0759BE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5" name="gallery.swoosh-gradient.note.130">
            <a:extLst>
              <a:ext uri="{FF2B5EF4-FFF2-40B4-BE49-F238E27FC236}">
                <a16:creationId id="{8B7244DE-7445-444B-902A-241B38A5F2A0}"/>
              </a:ext>
            </a:extLst>
          </p:cNvPr>
          <p:cNvSpPr>
            <a:spLocks noGrp="1"/>
          </p:cNvSpPr>
          <p:nvPr/>
        </p:nvSpPr>
        <p:spPr>
          <a:xfrm>
            <a:off x="8305800" y="61531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流线造型搭配左浅右深</a:t>
            </a:r>
          </a:p>
        </p:txBody>
      </p:sp>
      <p:sp>
        <p:nvSpPr>
          <p:cNvPr id="39" name="navigation.rule.2646">
            <a:extLst>
              <a:ext uri="{FF2B5EF4-FFF2-40B4-BE49-F238E27FC236}">
                <a16:creationId id="{29CF7828-BE91-4CF2-B909-BB5BC78EDAA3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0" name="navigation.section.2647">
            <a:extLst>
              <a:ext uri="{FF2B5EF4-FFF2-40B4-BE49-F238E27FC236}">
                <a16:creationId id="{2ADFC47D-539A-4018-A5AA-A6679A86FCA6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第2节　箭头与关系连接</a:t>
            </a:r>
          </a:p>
        </p:txBody>
      </p:sp>
      <p:sp>
        <p:nvSpPr>
          <p:cNvPr id="41" name="navigation.page.2648">
            <a:extLst>
              <a:ext uri="{FF2B5EF4-FFF2-40B4-BE49-F238E27FC236}">
                <a16:creationId id="{326E6196-1026-42AB-ADC6-2317DFA3497D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08 / 53</a:t>
            </a:r>
          </a:p>
        </p:txBody>
      </p:sp>
    </p:spTree>
    <p:extLst>
      <p:ext uri="{BB962C8B-B14F-4D97-AF65-F5344CB8AC3E}">
        <p14:creationId val="175204111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5" name="编号渐变标题栏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4" name="header.accent.87">
              <a:extLst>
                <a:ext uri="{FF2B5EF4-FFF2-40B4-BE49-F238E27FC236}">
                  <a16:creationId id="{D0D4DB0E-91B8-4648-9688-878973606714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88">
              <a:extLst>
                <a:ext uri="{FF2B5EF4-FFF2-40B4-BE49-F238E27FC236}">
                  <a16:creationId id="{36CBDAB3-8322-429F-91BB-F25225D416FD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</a:t>
              </a:r>
            </a:p>
          </p:txBody>
        </p:sp>
        <p:sp>
          <p:nvSpPr>
            <p:cNvPr id="3" name="header.gradient.89">
              <a:extLst>
                <a:ext uri="{FF2B5EF4-FFF2-40B4-BE49-F238E27FC236}">
                  <a16:creationId id="{06E3D789-95B6-494D-BC14-852E26D7490E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90">
              <a:extLst>
                <a:ext uri="{FF2B5EF4-FFF2-40B4-BE49-F238E27FC236}">
                  <a16:creationId id="{CAF312FB-9FA2-4DF6-AFBC-59DCBFC405E1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图标、标签与信息框</a:t>
              </a:r>
            </a:p>
          </p:txBody>
        </p:sp>
        <p:sp>
          <p:nvSpPr>
            <p:cNvPr id="5" name="header.library.91">
              <a:extLst>
                <a:ext uri="{FF2B5EF4-FFF2-40B4-BE49-F238E27FC236}">
                  <a16:creationId id="{8F336E4F-0BD4-4C00-A459-3A9BF33FFACD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6" name="箭头引导概述框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92">
              <a:extLst>
                <a:ext uri="{FF2B5EF4-FFF2-40B4-BE49-F238E27FC236}">
                  <a16:creationId id="{0F050505-9DCF-465D-BD5B-479DB1CAC41C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93">
              <a:extLst>
                <a:ext uri="{FF2B5EF4-FFF2-40B4-BE49-F238E27FC236}">
                  <a16:creationId id="{743EF5ED-9615-42EB-870C-38FC367BCA8C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94">
              <a:extLst>
                <a:ext uri="{FF2B5EF4-FFF2-40B4-BE49-F238E27FC236}">
                  <a16:creationId id="{CD716575-B4AB-4C43-9227-A695BEFB32CA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95">
              <a:extLst>
                <a:ext uri="{FF2B5EF4-FFF2-40B4-BE49-F238E27FC236}">
                  <a16:creationId id="{EE66E7C0-CD57-4184-A653-8B3F684A995A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图标采用紧凑的蓝白造型，</a:t>
              </a:r>
              <a:r>
                <a:rPr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rPr>
                <a:t>标签与文字框</a:t>
              </a:r>
              <a:r>
                <a:t> 维持参考图中的功能分工。</a:t>
              </a:r>
            </a:p>
          </p:txBody>
        </p:sp>
      </p:grpSp>
      <p:sp>
        <p:nvSpPr>
          <p:cNvPr id="10" name="icons.gallery.96">
            <a:extLst>
              <a:ext uri="{FF2B5EF4-FFF2-40B4-BE49-F238E27FC236}">
                <a16:creationId id="{12F127E6-A53F-4443-8902-7BDE72FA6611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1277600" cy="18097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11" name="icons.gallery.title.97">
            <a:extLst>
              <a:ext uri="{FF2B5EF4-FFF2-40B4-BE49-F238E27FC236}">
                <a16:creationId id="{075ED35D-C639-437E-A657-FB1A9AE684FD}"/>
              </a:ext>
            </a:extLst>
          </p:cNvPr>
          <p:cNvSpPr>
            <a:spLocks noGrp="1"/>
          </p:cNvSpPr>
          <p:nvPr/>
        </p:nvSpPr>
        <p:spPr>
          <a:xfrm>
            <a:off x="638175" y="188595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基础图标</a:t>
            </a:r>
          </a:p>
        </p:txBody>
      </p:sp>
      <p:grpSp>
        <p:nvGrpSpPr>
          <p:cNvPr id="57" name="I01 问题"/>
          <p:cNvGrpSpPr/>
          <p:nvPr/>
        </p:nvGrpSpPr>
        <p:grpSpPr>
          <a:xfrm>
            <a:off x="1123950" y="2438400"/>
            <a:ext cx="400050" cy="472060"/>
            <a:chOff x="1123950" y="2438400"/>
            <a:chExt cx="400050" cy="472060"/>
          </a:xfrm>
        </p:grpSpPr>
        <p:sp>
          <p:nvSpPr>
            <p:cNvPr id="12" name="icon.0.body.98">
              <a:extLst>
                <a:ext uri="{FF2B5EF4-FFF2-40B4-BE49-F238E27FC236}">
                  <a16:creationId id="{E29A49FC-F979-485A-B116-F5FC0FF5668A}"/>
                </a:ext>
              </a:extLst>
            </p:cNvPr>
            <p:cNvSpPr>
              <a:spLocks noGrp="1"/>
            </p:cNvSpPr>
            <p:nvPr/>
          </p:nvSpPr>
          <p:spPr>
            <a:xfrm>
              <a:off x="1123950" y="2438400"/>
              <a:ext cx="400050" cy="400050"/>
            </a:xfrm>
            <a:prstGeom prst="roundRect">
              <a:avLst>
                <a:gd name="adj" fmla="val 9524"/>
              </a:avLst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3" name="icon.0.tail.99">
              <a:extLst>
                <a:ext uri="{FF2B5EF4-FFF2-40B4-BE49-F238E27FC236}">
                  <a16:creationId id="{B20C3103-07FC-4733-9E9F-8111E582A8D7}"/>
                </a:ext>
              </a:extLst>
            </p:cNvPr>
            <p:cNvSpPr>
              <a:spLocks noGrp="1"/>
            </p:cNvSpPr>
            <p:nvPr/>
          </p:nvSpPr>
          <p:spPr>
            <a:xfrm rot="10800000">
              <a:off x="1275969" y="2730437"/>
              <a:ext cx="132017" cy="180023"/>
            </a:xfrm>
            <a:prstGeom prst="triangl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icon.0.disc.100">
              <a:extLst>
                <a:ext uri="{FF2B5EF4-FFF2-40B4-BE49-F238E27FC236}">
                  <a16:creationId id="{58B736CC-86E5-4EDA-8F09-F551FA9D27D1}"/>
                </a:ext>
              </a:extLst>
            </p:cNvPr>
            <p:cNvSpPr>
              <a:spLocks noGrp="1"/>
            </p:cNvSpPr>
            <p:nvPr/>
          </p:nvSpPr>
          <p:spPr>
            <a:xfrm>
              <a:off x="1203960" y="2498408"/>
              <a:ext cx="240030" cy="24003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5" name="icon.0.question.101">
              <a:extLst>
                <a:ext uri="{FF2B5EF4-FFF2-40B4-BE49-F238E27FC236}">
                  <a16:creationId id="{5A5B7544-E9A6-4D18-9502-E602A20D8303}"/>
                </a:ext>
              </a:extLst>
            </p:cNvPr>
            <p:cNvSpPr>
              <a:spLocks noGrp="1"/>
            </p:cNvSpPr>
            <p:nvPr/>
          </p:nvSpPr>
          <p:spPr>
            <a:xfrm>
              <a:off x="1203960" y="2482406"/>
              <a:ext cx="240030" cy="26003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70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?</a:t>
              </a:r>
            </a:p>
          </p:txBody>
        </p:sp>
      </p:grpSp>
      <p:sp>
        <p:nvSpPr>
          <p:cNvPr id="16" name="icon.label0.102">
            <a:extLst>
              <a:ext uri="{FF2B5EF4-FFF2-40B4-BE49-F238E27FC236}">
                <a16:creationId id="{1D0B5E16-9591-430C-996C-517585C3FA99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157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C10 问题</a:t>
            </a:r>
          </a:p>
        </p:txBody>
      </p:sp>
      <p:grpSp>
        <p:nvGrpSpPr>
          <p:cNvPr id="58" name="I02 说明"/>
          <p:cNvGrpSpPr/>
          <p:nvPr/>
        </p:nvGrpSpPr>
        <p:grpSpPr>
          <a:xfrm>
            <a:off x="2981325" y="2428875"/>
            <a:ext cx="400050" cy="409575"/>
            <a:chOff x="2981325" y="2428875"/>
            <a:chExt cx="400050" cy="409575"/>
          </a:xfrm>
        </p:grpSpPr>
        <p:sp>
          <p:nvSpPr>
            <p:cNvPr id="17" name="icon.1.circle.103">
              <a:extLst>
                <a:ext uri="{FF2B5EF4-FFF2-40B4-BE49-F238E27FC236}">
                  <a16:creationId id="{6EDC6130-490D-4A60-BD16-DDFF12DE3EC8}"/>
                </a:ext>
              </a:extLst>
            </p:cNvPr>
            <p:cNvSpPr>
              <a:spLocks noGrp="1"/>
            </p:cNvSpPr>
            <p:nvPr/>
          </p:nvSpPr>
          <p:spPr>
            <a:xfrm>
              <a:off x="2981325" y="2438400"/>
              <a:ext cx="400050" cy="400050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8" name="icon.1.i.104">
              <a:extLst>
                <a:ext uri="{FF2B5EF4-FFF2-40B4-BE49-F238E27FC236}">
                  <a16:creationId id="{6374FFFA-0D3A-41F5-8C43-FB9141296365}"/>
                </a:ext>
              </a:extLst>
            </p:cNvPr>
            <p:cNvSpPr>
              <a:spLocks noGrp="1"/>
            </p:cNvSpPr>
            <p:nvPr/>
          </p:nvSpPr>
          <p:spPr>
            <a:xfrm>
              <a:off x="2981325" y="2428875"/>
              <a:ext cx="4000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20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i</a:t>
              </a:r>
            </a:p>
          </p:txBody>
        </p:sp>
      </p:grpSp>
      <p:sp>
        <p:nvSpPr>
          <p:cNvPr id="19" name="icon.label1.105">
            <a:extLst>
              <a:ext uri="{FF2B5EF4-FFF2-40B4-BE49-F238E27FC236}">
                <a16:creationId id="{2F8B3571-995D-4A38-98E0-3E1739327451}"/>
              </a:ext>
            </a:extLst>
          </p:cNvPr>
          <p:cNvSpPr>
            <a:spLocks noGrp="1"/>
          </p:cNvSpPr>
          <p:nvPr/>
        </p:nvSpPr>
        <p:spPr>
          <a:xfrm>
            <a:off x="2486025" y="3067050"/>
            <a:ext cx="157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C11 说明</a:t>
            </a:r>
          </a:p>
        </p:txBody>
      </p:sp>
      <p:grpSp>
        <p:nvGrpSpPr>
          <p:cNvPr id="59" name="I03 文档"/>
          <p:cNvGrpSpPr/>
          <p:nvPr/>
        </p:nvGrpSpPr>
        <p:grpSpPr>
          <a:xfrm>
            <a:off x="4838700" y="2438400"/>
            <a:ext cx="340043" cy="400050"/>
            <a:chOff x="4838700" y="2438400"/>
            <a:chExt cx="340043" cy="400050"/>
          </a:xfrm>
        </p:grpSpPr>
        <p:sp>
          <p:nvSpPr>
            <p:cNvPr id="20" name="icon.2.back.106">
              <a:extLst>
                <a:ext uri="{FF2B5EF4-FFF2-40B4-BE49-F238E27FC236}">
                  <a16:creationId id="{C25E8745-ADF8-408C-801F-7C1C2876A0BE}"/>
                </a:ext>
              </a:extLst>
            </p:cNvPr>
            <p:cNvSpPr>
              <a:spLocks noGrp="1"/>
            </p:cNvSpPr>
            <p:nvPr/>
          </p:nvSpPr>
          <p:spPr>
            <a:xfrm>
              <a:off x="4898708" y="2478405"/>
              <a:ext cx="280035" cy="360045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21" name="icon.2.page.107">
              <a:extLst>
                <a:ext uri="{FF2B5EF4-FFF2-40B4-BE49-F238E27FC236}">
                  <a16:creationId id="{37034511-C0AB-456C-A202-3AC271A5301C}"/>
                </a:ext>
              </a:extLst>
            </p:cNvPr>
            <p:cNvSpPr>
              <a:spLocks noGrp="1"/>
            </p:cNvSpPr>
            <p:nvPr/>
          </p:nvSpPr>
          <p:spPr>
            <a:xfrm>
              <a:off x="4838700" y="2438400"/>
              <a:ext cx="280035" cy="360045"/>
            </a:xfrm>
            <a:prstGeom prst="rect">
              <a:avLst/>
            </a:prstGeom>
            <a:solidFill>
              <a:srgbClr val="FFFFFF"/>
            </a:solidFill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22" name="icon.2.line0.108">
              <a:extLst>
                <a:ext uri="{FF2B5EF4-FFF2-40B4-BE49-F238E27FC236}">
                  <a16:creationId id="{D5889E19-9A75-4032-84CA-FCBBA21CFC5A}"/>
                </a:ext>
              </a:extLst>
            </p:cNvPr>
            <p:cNvSpPr>
              <a:spLocks noGrp="1"/>
            </p:cNvSpPr>
            <p:nvPr/>
          </p:nvSpPr>
          <p:spPr>
            <a:xfrm>
              <a:off x="4890707" y="2538413"/>
              <a:ext cx="168021" cy="0"/>
            </a:xfrm>
            <a:prstGeom prst="line">
              <a:avLst/>
            </a:prstGeom>
            <a:noFill/>
            <a:ln w="15240">
              <a:solidFill>
                <a:srgbClr val="0759BE"/>
              </a:solidFill>
              <a:prstDash val="solid"/>
            </a:ln>
          </p:spPr>
        </p:sp>
        <p:sp>
          <p:nvSpPr>
            <p:cNvPr id="23" name="icon.2.line1.109">
              <a:extLst>
                <a:ext uri="{FF2B5EF4-FFF2-40B4-BE49-F238E27FC236}">
                  <a16:creationId id="{AF684D93-A656-4AED-8207-88E83BE6E953}"/>
                </a:ext>
              </a:extLst>
            </p:cNvPr>
            <p:cNvSpPr>
              <a:spLocks noGrp="1"/>
            </p:cNvSpPr>
            <p:nvPr/>
          </p:nvSpPr>
          <p:spPr>
            <a:xfrm>
              <a:off x="4890707" y="2610422"/>
              <a:ext cx="168021" cy="0"/>
            </a:xfrm>
            <a:prstGeom prst="line">
              <a:avLst/>
            </a:prstGeom>
            <a:noFill/>
            <a:ln w="15240">
              <a:solidFill>
                <a:srgbClr val="0759BE"/>
              </a:solidFill>
              <a:prstDash val="solid"/>
            </a:ln>
          </p:spPr>
        </p:sp>
        <p:sp>
          <p:nvSpPr>
            <p:cNvPr id="24" name="icon.2.line2.110">
              <a:extLst>
                <a:ext uri="{FF2B5EF4-FFF2-40B4-BE49-F238E27FC236}">
                  <a16:creationId id="{40B4DCB3-04C1-41D7-B515-689C46984D31}"/>
                </a:ext>
              </a:extLst>
            </p:cNvPr>
            <p:cNvSpPr>
              <a:spLocks noGrp="1"/>
            </p:cNvSpPr>
            <p:nvPr/>
          </p:nvSpPr>
          <p:spPr>
            <a:xfrm>
              <a:off x="4890707" y="2682431"/>
              <a:ext cx="168021" cy="0"/>
            </a:xfrm>
            <a:prstGeom prst="line">
              <a:avLst/>
            </a:prstGeom>
            <a:noFill/>
            <a:ln w="15240">
              <a:solidFill>
                <a:srgbClr val="0759BE"/>
              </a:solidFill>
              <a:prstDash val="solid"/>
            </a:ln>
          </p:spPr>
        </p:sp>
      </p:grpSp>
      <p:sp>
        <p:nvSpPr>
          <p:cNvPr id="25" name="icon.label2.111">
            <a:extLst>
              <a:ext uri="{FF2B5EF4-FFF2-40B4-BE49-F238E27FC236}">
                <a16:creationId id="{08E54071-F887-470C-B4C2-B3F65378F504}"/>
              </a:ext>
            </a:extLst>
          </p:cNvPr>
          <p:cNvSpPr>
            <a:spLocks noGrp="1"/>
          </p:cNvSpPr>
          <p:nvPr/>
        </p:nvSpPr>
        <p:spPr>
          <a:xfrm>
            <a:off x="4343400" y="3067050"/>
            <a:ext cx="157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C12 文档</a:t>
            </a:r>
          </a:p>
        </p:txBody>
      </p:sp>
      <p:sp>
        <p:nvSpPr>
          <p:cNvPr id="26" name="icon.3.database.112">
            <a:extLst>
              <a:ext uri="{FF2B5EF4-FFF2-40B4-BE49-F238E27FC236}">
                <a16:creationId id="{34576394-5982-4B68-AAB7-79CB2A384DF7}"/>
              </a:ext>
            </a:extLst>
          </p:cNvPr>
          <p:cNvSpPr>
            <a:spLocks noGrp="1"/>
          </p:cNvSpPr>
          <p:nvPr/>
        </p:nvSpPr>
        <p:spPr>
          <a:xfrm>
            <a:off x="6696075" y="2438400"/>
            <a:ext cx="400050" cy="400050"/>
          </a:xfrm>
          <a:prstGeom prst="can">
            <a:avLst/>
          </a:prstGeom>
          <a:solidFill>
            <a:srgbClr val="F2F7FB"/>
          </a:solidFill>
          <a:ln w="17145">
            <a:solidFill>
              <a:srgbClr val="0759BE"/>
            </a:solidFill>
            <a:prstDash val="solid"/>
          </a:ln>
        </p:spPr>
      </p:sp>
      <p:sp>
        <p:nvSpPr>
          <p:cNvPr id="27" name="icon.label3.113">
            <a:extLst>
              <a:ext uri="{FF2B5EF4-FFF2-40B4-BE49-F238E27FC236}">
                <a16:creationId id="{22AC8E75-2B91-4DE9-9025-D2F36266F9DF}"/>
              </a:ext>
            </a:extLst>
          </p:cNvPr>
          <p:cNvSpPr>
            <a:spLocks noGrp="1"/>
          </p:cNvSpPr>
          <p:nvPr/>
        </p:nvSpPr>
        <p:spPr>
          <a:xfrm>
            <a:off x="6200775" y="3067050"/>
            <a:ext cx="157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C13 数据库</a:t>
            </a:r>
          </a:p>
        </p:txBody>
      </p:sp>
      <p:grpSp>
        <p:nvGrpSpPr>
          <p:cNvPr id="60" name="I05 目标"/>
          <p:cNvGrpSpPr/>
          <p:nvPr/>
        </p:nvGrpSpPr>
        <p:grpSpPr>
          <a:xfrm>
            <a:off x="8553450" y="2438400"/>
            <a:ext cx="400050" cy="400050"/>
            <a:chOff x="8553450" y="2438400"/>
            <a:chExt cx="400050" cy="400050"/>
          </a:xfrm>
        </p:grpSpPr>
        <p:sp>
          <p:nvSpPr>
            <p:cNvPr id="28" name="icon.4.ring1.114">
              <a:extLst>
                <a:ext uri="{FF2B5EF4-FFF2-40B4-BE49-F238E27FC236}">
                  <a16:creationId id="{15D85905-B061-4AE5-ACF3-308F1DE6E5D1}"/>
                </a:ext>
              </a:extLst>
            </p:cNvPr>
            <p:cNvSpPr>
              <a:spLocks noGrp="1"/>
            </p:cNvSpPr>
            <p:nvPr/>
          </p:nvSpPr>
          <p:spPr>
            <a:xfrm>
              <a:off x="8553450" y="2438400"/>
              <a:ext cx="400050" cy="40005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29" name="icon.4.ring0.63.115">
              <a:extLst>
                <a:ext uri="{FF2B5EF4-FFF2-40B4-BE49-F238E27FC236}">
                  <a16:creationId id="{56BE12FA-9E9F-4C60-A97A-CC8B3BCD4BDC}"/>
                </a:ext>
              </a:extLst>
            </p:cNvPr>
            <p:cNvSpPr>
              <a:spLocks noGrp="1"/>
            </p:cNvSpPr>
            <p:nvPr/>
          </p:nvSpPr>
          <p:spPr>
            <a:xfrm>
              <a:off x="8627459" y="2512409"/>
              <a:ext cx="252032" cy="252032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0" name="icon.4.ring0.27.116">
              <a:extLst>
                <a:ext uri="{FF2B5EF4-FFF2-40B4-BE49-F238E27FC236}">
                  <a16:creationId id="{5037B236-7BDB-412B-8BE3-2E16CC820974}"/>
                </a:ext>
              </a:extLst>
            </p:cNvPr>
            <p:cNvSpPr>
              <a:spLocks noGrp="1"/>
            </p:cNvSpPr>
            <p:nvPr/>
          </p:nvSpPr>
          <p:spPr>
            <a:xfrm>
              <a:off x="8699468" y="2584418"/>
              <a:ext cx="108014" cy="108014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31" name="icon.label4.117">
            <a:extLst>
              <a:ext uri="{FF2B5EF4-FFF2-40B4-BE49-F238E27FC236}">
                <a16:creationId id="{4670A82C-5FD6-44C7-8039-5E5AFE3279FB}"/>
              </a:ext>
            </a:extLst>
          </p:cNvPr>
          <p:cNvSpPr>
            <a:spLocks noGrp="1"/>
          </p:cNvSpPr>
          <p:nvPr/>
        </p:nvSpPr>
        <p:spPr>
          <a:xfrm>
            <a:off x="8058150" y="3067050"/>
            <a:ext cx="157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C14 靶心</a:t>
            </a:r>
          </a:p>
        </p:txBody>
      </p:sp>
      <p:grpSp>
        <p:nvGrpSpPr>
          <p:cNvPr id="61" name="I06 融合"/>
          <p:cNvGrpSpPr/>
          <p:nvPr/>
        </p:nvGrpSpPr>
        <p:grpSpPr>
          <a:xfrm>
            <a:off x="10410825" y="2438400"/>
            <a:ext cx="392050" cy="380048"/>
            <a:chOff x="10410825" y="2438400"/>
            <a:chExt cx="392050" cy="380048"/>
          </a:xfrm>
        </p:grpSpPr>
        <p:sp>
          <p:nvSpPr>
            <p:cNvPr id="32" name="icon.5.a.118">
              <a:extLst>
                <a:ext uri="{FF2B5EF4-FFF2-40B4-BE49-F238E27FC236}">
                  <a16:creationId id="{CCBFCEE4-8938-4D98-B010-0502D8B98599}"/>
                </a:ext>
              </a:extLst>
            </p:cNvPr>
            <p:cNvSpPr>
              <a:spLocks noGrp="1"/>
            </p:cNvSpPr>
            <p:nvPr/>
          </p:nvSpPr>
          <p:spPr>
            <a:xfrm>
              <a:off x="10410825" y="2438400"/>
              <a:ext cx="92012" cy="92012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3" name="icon.5.b.119">
              <a:extLst>
                <a:ext uri="{FF2B5EF4-FFF2-40B4-BE49-F238E27FC236}">
                  <a16:creationId id="{E60AF3B9-BED3-4B83-B385-C0D97C5E5426}"/>
                </a:ext>
              </a:extLst>
            </p:cNvPr>
            <p:cNvSpPr>
              <a:spLocks noGrp="1"/>
            </p:cNvSpPr>
            <p:nvPr/>
          </p:nvSpPr>
          <p:spPr>
            <a:xfrm>
              <a:off x="10410825" y="2726436"/>
              <a:ext cx="92012" cy="92012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4" name="icon.5.c.120">
              <a:extLst>
                <a:ext uri="{FF2B5EF4-FFF2-40B4-BE49-F238E27FC236}">
                  <a16:creationId id="{1A034D49-A805-4337-80F4-EB0E3D614410}"/>
                </a:ext>
              </a:extLst>
            </p:cNvPr>
            <p:cNvSpPr>
              <a:spLocks noGrp="1"/>
            </p:cNvSpPr>
            <p:nvPr/>
          </p:nvSpPr>
          <p:spPr>
            <a:xfrm>
              <a:off x="10702862" y="2578418"/>
              <a:ext cx="100013" cy="100013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cxnSp>
          <p:nvCxnSpPr>
            <p:cNvPr id="35" name="icon.5.up">
              <a:extLst>
                <a:ext uri="{FF2B5EF4-FFF2-40B4-BE49-F238E27FC236}">
                  <a16:creationId id="{CCB8ED4B-BC9B-4D32-AD88-675AA4C1BABB}"/>
                </a:ext>
              </a:extLst>
            </p:cNvPr>
            <p:cNvCxnSpPr>
              <a:stCxn id="32" idx="6"/>
              <a:endCxn id="34" idx="2"/>
            </p:cNvCxnSpPr>
            <p:nvPr/>
          </p:nvCxnSpPr>
          <p:spPr>
            <a:xfrm>
              <a:off x="10502837" y="2484406"/>
              <a:ext cx="200025" cy="144019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36" name="icon.5.down">
              <a:extLst>
                <a:ext uri="{FF2B5EF4-FFF2-40B4-BE49-F238E27FC236}">
                  <a16:creationId id="{B4E16983-4E3C-4036-91DA-AB029FA1C441}"/>
                </a:ext>
              </a:extLst>
            </p:cNvPr>
            <p:cNvCxnSpPr>
              <a:stCxn id="33" idx="6"/>
              <a:endCxn id="34" idx="2"/>
            </p:cNvCxnSpPr>
            <p:nvPr/>
          </p:nvCxnSpPr>
          <p:spPr>
            <a:xfrm flipV="1">
              <a:off x="10502837" y="2628425"/>
              <a:ext cx="200025" cy="144018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</p:grpSp>
      <p:sp>
        <p:nvSpPr>
          <p:cNvPr id="37" name="icon.label5.121">
            <a:extLst>
              <a:ext uri="{FF2B5EF4-FFF2-40B4-BE49-F238E27FC236}">
                <a16:creationId id="{47EC378B-F1A2-42C5-9FB0-A9C6C06F57FE}"/>
              </a:ext>
            </a:extLst>
          </p:cNvPr>
          <p:cNvSpPr>
            <a:spLocks noGrp="1"/>
          </p:cNvSpPr>
          <p:nvPr/>
        </p:nvSpPr>
        <p:spPr>
          <a:xfrm>
            <a:off x="9915525" y="3067050"/>
            <a:ext cx="157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C08 汇流</a:t>
            </a:r>
          </a:p>
        </p:txBody>
      </p:sp>
      <p:grpSp>
        <p:nvGrpSpPr>
          <p:cNvPr id="62" name="概述框示例"/>
          <p:cNvGrpSpPr/>
          <p:nvPr/>
        </p:nvGrpSpPr>
        <p:grpSpPr>
          <a:xfrm>
            <a:off x="457200" y="3810000"/>
            <a:ext cx="11277600" cy="647700"/>
            <a:chOff x="457200" y="3810000"/>
            <a:chExt cx="11277600" cy="647700"/>
          </a:xfrm>
        </p:grpSpPr>
        <p:sp>
          <p:nvSpPr>
            <p:cNvPr id="38" name="info.lead.variant.122">
              <a:extLst>
                <a:ext uri="{FF2B5EF4-FFF2-40B4-BE49-F238E27FC236}">
                  <a16:creationId id="{C2DC7359-12E1-4AC1-8B07-D82BD263865D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3810000"/>
              <a:ext cx="11277600" cy="64770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39" name="info.lead.variant.icon.a.123">
              <a:extLst>
                <a:ext uri="{FF2B5EF4-FFF2-40B4-BE49-F238E27FC236}">
                  <a16:creationId id="{08A067A0-E1DC-4441-B636-41F126F29130}"/>
                </a:ext>
              </a:extLst>
            </p:cNvPr>
            <p:cNvSpPr>
              <a:spLocks noGrp="1"/>
            </p:cNvSpPr>
            <p:nvPr/>
          </p:nvSpPr>
          <p:spPr>
            <a:xfrm>
              <a:off x="619125" y="4029075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0" name="info.lead.variant.icon.b.124">
              <a:extLst>
                <a:ext uri="{FF2B5EF4-FFF2-40B4-BE49-F238E27FC236}">
                  <a16:creationId id="{91C5CE32-0635-4DBB-A853-5962001434B8}"/>
                </a:ext>
              </a:extLst>
            </p:cNvPr>
            <p:cNvSpPr>
              <a:spLocks noGrp="1"/>
            </p:cNvSpPr>
            <p:nvPr/>
          </p:nvSpPr>
          <p:spPr>
            <a:xfrm>
              <a:off x="715518" y="4029075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1" name="info.lead.variant.text.125">
              <a:extLst>
                <a:ext uri="{FF2B5EF4-FFF2-40B4-BE49-F238E27FC236}">
                  <a16:creationId id="{87EA081D-CB44-4998-9255-FF9A3BE3E5AA}"/>
                </a:ext>
              </a:extLst>
            </p:cNvPr>
            <p:cNvSpPr>
              <a:spLocks noGrp="1"/>
            </p:cNvSpPr>
            <p:nvPr/>
          </p:nvSpPr>
          <p:spPr>
            <a:xfrm>
              <a:off x="1000125" y="3895725"/>
              <a:ext cx="1055370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8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概述框用于给出上下文，</a:t>
              </a:r>
              <a:r>
                <a:rPr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rPr>
                <a:t>一段话只突出一个主要重点</a:t>
              </a:r>
              <a:r>
                <a:t>。</a:t>
              </a:r>
            </a:p>
          </p:txBody>
        </p:sp>
      </p:grpSp>
      <p:sp>
        <p:nvSpPr>
          <p:cNvPr id="42" name="label.examples.126">
            <a:extLst>
              <a:ext uri="{FF2B5EF4-FFF2-40B4-BE49-F238E27FC236}">
                <a16:creationId id="{8E3434AC-4917-471D-A1D0-9DE69B6310C9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4095750" cy="194310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43" name="label.examples.title.127">
            <a:extLst>
              <a:ext uri="{FF2B5EF4-FFF2-40B4-BE49-F238E27FC236}">
                <a16:creationId id="{D3CD8C95-1EE2-4672-9B95-3C58D27D9E4D}"/>
              </a:ext>
            </a:extLst>
          </p:cNvPr>
          <p:cNvSpPr>
            <a:spLocks noGrp="1"/>
          </p:cNvSpPr>
          <p:nvPr/>
        </p:nvSpPr>
        <p:spPr>
          <a:xfrm>
            <a:off x="619125" y="47053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分类标签</a:t>
            </a:r>
          </a:p>
        </p:txBody>
      </p:sp>
      <p:sp>
        <p:nvSpPr>
          <p:cNvPr id="44" name="label.blue.128">
            <a:extLst>
              <a:ext uri="{FF2B5EF4-FFF2-40B4-BE49-F238E27FC236}">
                <a16:creationId id="{F9676B50-4812-42B2-BD9D-458B2CE2AEC5}"/>
              </a:ext>
            </a:extLst>
          </p:cNvPr>
          <p:cNvSpPr>
            <a:spLocks noGrp="1"/>
          </p:cNvSpPr>
          <p:nvPr/>
        </p:nvSpPr>
        <p:spPr>
          <a:xfrm>
            <a:off x="638175" y="5219700"/>
            <a:ext cx="1381125" cy="438150"/>
          </a:xfrm>
          <a:prstGeom prst="rect">
            <a:avLst/>
          </a:prstGeom>
          <a:solidFill>
            <a:srgbClr val="0759BE"/>
          </a:solidFill>
          <a:ln w="13335">
            <a:noFill/>
            <a:prstDash val="solid"/>
          </a:ln>
        </p:spPr>
        <p:txBody>
          <a:bodyPr wrap="square" lIns="47625" tIns="47625" rIns="47625" bIns="47625" anchor="ctr">
            <a:noAutofit/>
          </a:bodyPr>
          <a:lstStyle>
            <a:def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算法改进</a:t>
            </a:r>
          </a:p>
        </p:txBody>
      </p:sp>
      <p:sp>
        <p:nvSpPr>
          <p:cNvPr id="45" name="label.blue.description.129">
            <a:extLst>
              <a:ext uri="{FF2B5EF4-FFF2-40B4-BE49-F238E27FC236}">
                <a16:creationId id="{60103954-A35B-49A8-9E10-3727D89DA85F}"/>
              </a:ext>
            </a:extLst>
          </p:cNvPr>
          <p:cNvSpPr>
            <a:spLocks noGrp="1"/>
          </p:cNvSpPr>
          <p:nvPr/>
        </p:nvSpPr>
        <p:spPr>
          <a:xfrm>
            <a:off x="638175" y="5800725"/>
            <a:ext cx="1381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短标签</a:t>
            </a:r>
          </a:p>
        </p:txBody>
      </p:sp>
      <p:sp>
        <p:nvSpPr>
          <p:cNvPr id="46" name="label.side.130">
            <a:extLst>
              <a:ext uri="{FF2B5EF4-FFF2-40B4-BE49-F238E27FC236}">
                <a16:creationId id="{919F0C71-5262-4BF8-85BD-FEA7FEE145C1}"/>
              </a:ext>
            </a:extLst>
          </p:cNvPr>
          <p:cNvSpPr>
            <a:spLocks noGrp="1"/>
          </p:cNvSpPr>
          <p:nvPr/>
        </p:nvSpPr>
        <p:spPr>
          <a:xfrm>
            <a:off x="2352675" y="5219700"/>
            <a:ext cx="952500" cy="1123950"/>
          </a:xfrm>
          <a:prstGeom prst="roundRect">
            <a:avLst>
              <a:gd name="adj" fmla="val 10000"/>
            </a:avLst>
          </a:prstGeom>
          <a:solidFill>
            <a:srgbClr val="0759BE"/>
          </a:solidFill>
          <a:ln w="13335">
            <a:noFill/>
            <a:prstDash val="solid"/>
          </a:ln>
        </p:spPr>
        <p:txBody>
          <a:bodyPr wrap="square" lIns="47625" tIns="47625" rIns="47625" bIns="47625" anchor="ctr">
            <a:noAutofit/>
          </a:bodyPr>
          <a:lstStyle>
            <a:def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rPr>
              <a:t>研究</a:t>
            </a:r>
          </a:p>
          <a:p>
            <a:pPr algn="ctr">
              <a:def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5E86A"/>
                </a:solidFill>
                <a:latin typeface="Noto Sans SC"/>
                <a:ea typeface="Noto Sans SC"/>
                <a:cs typeface="Noto Sans SC"/>
              </a:rPr>
              <a:t>方向</a:t>
            </a:r>
          </a:p>
        </p:txBody>
      </p:sp>
      <p:sp>
        <p:nvSpPr>
          <p:cNvPr id="47" name="label.side.description.131">
            <a:extLst>
              <a:ext uri="{FF2B5EF4-FFF2-40B4-BE49-F238E27FC236}">
                <a16:creationId id="{64B4144C-3E6B-4D84-89C0-683EDAF29613}"/>
              </a:ext>
            </a:extLst>
          </p:cNvPr>
          <p:cNvSpPr>
            <a:spLocks noGrp="1"/>
          </p:cNvSpPr>
          <p:nvPr/>
        </p:nvSpPr>
        <p:spPr>
          <a:xfrm>
            <a:off x="3476625" y="5467350"/>
            <a:ext cx="809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侧边</a:t>
            </a:r>
          </a:p>
          <a:p>
            <a:pPr algn="l">
              <a:defRPr sz="16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分类</a:t>
            </a:r>
          </a:p>
        </p:txBody>
      </p:sp>
      <p:sp>
        <p:nvSpPr>
          <p:cNvPr id="48" name="info.examples.132">
            <a:extLst>
              <a:ext uri="{FF2B5EF4-FFF2-40B4-BE49-F238E27FC236}">
                <a16:creationId id="{A25AB8BD-175B-47DF-83CF-3969D8704A21}"/>
              </a:ext>
            </a:extLst>
          </p:cNvPr>
          <p:cNvSpPr>
            <a:spLocks noGrp="1"/>
          </p:cNvSpPr>
          <p:nvPr/>
        </p:nvSpPr>
        <p:spPr>
          <a:xfrm>
            <a:off x="4762500" y="4648200"/>
            <a:ext cx="6972300" cy="194310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49" name="info.examples.title.133">
            <a:extLst>
              <a:ext uri="{FF2B5EF4-FFF2-40B4-BE49-F238E27FC236}">
                <a16:creationId id="{DEAC739F-DF03-4A10-BDB1-76D9EC51633D}"/>
              </a:ext>
            </a:extLst>
          </p:cNvPr>
          <p:cNvSpPr>
            <a:spLocks noGrp="1"/>
          </p:cNvSpPr>
          <p:nvPr/>
        </p:nvSpPr>
        <p:spPr>
          <a:xfrm>
            <a:off x="4933950" y="4705350"/>
            <a:ext cx="657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强调横条与结论框</a:t>
            </a:r>
          </a:p>
        </p:txBody>
      </p:sp>
      <p:grpSp>
        <p:nvGrpSpPr>
          <p:cNvPr id="63" name="蓝底强调横条"/>
          <p:cNvGrpSpPr/>
          <p:nvPr/>
        </p:nvGrpSpPr>
        <p:grpSpPr>
          <a:xfrm>
            <a:off x="4943475" y="5172075"/>
            <a:ext cx="6610350" cy="476250"/>
            <a:chOff x="4943475" y="5172075"/>
            <a:chExt cx="6610350" cy="476250"/>
          </a:xfrm>
        </p:grpSpPr>
        <p:sp>
          <p:nvSpPr>
            <p:cNvPr id="50" name="info.blue-banner.134">
              <a:extLst>
                <a:ext uri="{FF2B5EF4-FFF2-40B4-BE49-F238E27FC236}">
                  <a16:creationId id="{BC6E5AE6-127E-4507-A8F4-37D7FD537AD2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5172075"/>
              <a:ext cx="6610350" cy="47625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51" name="info.blue-banner.text.135">
              <a:extLst>
                <a:ext uri="{FF2B5EF4-FFF2-40B4-BE49-F238E27FC236}">
                  <a16:creationId id="{781CA067-9A3A-4767-BC54-4BF653EB30E7}"/>
                </a:ext>
              </a:extLst>
            </p:cNvPr>
            <p:cNvSpPr>
              <a:spLocks noGrp="1"/>
            </p:cNvSpPr>
            <p:nvPr/>
          </p:nvSpPr>
          <p:spPr>
            <a:xfrm>
              <a:off x="5095875" y="5200650"/>
              <a:ext cx="63055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8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正文使用白色，</a:t>
              </a:r>
              <a:r>
                <a:rPr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rPr>
                <a:t>重点使用黄色</a:t>
              </a:r>
            </a:p>
          </p:txBody>
        </p:sp>
      </p:grpSp>
      <p:grpSp>
        <p:nvGrpSpPr>
          <p:cNvPr id="64" name="结论框示例"/>
          <p:cNvGrpSpPr/>
          <p:nvPr/>
        </p:nvGrpSpPr>
        <p:grpSpPr>
          <a:xfrm>
            <a:off x="4943475" y="5819775"/>
            <a:ext cx="6610350" cy="600075"/>
            <a:chOff x="4943475" y="5819775"/>
            <a:chExt cx="6610350" cy="600075"/>
          </a:xfrm>
        </p:grpSpPr>
        <p:sp>
          <p:nvSpPr>
            <p:cNvPr id="52" name="info.summary.variant.136">
              <a:extLst>
                <a:ext uri="{FF2B5EF4-FFF2-40B4-BE49-F238E27FC236}">
                  <a16:creationId id="{3B78BB89-795A-4318-9FBC-220987463E30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5819775"/>
              <a:ext cx="6610350" cy="6000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EFF3F7"/>
                </a:gs>
              </a:gsLst>
              <a:lin ang="5400000"/>
            </a:gra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53" name="info.summary.variant.text.137">
              <a:extLst>
                <a:ext uri="{FF2B5EF4-FFF2-40B4-BE49-F238E27FC236}">
                  <a16:creationId id="{7FC77EA2-D043-4ACA-BFE1-13DFC7FEFFD2}"/>
                </a:ext>
              </a:extLst>
            </p:cNvPr>
            <p:cNvSpPr>
              <a:spLocks noGrp="1"/>
            </p:cNvSpPr>
            <p:nvPr/>
          </p:nvSpPr>
          <p:spPr>
            <a:xfrm>
              <a:off x="5143500" y="5895975"/>
              <a:ext cx="62103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结论框放在论证之后，</a:t>
              </a:r>
              <a:br/>
              <a:r>
                <a:t>说明方法所解决的问题与适用条件。</a:t>
              </a:r>
            </a:p>
          </p:txBody>
        </p:sp>
      </p:grpSp>
      <p:sp>
        <p:nvSpPr>
          <p:cNvPr id="65" name="navigation.rule.2649">
            <a:extLst>
              <a:ext uri="{FF2B5EF4-FFF2-40B4-BE49-F238E27FC236}">
                <a16:creationId id="{21ADAAF9-4486-43A4-9260-C43A3E1EB359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6" name="navigation.section.2650">
            <a:extLst>
              <a:ext uri="{FF2B5EF4-FFF2-40B4-BE49-F238E27FC236}">
                <a16:creationId id="{4A716D7E-B9CF-4654-84CE-43BA7741CB07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67" name="navigation.page.2651">
            <a:extLst>
              <a:ext uri="{FF2B5EF4-FFF2-40B4-BE49-F238E27FC236}">
                <a16:creationId id="{76D0A4E7-F0E9-4E47-BBA3-59E760E27AE4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09 / 53</a:t>
            </a:r>
          </a:p>
        </p:txBody>
      </p:sp>
    </p:spTree>
    <p:extLst>
      <p:ext uri="{BB962C8B-B14F-4D97-AF65-F5344CB8AC3E}">
        <p14:creationId val="2008393704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93" name="3.1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92" name="header.accent.131">
              <a:extLst>
                <a:ext uri="{FF2B5EF4-FFF2-40B4-BE49-F238E27FC236}">
                  <a16:creationId id="{D0ABCB9D-52DB-4ED2-BD70-5B131A73A9FF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32">
              <a:extLst>
                <a:ext uri="{FF2B5EF4-FFF2-40B4-BE49-F238E27FC236}">
                  <a16:creationId id="{80E37135-1F8D-4EF5-927F-8F8B2F067A51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3.1</a:t>
              </a:r>
            </a:p>
          </p:txBody>
        </p:sp>
        <p:sp>
          <p:nvSpPr>
            <p:cNvPr id="3" name="header.gradient.133">
              <a:extLst>
                <a:ext uri="{FF2B5EF4-FFF2-40B4-BE49-F238E27FC236}">
                  <a16:creationId id="{8494B615-4AA8-4217-A30D-2AA7FA0669F8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34">
              <a:extLst>
                <a:ext uri="{FF2B5EF4-FFF2-40B4-BE49-F238E27FC236}">
                  <a16:creationId id="{3C97E77B-1580-4415-A60E-86F410CAD33C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图标造型变体</a:t>
              </a:r>
            </a:p>
          </p:txBody>
        </p:sp>
        <p:sp>
          <p:nvSpPr>
            <p:cNvPr id="5" name="header.library.135">
              <a:extLst>
                <a:ext uri="{FF2B5EF4-FFF2-40B4-BE49-F238E27FC236}">
                  <a16:creationId id="{210795CB-C4EA-4C5D-BF65-8E5D84E7E4DD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94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36">
              <a:extLst>
                <a:ext uri="{FF2B5EF4-FFF2-40B4-BE49-F238E27FC236}">
                  <a16:creationId id="{CEC1C66D-CF12-4575-A80F-DA4F1EC98C1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37">
              <a:extLst>
                <a:ext uri="{FF2B5EF4-FFF2-40B4-BE49-F238E27FC236}">
                  <a16:creationId id="{D6F3AB7E-1B95-4EB6-B5DA-4B2C5A827EC7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38">
              <a:extLst>
                <a:ext uri="{FF2B5EF4-FFF2-40B4-BE49-F238E27FC236}">
                  <a16:creationId id="{78EF3278-D6F4-4B6A-82B3-301189BE78DD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39">
              <a:extLst>
                <a:ext uri="{FF2B5EF4-FFF2-40B4-BE49-F238E27FC236}">
                  <a16:creationId id="{D5B0493F-4CB3-4821-AC06-17BB6A57B45B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同一含义保留可辨识的图形特征，通过外轮廓和内部结构形成不同造型。</a:t>
              </a:r>
            </a:p>
          </p:txBody>
        </p:sp>
      </p:grpSp>
      <p:sp>
        <p:nvSpPr>
          <p:cNvPr id="10" name="gallery.double-bubble.frame.140">
            <a:extLst>
              <a:ext uri="{FF2B5EF4-FFF2-40B4-BE49-F238E27FC236}">
                <a16:creationId id="{32A9D772-0E49-4D42-9D34-C031E4E98F1F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double-bubble.heading.141">
            <a:extLst>
              <a:ext uri="{FF2B5EF4-FFF2-40B4-BE49-F238E27FC236}">
                <a16:creationId id="{5DC9650A-CB69-4989-80A6-BDC060E528C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C10  双气泡问号</a:t>
            </a:r>
          </a:p>
        </p:txBody>
      </p:sp>
      <p:grpSp>
        <p:nvGrpSpPr>
          <p:cNvPr id="95" name="双气泡问号"/>
          <p:cNvGrpSpPr/>
          <p:nvPr/>
        </p:nvGrpSpPr>
        <p:grpSpPr>
          <a:xfrm>
            <a:off x="1104900" y="2533650"/>
            <a:ext cx="828675" cy="819150"/>
            <a:chOff x="1104900" y="2533650"/>
            <a:chExt cx="828675" cy="819150"/>
          </a:xfrm>
        </p:grpSpPr>
        <p:sp>
          <p:nvSpPr>
            <p:cNvPr id="12" name="instance.C10.24.rear.142">
              <a:extLst>
                <a:ext uri="{FF2B5EF4-FFF2-40B4-BE49-F238E27FC236}">
                  <a16:creationId id="{FF04CA3D-EDAB-4EDE-9D0A-5EA3276AA608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2533650"/>
              <a:ext cx="561975" cy="561975"/>
            </a:xfrm>
            <a:custGeom>
              <a:pathLst>
                <a:path w="561975" h="561975">
                  <a:moveTo>
                    <a:pt x="84296" y="0"/>
                  </a:moveTo>
                  <a:lnTo>
                    <a:pt x="477679" y="0"/>
                  </a:lnTo>
                  <a:cubicBezTo>
                    <a:pt x="561975" y="0"/>
                    <a:pt x="561975" y="0"/>
                    <a:pt x="561975" y="84296"/>
                  </a:cubicBezTo>
                  <a:lnTo>
                    <a:pt x="561975" y="348425"/>
                  </a:lnTo>
                  <a:cubicBezTo>
                    <a:pt x="561975" y="432721"/>
                    <a:pt x="561975" y="432721"/>
                    <a:pt x="477679" y="432721"/>
                  </a:cubicBezTo>
                  <a:lnTo>
                    <a:pt x="427101" y="432721"/>
                  </a:lnTo>
                  <a:lnTo>
                    <a:pt x="488918" y="561975"/>
                  </a:lnTo>
                  <a:lnTo>
                    <a:pt x="286607" y="432721"/>
                  </a:lnTo>
                  <a:lnTo>
                    <a:pt x="84296" y="432721"/>
                  </a:lnTo>
                  <a:cubicBezTo>
                    <a:pt x="0" y="432721"/>
                    <a:pt x="0" y="432721"/>
                    <a:pt x="0" y="348425"/>
                  </a:cubicBezTo>
                  <a:lnTo>
                    <a:pt x="0" y="84296"/>
                  </a:lnTo>
                  <a:cubicBezTo>
                    <a:pt x="0" y="0"/>
                    <a:pt x="0" y="0"/>
                    <a:pt x="84296" y="0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3" name="instance.C10.24.rear.line1.143">
              <a:extLst>
                <a:ext uri="{FF2B5EF4-FFF2-40B4-BE49-F238E27FC236}">
                  <a16:creationId id="{625570AD-6A69-431A-B495-D3DF73405722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" y="2667000"/>
              <a:ext cx="285750" cy="95"/>
            </a:xfrm>
            <a:custGeom>
              <a:pathLst>
                <a:path w="285750" h="9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14" name="instance.C10.24.rear.line2.144">
              <a:extLst>
                <a:ext uri="{FF2B5EF4-FFF2-40B4-BE49-F238E27FC236}">
                  <a16:creationId id="{C23FE711-EAF8-4393-B576-869B80DCD79F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" y="2762250"/>
              <a:ext cx="209550" cy="95"/>
            </a:xfrm>
            <a:custGeom>
              <a:pathLst>
                <a:path w="209550" h="9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15" name="instance.C10.24.front.145">
              <a:extLst>
                <a:ext uri="{FF2B5EF4-FFF2-40B4-BE49-F238E27FC236}">
                  <a16:creationId id="{F0C4DBB7-43E4-4726-9963-A6F6EDF20742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" y="2752725"/>
              <a:ext cx="657225" cy="600075"/>
            </a:xfrm>
            <a:custGeom>
              <a:pathLst>
                <a:path w="657225" h="600075">
                  <a:moveTo>
                    <a:pt x="90011" y="0"/>
                  </a:moveTo>
                  <a:lnTo>
                    <a:pt x="567214" y="0"/>
                  </a:lnTo>
                  <a:cubicBezTo>
                    <a:pt x="657225" y="0"/>
                    <a:pt x="657225" y="0"/>
                    <a:pt x="657225" y="90011"/>
                  </a:cubicBezTo>
                  <a:lnTo>
                    <a:pt x="657225" y="372047"/>
                  </a:lnTo>
                  <a:cubicBezTo>
                    <a:pt x="657225" y="462058"/>
                    <a:pt x="657225" y="462058"/>
                    <a:pt x="567214" y="462058"/>
                  </a:cubicBezTo>
                  <a:lnTo>
                    <a:pt x="308896" y="462058"/>
                  </a:lnTo>
                  <a:lnTo>
                    <a:pt x="92012" y="600075"/>
                  </a:lnTo>
                  <a:lnTo>
                    <a:pt x="151162" y="462058"/>
                  </a:lnTo>
                  <a:lnTo>
                    <a:pt x="90011" y="462058"/>
                  </a:lnTo>
                  <a:cubicBezTo>
                    <a:pt x="0" y="462058"/>
                    <a:pt x="0" y="462058"/>
                    <a:pt x="0" y="372047"/>
                  </a:cubicBezTo>
                  <a:lnTo>
                    <a:pt x="0" y="90011"/>
                  </a:lnTo>
                  <a:cubicBezTo>
                    <a:pt x="0" y="0"/>
                    <a:pt x="0" y="0"/>
                    <a:pt x="90011" y="0"/>
                  </a:cubicBez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6" name="instance.C10.24.question.146">
              <a:extLst>
                <a:ext uri="{FF2B5EF4-FFF2-40B4-BE49-F238E27FC236}">
                  <a16:creationId id="{FE60028D-BEDC-484D-AC24-4121CB444E10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" y="2733675"/>
              <a:ext cx="4000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30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?</a:t>
              </a:r>
            </a:p>
          </p:txBody>
        </p:sp>
      </p:grpSp>
      <p:sp>
        <p:nvSpPr>
          <p:cNvPr id="17" name="gallery.double-bubble.note.147">
            <a:extLst>
              <a:ext uri="{FF2B5EF4-FFF2-40B4-BE49-F238E27FC236}">
                <a16:creationId id="{B10D1797-173C-4F8C-B753-07EBB5847551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前后交叠的对话气泡</a:t>
            </a:r>
          </a:p>
        </p:txBody>
      </p:sp>
      <p:sp>
        <p:nvSpPr>
          <p:cNvPr id="18" name="gallery.square-frame.frame.148">
            <a:extLst>
              <a:ext uri="{FF2B5EF4-FFF2-40B4-BE49-F238E27FC236}">
                <a16:creationId id="{19954E15-C76E-452C-B401-E5B17FB1D1B9}"/>
              </a:ext>
            </a:extLst>
          </p:cNvPr>
          <p:cNvSpPr>
            <a:spLocks noGrp="1"/>
          </p:cNvSpPr>
          <p:nvPr/>
        </p:nvSpPr>
        <p:spPr>
          <a:xfrm>
            <a:off x="2743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9" name="gallery.square-frame.heading.149">
            <a:extLst>
              <a:ext uri="{FF2B5EF4-FFF2-40B4-BE49-F238E27FC236}">
                <a16:creationId id="{A25853C2-CADB-484B-9528-4C7A48E3ED84}"/>
              </a:ext>
            </a:extLst>
          </p:cNvPr>
          <p:cNvSpPr>
            <a:spLocks noGrp="1"/>
          </p:cNvSpPr>
          <p:nvPr/>
        </p:nvSpPr>
        <p:spPr>
          <a:xfrm>
            <a:off x="2895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C11  方框信息</a:t>
            </a:r>
          </a:p>
        </p:txBody>
      </p:sp>
      <p:grpSp>
        <p:nvGrpSpPr>
          <p:cNvPr id="96" name="方框信息"/>
          <p:cNvGrpSpPr/>
          <p:nvPr/>
        </p:nvGrpSpPr>
        <p:grpSpPr>
          <a:xfrm>
            <a:off x="3448050" y="2581275"/>
            <a:ext cx="723900" cy="733425"/>
            <a:chOff x="3448050" y="2581275"/>
            <a:chExt cx="723900" cy="733425"/>
          </a:xfrm>
        </p:grpSpPr>
        <p:sp>
          <p:nvSpPr>
            <p:cNvPr id="20" name="instance.C11.25.frame.150">
              <a:extLst>
                <a:ext uri="{FF2B5EF4-FFF2-40B4-BE49-F238E27FC236}">
                  <a16:creationId id="{1EAD9AB4-B375-484D-BC14-BF682F349E66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2581275"/>
              <a:ext cx="723900" cy="73342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1" name="instance.C11.25.top.151">
              <a:extLst>
                <a:ext uri="{FF2B5EF4-FFF2-40B4-BE49-F238E27FC236}">
                  <a16:creationId id="{05D033B0-0933-4C5B-B260-AC971E320BAE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2581275"/>
              <a:ext cx="723900" cy="762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2" name="instance.C11.25.info.dot.152">
              <a:extLst>
                <a:ext uri="{FF2B5EF4-FFF2-40B4-BE49-F238E27FC236}">
                  <a16:creationId id="{CCCA8A76-8D9A-4B88-B964-BA4ABEA7C08B}"/>
                </a:ext>
              </a:extLst>
            </p:cNvPr>
            <p:cNvSpPr>
              <a:spLocks noGrp="1"/>
            </p:cNvSpPr>
            <p:nvPr/>
          </p:nvSpPr>
          <p:spPr>
            <a:xfrm>
              <a:off x="3771900" y="2752725"/>
              <a:ext cx="76200" cy="76200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3" name="instance.C11.25.info.stem.153">
              <a:extLst>
                <a:ext uri="{FF2B5EF4-FFF2-40B4-BE49-F238E27FC236}">
                  <a16:creationId id="{73D55A55-877B-415A-8B87-FC9065567FAD}"/>
                </a:ext>
              </a:extLst>
            </p:cNvPr>
            <p:cNvSpPr>
              <a:spLocks noGrp="1"/>
            </p:cNvSpPr>
            <p:nvPr/>
          </p:nvSpPr>
          <p:spPr>
            <a:xfrm>
              <a:off x="3771900" y="2874645"/>
              <a:ext cx="76200" cy="25908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24" name="gallery.square-frame.note.154">
            <a:extLst>
              <a:ext uri="{FF2B5EF4-FFF2-40B4-BE49-F238E27FC236}">
                <a16:creationId id="{79DCE0BD-8F64-4A3D-8212-34549FA28BB8}"/>
              </a:ext>
            </a:extLst>
          </p:cNvPr>
          <p:cNvSpPr>
            <a:spLocks noGrp="1"/>
          </p:cNvSpPr>
          <p:nvPr/>
        </p:nvSpPr>
        <p:spPr>
          <a:xfrm>
            <a:off x="2857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方框、顶条与信息标记</a:t>
            </a:r>
          </a:p>
        </p:txBody>
      </p:sp>
      <p:sp>
        <p:nvSpPr>
          <p:cNvPr id="25" name="gallery.folded-page.frame.155">
            <a:extLst>
              <a:ext uri="{FF2B5EF4-FFF2-40B4-BE49-F238E27FC236}">
                <a16:creationId id="{59DA5005-01E8-4791-949B-80EC872438A6}"/>
              </a:ext>
            </a:extLst>
          </p:cNvPr>
          <p:cNvSpPr>
            <a:spLocks noGrp="1"/>
          </p:cNvSpPr>
          <p:nvPr/>
        </p:nvSpPr>
        <p:spPr>
          <a:xfrm>
            <a:off x="5029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6" name="gallery.folded-page.heading.156">
            <a:extLst>
              <a:ext uri="{FF2B5EF4-FFF2-40B4-BE49-F238E27FC236}">
                <a16:creationId id="{F1C099C0-6836-4A1E-997C-018CD26B68D8}"/>
              </a:ext>
            </a:extLst>
          </p:cNvPr>
          <p:cNvSpPr>
            <a:spLocks noGrp="1"/>
          </p:cNvSpPr>
          <p:nvPr/>
        </p:nvSpPr>
        <p:spPr>
          <a:xfrm>
            <a:off x="5181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C12  折角单页</a:t>
            </a:r>
          </a:p>
        </p:txBody>
      </p:sp>
      <p:grpSp>
        <p:nvGrpSpPr>
          <p:cNvPr id="97" name="折角单页"/>
          <p:cNvGrpSpPr/>
          <p:nvPr/>
        </p:nvGrpSpPr>
        <p:grpSpPr>
          <a:xfrm>
            <a:off x="5810250" y="2505075"/>
            <a:ext cx="571500" cy="847725"/>
            <a:chOff x="5810250" y="2505075"/>
            <a:chExt cx="571500" cy="847725"/>
          </a:xfrm>
        </p:grpSpPr>
        <p:sp>
          <p:nvSpPr>
            <p:cNvPr id="27" name="instance.C12.26.page.body.157">
              <a:extLst>
                <a:ext uri="{FF2B5EF4-FFF2-40B4-BE49-F238E27FC236}">
                  <a16:creationId id="{FC0F65B3-D124-4C0D-A9FB-4A2AB38F608B}"/>
                </a:ext>
              </a:extLst>
            </p:cNvPr>
            <p:cNvSpPr>
              <a:spLocks noGrp="1"/>
            </p:cNvSpPr>
            <p:nvPr/>
          </p:nvSpPr>
          <p:spPr>
            <a:xfrm>
              <a:off x="5810250" y="2505075"/>
              <a:ext cx="571500" cy="847725"/>
            </a:xfrm>
            <a:custGeom>
              <a:pathLst>
                <a:path w="571500" h="847725">
                  <a:moveTo>
                    <a:pt x="0" y="0"/>
                  </a:moveTo>
                  <a:lnTo>
                    <a:pt x="400050" y="0"/>
                  </a:lnTo>
                  <a:lnTo>
                    <a:pt x="571500" y="171450"/>
                  </a:lnTo>
                  <a:lnTo>
                    <a:pt x="571500" y="847725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8" name="instance.C12.26.page.fold.158">
              <a:extLst>
                <a:ext uri="{FF2B5EF4-FFF2-40B4-BE49-F238E27FC236}">
                  <a16:creationId id="{DDDD3881-6025-46D7-852B-D6F20CD7D59C}"/>
                </a:ext>
              </a:extLst>
            </p:cNvPr>
            <p:cNvSpPr>
              <a:spLocks noGrp="1"/>
            </p:cNvSpPr>
            <p:nvPr/>
          </p:nvSpPr>
          <p:spPr>
            <a:xfrm>
              <a:off x="6210300" y="2505075"/>
              <a:ext cx="171450" cy="171450"/>
            </a:xfrm>
            <a:custGeom>
              <a:pathLst>
                <a:path w="171450" h="171450">
                  <a:moveTo>
                    <a:pt x="0" y="0"/>
                  </a:moveTo>
                  <a:lnTo>
                    <a:pt x="0" y="171450"/>
                  </a:lnTo>
                  <a:lnTo>
                    <a:pt x="171450" y="171450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9" name="instance.C12.26.text0.159">
              <a:extLst>
                <a:ext uri="{FF2B5EF4-FFF2-40B4-BE49-F238E27FC236}">
                  <a16:creationId id="{47499112-D738-465B-A974-52D3A3871F3B}"/>
                </a:ext>
              </a:extLst>
            </p:cNvPr>
            <p:cNvSpPr>
              <a:spLocks noGrp="1"/>
            </p:cNvSpPr>
            <p:nvPr/>
          </p:nvSpPr>
          <p:spPr>
            <a:xfrm>
              <a:off x="5924550" y="2828925"/>
              <a:ext cx="342900" cy="95"/>
            </a:xfrm>
            <a:custGeom>
              <a:pathLst>
                <a:path w="342900" h="9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0" name="instance.C12.26.text1.160">
              <a:extLst>
                <a:ext uri="{FF2B5EF4-FFF2-40B4-BE49-F238E27FC236}">
                  <a16:creationId id="{0460DFFB-F4C3-4D93-9B4E-C6B9EAB1D62D}"/>
                </a:ext>
              </a:extLst>
            </p:cNvPr>
            <p:cNvSpPr>
              <a:spLocks noGrp="1"/>
            </p:cNvSpPr>
            <p:nvPr/>
          </p:nvSpPr>
          <p:spPr>
            <a:xfrm>
              <a:off x="5924550" y="2943225"/>
              <a:ext cx="342900" cy="95"/>
            </a:xfrm>
            <a:custGeom>
              <a:pathLst>
                <a:path w="342900" h="9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1" name="instance.C12.26.text2.161">
              <a:extLst>
                <a:ext uri="{FF2B5EF4-FFF2-40B4-BE49-F238E27FC236}">
                  <a16:creationId id="{8092DEF5-8051-4D64-8919-04192E80C642}"/>
                </a:ext>
              </a:extLst>
            </p:cNvPr>
            <p:cNvSpPr>
              <a:spLocks noGrp="1"/>
            </p:cNvSpPr>
            <p:nvPr/>
          </p:nvSpPr>
          <p:spPr>
            <a:xfrm>
              <a:off x="5924550" y="3057525"/>
              <a:ext cx="342900" cy="95"/>
            </a:xfrm>
            <a:custGeom>
              <a:pathLst>
                <a:path w="342900" h="9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2" name="instance.C12.26.text3.162">
              <a:extLst>
                <a:ext uri="{FF2B5EF4-FFF2-40B4-BE49-F238E27FC236}">
                  <a16:creationId id="{2E819E32-A80B-45DF-96B1-23D3C13C7FCA}"/>
                </a:ext>
              </a:extLst>
            </p:cNvPr>
            <p:cNvSpPr>
              <a:spLocks noGrp="1"/>
            </p:cNvSpPr>
            <p:nvPr/>
          </p:nvSpPr>
          <p:spPr>
            <a:xfrm>
              <a:off x="5924550" y="3171825"/>
              <a:ext cx="247650" cy="95"/>
            </a:xfrm>
            <a:custGeom>
              <a:pathLst>
                <a:path w="247650" h="9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33" name="gallery.folded-page.note.163">
            <a:extLst>
              <a:ext uri="{FF2B5EF4-FFF2-40B4-BE49-F238E27FC236}">
                <a16:creationId id="{09394243-2EB6-490E-8187-9A434EE30844}"/>
              </a:ext>
            </a:extLst>
          </p:cNvPr>
          <p:cNvSpPr>
            <a:spLocks noGrp="1"/>
          </p:cNvSpPr>
          <p:nvPr/>
        </p:nvSpPr>
        <p:spPr>
          <a:xfrm>
            <a:off x="5143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单页轮廓、折角与正文线</a:t>
            </a:r>
          </a:p>
        </p:txBody>
      </p:sp>
      <p:sp>
        <p:nvSpPr>
          <p:cNvPr id="34" name="gallery.layered-cylinder.frame.164">
            <a:extLst>
              <a:ext uri="{FF2B5EF4-FFF2-40B4-BE49-F238E27FC236}">
                <a16:creationId id="{39354B61-986D-470E-B2A8-76EEC92D91D0}"/>
              </a:ext>
            </a:extLst>
          </p:cNvPr>
          <p:cNvSpPr>
            <a:spLocks noGrp="1"/>
          </p:cNvSpPr>
          <p:nvPr/>
        </p:nvSpPr>
        <p:spPr>
          <a:xfrm>
            <a:off x="7315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5" name="gallery.layered-cylinder.heading.165">
            <a:extLst>
              <a:ext uri="{FF2B5EF4-FFF2-40B4-BE49-F238E27FC236}">
                <a16:creationId id="{35FE38C9-ED7E-438D-B2BA-EB805D13D0F2}"/>
              </a:ext>
            </a:extLst>
          </p:cNvPr>
          <p:cNvSpPr>
            <a:spLocks noGrp="1"/>
          </p:cNvSpPr>
          <p:nvPr/>
        </p:nvSpPr>
        <p:spPr>
          <a:xfrm>
            <a:off x="7467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C13  分层圆柱</a:t>
            </a:r>
          </a:p>
        </p:txBody>
      </p:sp>
      <p:grpSp>
        <p:nvGrpSpPr>
          <p:cNvPr id="98" name="分层圆柱"/>
          <p:cNvGrpSpPr/>
          <p:nvPr/>
        </p:nvGrpSpPr>
        <p:grpSpPr>
          <a:xfrm>
            <a:off x="8067675" y="2533650"/>
            <a:ext cx="628650" cy="809626"/>
            <a:chOff x="8067675" y="2533650"/>
            <a:chExt cx="628650" cy="809626"/>
          </a:xfrm>
        </p:grpSpPr>
        <p:sp>
          <p:nvSpPr>
            <p:cNvPr id="36" name="instance.C13.27.database.body.166">
              <a:extLst>
                <a:ext uri="{FF2B5EF4-FFF2-40B4-BE49-F238E27FC236}">
                  <a16:creationId id="{A9918F19-F4B2-4515-85F3-DC75D4577100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614613"/>
              <a:ext cx="628650" cy="728663"/>
            </a:xfrm>
            <a:custGeom>
              <a:pathLst>
                <a:path w="628650" h="728663">
                  <a:moveTo>
                    <a:pt x="0" y="0"/>
                  </a:moveTo>
                  <a:lnTo>
                    <a:pt x="628650" y="0"/>
                  </a:lnTo>
                  <a:lnTo>
                    <a:pt x="628650" y="647700"/>
                  </a:lnTo>
                  <a:cubicBezTo>
                    <a:pt x="628650" y="755650"/>
                    <a:pt x="0" y="755650"/>
                    <a:pt x="0" y="647700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7" name="instance.C13.27.database.cap.167">
              <a:extLst>
                <a:ext uri="{FF2B5EF4-FFF2-40B4-BE49-F238E27FC236}">
                  <a16:creationId id="{7833FAD4-4A22-4A3C-B681-4A7976C7B896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533650"/>
              <a:ext cx="628650" cy="161925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8" name="instance.C13.27.database.layer1.168">
              <a:extLst>
                <a:ext uri="{FF2B5EF4-FFF2-40B4-BE49-F238E27FC236}">
                  <a16:creationId id="{7A59F08D-0673-4B41-8593-A4E8ABC2561C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884488"/>
              <a:ext cx="628650" cy="80963"/>
            </a:xfrm>
            <a:custGeom>
              <a:pathLst>
                <a:path w="628650" h="80963">
                  <a:moveTo>
                    <a:pt x="0" y="0"/>
                  </a:moveTo>
                  <a:cubicBezTo>
                    <a:pt x="0" y="105251"/>
                    <a:pt x="628650" y="105251"/>
                    <a:pt x="628650" y="0"/>
                  </a:cubicBez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9" name="instance.C13.27.database.layer2.169">
              <a:extLst>
                <a:ext uri="{FF2B5EF4-FFF2-40B4-BE49-F238E27FC236}">
                  <a16:creationId id="{E48D9522-34D0-4212-9672-8E8B9BD11EBC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073400"/>
              <a:ext cx="628650" cy="80963"/>
            </a:xfrm>
            <a:custGeom>
              <a:pathLst>
                <a:path w="628650" h="80963">
                  <a:moveTo>
                    <a:pt x="0" y="0"/>
                  </a:moveTo>
                  <a:cubicBezTo>
                    <a:pt x="0" y="105251"/>
                    <a:pt x="628650" y="105251"/>
                    <a:pt x="628650" y="0"/>
                  </a:cubicBez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40" name="gallery.layered-cylinder.note.170">
            <a:extLst>
              <a:ext uri="{FF2B5EF4-FFF2-40B4-BE49-F238E27FC236}">
                <a16:creationId id="{4749B48C-FAD3-4B1C-830A-D140D864A313}"/>
              </a:ext>
            </a:extLst>
          </p:cNvPr>
          <p:cNvSpPr>
            <a:spLocks noGrp="1"/>
          </p:cNvSpPr>
          <p:nvPr/>
        </p:nvSpPr>
        <p:spPr>
          <a:xfrm>
            <a:off x="7429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两道分层弧线的数据库</a:t>
            </a:r>
          </a:p>
        </p:txBody>
      </p:sp>
      <p:sp>
        <p:nvSpPr>
          <p:cNvPr id="41" name="gallery.crosshair.frame.171">
            <a:extLst>
              <a:ext uri="{FF2B5EF4-FFF2-40B4-BE49-F238E27FC236}">
                <a16:creationId id="{CFD19A89-629D-4D23-B56B-ED68E9BCCB31}"/>
              </a:ext>
            </a:extLst>
          </p:cNvPr>
          <p:cNvSpPr>
            <a:spLocks noGrp="1"/>
          </p:cNvSpPr>
          <p:nvPr/>
        </p:nvSpPr>
        <p:spPr>
          <a:xfrm>
            <a:off x="9601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2" name="gallery.crosshair.heading.172">
            <a:extLst>
              <a:ext uri="{FF2B5EF4-FFF2-40B4-BE49-F238E27FC236}">
                <a16:creationId id="{EF0D87B8-762B-41C9-BFD5-121E766498CD}"/>
              </a:ext>
            </a:extLst>
          </p:cNvPr>
          <p:cNvSpPr>
            <a:spLocks noGrp="1"/>
          </p:cNvSpPr>
          <p:nvPr/>
        </p:nvSpPr>
        <p:spPr>
          <a:xfrm>
            <a:off x="9753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C14  十字靶心</a:t>
            </a:r>
          </a:p>
        </p:txBody>
      </p:sp>
      <p:grpSp>
        <p:nvGrpSpPr>
          <p:cNvPr id="99" name="十字靶心"/>
          <p:cNvGrpSpPr/>
          <p:nvPr/>
        </p:nvGrpSpPr>
        <p:grpSpPr>
          <a:xfrm>
            <a:off x="10229850" y="2495550"/>
            <a:ext cx="876300" cy="885825"/>
            <a:chOff x="10229850" y="2495550"/>
            <a:chExt cx="876300" cy="885825"/>
          </a:xfrm>
        </p:grpSpPr>
        <p:sp>
          <p:nvSpPr>
            <p:cNvPr id="43" name="instance.C14.28.outer.173">
              <a:extLst>
                <a:ext uri="{FF2B5EF4-FFF2-40B4-BE49-F238E27FC236}">
                  <a16:creationId id="{438CEE54-4B58-4C97-B6B0-C6A3AB862197}"/>
                </a:ext>
              </a:extLst>
            </p:cNvPr>
            <p:cNvSpPr>
              <a:spLocks noGrp="1"/>
            </p:cNvSpPr>
            <p:nvPr/>
          </p:nvSpPr>
          <p:spPr>
            <a:xfrm>
              <a:off x="10334625" y="2600325"/>
              <a:ext cx="666750" cy="6667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4" name="instance.C14.28.inner.174">
              <a:extLst>
                <a:ext uri="{FF2B5EF4-FFF2-40B4-BE49-F238E27FC236}">
                  <a16:creationId id="{4F217552-A358-4007-B348-5DD97E001A3A}"/>
                </a:ext>
              </a:extLst>
            </p:cNvPr>
            <p:cNvSpPr>
              <a:spLocks noGrp="1"/>
            </p:cNvSpPr>
            <p:nvPr/>
          </p:nvSpPr>
          <p:spPr>
            <a:xfrm>
              <a:off x="10458450" y="2724150"/>
              <a:ext cx="419100" cy="4191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5" name="instance.C14.28.left.175">
              <a:extLst>
                <a:ext uri="{FF2B5EF4-FFF2-40B4-BE49-F238E27FC236}">
                  <a16:creationId id="{09BBF767-34F7-42F5-83D0-A34F7B599231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2933700"/>
              <a:ext cx="304800" cy="95"/>
            </a:xfrm>
            <a:custGeom>
              <a:pathLst>
                <a:path w="304800" h="9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6" name="instance.C14.28.right.176">
              <a:extLst>
                <a:ext uri="{FF2B5EF4-FFF2-40B4-BE49-F238E27FC236}">
                  <a16:creationId id="{46E5A6DB-8384-4BCB-AA62-C1FA8F51961C}"/>
                </a:ext>
              </a:extLst>
            </p:cNvPr>
            <p:cNvSpPr>
              <a:spLocks noGrp="1"/>
            </p:cNvSpPr>
            <p:nvPr/>
          </p:nvSpPr>
          <p:spPr>
            <a:xfrm>
              <a:off x="10801350" y="2933700"/>
              <a:ext cx="304800" cy="95"/>
            </a:xfrm>
            <a:custGeom>
              <a:pathLst>
                <a:path w="304800" h="9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7" name="instance.C14.28.top.177">
              <a:extLst>
                <a:ext uri="{FF2B5EF4-FFF2-40B4-BE49-F238E27FC236}">
                  <a16:creationId id="{E261818B-2FDF-461D-BB4B-503AA71F36D0}"/>
                </a:ext>
              </a:extLst>
            </p:cNvPr>
            <p:cNvSpPr>
              <a:spLocks noGrp="1"/>
            </p:cNvSpPr>
            <p:nvPr/>
          </p:nvSpPr>
          <p:spPr>
            <a:xfrm>
              <a:off x="10668000" y="2495550"/>
              <a:ext cx="95" cy="304800"/>
            </a:xfrm>
            <a:custGeom>
              <a:pathLst>
                <a:path w="9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8" name="instance.C14.28.bottom.178">
              <a:extLst>
                <a:ext uri="{FF2B5EF4-FFF2-40B4-BE49-F238E27FC236}">
                  <a16:creationId id="{16366EB9-8089-4EB3-82A0-EBEE8FF4F281}"/>
                </a:ext>
              </a:extLst>
            </p:cNvPr>
            <p:cNvSpPr>
              <a:spLocks noGrp="1"/>
            </p:cNvSpPr>
            <p:nvPr/>
          </p:nvSpPr>
          <p:spPr>
            <a:xfrm>
              <a:off x="10668000" y="3067050"/>
              <a:ext cx="95" cy="314325"/>
            </a:xfrm>
            <a:custGeom>
              <a:pathLst>
                <a:path w="9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9" name="instance.C14.28.center.179">
              <a:extLst>
                <a:ext uri="{FF2B5EF4-FFF2-40B4-BE49-F238E27FC236}">
                  <a16:creationId id="{789F6170-C39E-484E-97F8-3F8956049A2A}"/>
                </a:ext>
              </a:extLst>
            </p:cNvPr>
            <p:cNvSpPr>
              <a:spLocks noGrp="1"/>
            </p:cNvSpPr>
            <p:nvPr/>
          </p:nvSpPr>
          <p:spPr>
            <a:xfrm>
              <a:off x="10629900" y="2895600"/>
              <a:ext cx="76200" cy="76200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50" name="gallery.crosshair.note.180">
            <a:extLst>
              <a:ext uri="{FF2B5EF4-FFF2-40B4-BE49-F238E27FC236}">
                <a16:creationId id="{33FD9F8F-340C-4302-95ED-6A04B094E3F1}"/>
              </a:ext>
            </a:extLst>
          </p:cNvPr>
          <p:cNvSpPr>
            <a:spLocks noGrp="1"/>
          </p:cNvSpPr>
          <p:nvPr/>
        </p:nvSpPr>
        <p:spPr>
          <a:xfrm>
            <a:off x="9715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同心圆与四向十字刻线</a:t>
            </a:r>
          </a:p>
        </p:txBody>
      </p:sp>
      <p:sp>
        <p:nvSpPr>
          <p:cNvPr id="51" name="gallery.circle-bubble.frame.181">
            <a:extLst>
              <a:ext uri="{FF2B5EF4-FFF2-40B4-BE49-F238E27FC236}">
                <a16:creationId id="{A343158E-553B-4DEF-9951-072CD97CFC7F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2" name="gallery.circle-bubble.heading.182">
            <a:extLst>
              <a:ext uri="{FF2B5EF4-FFF2-40B4-BE49-F238E27FC236}">
                <a16:creationId id="{D6BB19CA-7519-4370-8B22-CD273ACCA58F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C10  圆气泡问号</a:t>
            </a:r>
          </a:p>
        </p:txBody>
      </p:sp>
      <p:grpSp>
        <p:nvGrpSpPr>
          <p:cNvPr id="100" name="圆气泡问号"/>
          <p:cNvGrpSpPr/>
          <p:nvPr/>
        </p:nvGrpSpPr>
        <p:grpSpPr>
          <a:xfrm>
            <a:off x="1133475" y="4991100"/>
            <a:ext cx="781050" cy="847725"/>
            <a:chOff x="1133475" y="4991100"/>
            <a:chExt cx="781050" cy="847725"/>
          </a:xfrm>
        </p:grpSpPr>
        <p:sp>
          <p:nvSpPr>
            <p:cNvPr id="53" name="instance.C10.29.bubble.183">
              <a:extLst>
                <a:ext uri="{FF2B5EF4-FFF2-40B4-BE49-F238E27FC236}">
                  <a16:creationId id="{7A64B5A1-EA0A-4E75-826D-1924D0610E51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" y="4991100"/>
              <a:ext cx="781050" cy="847725"/>
            </a:xfrm>
            <a:custGeom>
              <a:pathLst>
                <a:path w="781050" h="847725">
                  <a:moveTo>
                    <a:pt x="390525" y="0"/>
                  </a:moveTo>
                  <a:cubicBezTo>
                    <a:pt x="605790" y="0"/>
                    <a:pt x="781050" y="161925"/>
                    <a:pt x="781050" y="371475"/>
                  </a:cubicBezTo>
                  <a:cubicBezTo>
                    <a:pt x="781050" y="581025"/>
                    <a:pt x="605790" y="742950"/>
                    <a:pt x="390525" y="742950"/>
                  </a:cubicBezTo>
                  <a:cubicBezTo>
                    <a:pt x="342900" y="742950"/>
                    <a:pt x="295275" y="733425"/>
                    <a:pt x="257175" y="723900"/>
                  </a:cubicBezTo>
                  <a:lnTo>
                    <a:pt x="95250" y="847725"/>
                  </a:lnTo>
                  <a:lnTo>
                    <a:pt x="123825" y="647700"/>
                  </a:lnTo>
                  <a:cubicBezTo>
                    <a:pt x="47625" y="581025"/>
                    <a:pt x="0" y="485775"/>
                    <a:pt x="0" y="371475"/>
                  </a:cubicBezTo>
                  <a:cubicBezTo>
                    <a:pt x="0" y="161925"/>
                    <a:pt x="175260" y="0"/>
                    <a:pt x="390525" y="0"/>
                  </a:cubicBez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4" name="instance.C10.29.question.184">
              <a:extLst>
                <a:ext uri="{FF2B5EF4-FFF2-40B4-BE49-F238E27FC236}">
                  <a16:creationId id="{C4714585-7D5F-4CFF-90FE-5FD221E6ACBE}"/>
                </a:ext>
              </a:extLst>
            </p:cNvPr>
            <p:cNvSpPr>
              <a:spLocks noGrp="1"/>
            </p:cNvSpPr>
            <p:nvPr/>
          </p:nvSpPr>
          <p:spPr>
            <a:xfrm>
              <a:off x="1304925" y="5105400"/>
              <a:ext cx="438150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36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?</a:t>
              </a:r>
            </a:p>
          </p:txBody>
        </p:sp>
      </p:grpSp>
      <p:sp>
        <p:nvSpPr>
          <p:cNvPr id="55" name="gallery.circle-bubble.note.185">
            <a:extLst>
              <a:ext uri="{FF2B5EF4-FFF2-40B4-BE49-F238E27FC236}">
                <a16:creationId id="{1324426E-33A7-4C8D-BB0B-823596BD709F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圆形气泡与短尾轮廓</a:t>
            </a:r>
          </a:p>
        </p:txBody>
      </p:sp>
      <p:sp>
        <p:nvSpPr>
          <p:cNvPr id="56" name="gallery.folded-corner.frame.186">
            <a:extLst>
              <a:ext uri="{FF2B5EF4-FFF2-40B4-BE49-F238E27FC236}">
                <a16:creationId id="{AA3EC674-58F7-4BB7-BC2D-42BB8F5C1066}"/>
              </a:ext>
            </a:extLst>
          </p:cNvPr>
          <p:cNvSpPr>
            <a:spLocks noGrp="1"/>
          </p:cNvSpPr>
          <p:nvPr/>
        </p:nvSpPr>
        <p:spPr>
          <a:xfrm>
            <a:off x="2743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7" name="gallery.folded-corner.heading.187">
            <a:extLst>
              <a:ext uri="{FF2B5EF4-FFF2-40B4-BE49-F238E27FC236}">
                <a16:creationId id="{8F6E1E1D-D348-4445-A20A-05135C4B7D19}"/>
              </a:ext>
            </a:extLst>
          </p:cNvPr>
          <p:cNvSpPr>
            <a:spLocks noGrp="1"/>
          </p:cNvSpPr>
          <p:nvPr/>
        </p:nvSpPr>
        <p:spPr>
          <a:xfrm>
            <a:off x="2895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C11  折角信息</a:t>
            </a:r>
          </a:p>
        </p:txBody>
      </p:sp>
      <p:grpSp>
        <p:nvGrpSpPr>
          <p:cNvPr id="101" name="折角信息"/>
          <p:cNvGrpSpPr/>
          <p:nvPr/>
        </p:nvGrpSpPr>
        <p:grpSpPr>
          <a:xfrm>
            <a:off x="3438525" y="5057775"/>
            <a:ext cx="742950" cy="733425"/>
            <a:chOff x="3438525" y="5057775"/>
            <a:chExt cx="742950" cy="733425"/>
          </a:xfrm>
        </p:grpSpPr>
        <p:sp>
          <p:nvSpPr>
            <p:cNvPr id="58" name="instance.C11.30.badge.body.188">
              <a:extLst>
                <a:ext uri="{FF2B5EF4-FFF2-40B4-BE49-F238E27FC236}">
                  <a16:creationId id="{90BB7A72-4FCA-4C52-A6A7-1F5D3B19156B}"/>
                </a:ext>
              </a:extLst>
            </p:cNvPr>
            <p:cNvSpPr>
              <a:spLocks noGrp="1"/>
            </p:cNvSpPr>
            <p:nvPr/>
          </p:nvSpPr>
          <p:spPr>
            <a:xfrm>
              <a:off x="3438525" y="5057775"/>
              <a:ext cx="742950" cy="733425"/>
            </a:xfrm>
            <a:custGeom>
              <a:pathLst>
                <a:path w="742950" h="733425">
                  <a:moveTo>
                    <a:pt x="0" y="0"/>
                  </a:moveTo>
                  <a:lnTo>
                    <a:pt x="552450" y="0"/>
                  </a:lnTo>
                  <a:lnTo>
                    <a:pt x="742950" y="190500"/>
                  </a:lnTo>
                  <a:lnTo>
                    <a:pt x="742950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9" name="instance.C11.30.badge.fold.189">
              <a:extLst>
                <a:ext uri="{FF2B5EF4-FFF2-40B4-BE49-F238E27FC236}">
                  <a16:creationId id="{2076EFC1-94A9-4DAF-BBFF-DB52EA397B34}"/>
                </a:ext>
              </a:extLst>
            </p:cNvPr>
            <p:cNvSpPr>
              <a:spLocks noGrp="1"/>
            </p:cNvSpPr>
            <p:nvPr/>
          </p:nvSpPr>
          <p:spPr>
            <a:xfrm>
              <a:off x="3990975" y="5057775"/>
              <a:ext cx="190500" cy="190500"/>
            </a:xfrm>
            <a:custGeom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0" name="instance.C11.30.info.dot.190">
              <a:extLst>
                <a:ext uri="{FF2B5EF4-FFF2-40B4-BE49-F238E27FC236}">
                  <a16:creationId id="{E4C6F86A-14CF-43BD-AA0E-5BD429F1C8F6}"/>
                </a:ext>
              </a:extLst>
            </p:cNvPr>
            <p:cNvSpPr>
              <a:spLocks noGrp="1"/>
            </p:cNvSpPr>
            <p:nvPr/>
          </p:nvSpPr>
          <p:spPr>
            <a:xfrm>
              <a:off x="3762375" y="5238750"/>
              <a:ext cx="76200" cy="7620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61" name="instance.C11.30.info.stem.191">
              <a:extLst>
                <a:ext uri="{FF2B5EF4-FFF2-40B4-BE49-F238E27FC236}">
                  <a16:creationId id="{59E2CBB1-A979-4B4F-939F-8F9DE702785C}"/>
                </a:ext>
              </a:extLst>
            </p:cNvPr>
            <p:cNvSpPr>
              <a:spLocks noGrp="1"/>
            </p:cNvSpPr>
            <p:nvPr/>
          </p:nvSpPr>
          <p:spPr>
            <a:xfrm>
              <a:off x="3762375" y="5360670"/>
              <a:ext cx="76200" cy="25908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</p:grpSp>
      <p:sp>
        <p:nvSpPr>
          <p:cNvPr id="62" name="gallery.folded-corner.note.192">
            <a:extLst>
              <a:ext uri="{FF2B5EF4-FFF2-40B4-BE49-F238E27FC236}">
                <a16:creationId id="{3D6D0AB4-144F-4066-BFA6-4AF834FF9BC8}"/>
              </a:ext>
            </a:extLst>
          </p:cNvPr>
          <p:cNvSpPr>
            <a:spLocks noGrp="1"/>
          </p:cNvSpPr>
          <p:nvPr/>
        </p:nvSpPr>
        <p:spPr>
          <a:xfrm>
            <a:off x="2857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蓝色折角标记</a:t>
            </a:r>
          </a:p>
        </p:txBody>
      </p:sp>
      <p:sp>
        <p:nvSpPr>
          <p:cNvPr id="63" name="gallery.stacked-pages.frame.193">
            <a:extLst>
              <a:ext uri="{FF2B5EF4-FFF2-40B4-BE49-F238E27FC236}">
                <a16:creationId id="{4037CCEE-368C-41F9-B94C-85B6CB89739D}"/>
              </a:ext>
            </a:extLst>
          </p:cNvPr>
          <p:cNvSpPr>
            <a:spLocks noGrp="1"/>
          </p:cNvSpPr>
          <p:nvPr/>
        </p:nvSpPr>
        <p:spPr>
          <a:xfrm>
            <a:off x="5029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64" name="gallery.stacked-pages.heading.194">
            <a:extLst>
              <a:ext uri="{FF2B5EF4-FFF2-40B4-BE49-F238E27FC236}">
                <a16:creationId id="{DD54B17E-377D-4844-BC8B-F177413912BC}"/>
              </a:ext>
            </a:extLst>
          </p:cNvPr>
          <p:cNvSpPr>
            <a:spLocks noGrp="1"/>
          </p:cNvSpPr>
          <p:nvPr/>
        </p:nvSpPr>
        <p:spPr>
          <a:xfrm>
            <a:off x="5181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C12  多页叠放</a:t>
            </a:r>
          </a:p>
        </p:txBody>
      </p:sp>
      <p:grpSp>
        <p:nvGrpSpPr>
          <p:cNvPr id="102" name="多页叠放"/>
          <p:cNvGrpSpPr/>
          <p:nvPr/>
        </p:nvGrpSpPr>
        <p:grpSpPr>
          <a:xfrm>
            <a:off x="5734050" y="4991100"/>
            <a:ext cx="742950" cy="857250"/>
            <a:chOff x="5734050" y="4991100"/>
            <a:chExt cx="742950" cy="857250"/>
          </a:xfrm>
        </p:grpSpPr>
        <p:sp>
          <p:nvSpPr>
            <p:cNvPr id="65" name="instance.C12.31.rear.195">
              <a:extLst>
                <a:ext uri="{FF2B5EF4-FFF2-40B4-BE49-F238E27FC236}">
                  <a16:creationId id="{44CE9BCD-F52C-4872-9C95-F4F690E3650A}"/>
                </a:ext>
              </a:extLst>
            </p:cNvPr>
            <p:cNvSpPr>
              <a:spLocks noGrp="1"/>
            </p:cNvSpPr>
            <p:nvPr/>
          </p:nvSpPr>
          <p:spPr>
            <a:xfrm>
              <a:off x="5953125" y="4991100"/>
              <a:ext cx="523875" cy="695325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6" name="instance.C12.31.middle.196">
              <a:extLst>
                <a:ext uri="{FF2B5EF4-FFF2-40B4-BE49-F238E27FC236}">
                  <a16:creationId id="{C4D3079B-F562-441F-B89C-1A11178CBA55}"/>
                </a:ext>
              </a:extLst>
            </p:cNvPr>
            <p:cNvSpPr>
              <a:spLocks noGrp="1"/>
            </p:cNvSpPr>
            <p:nvPr/>
          </p:nvSpPr>
          <p:spPr>
            <a:xfrm>
              <a:off x="5848350" y="5067300"/>
              <a:ext cx="523875" cy="69532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7" name="instance.C12.31.front.197">
              <a:extLst>
                <a:ext uri="{FF2B5EF4-FFF2-40B4-BE49-F238E27FC236}">
                  <a16:creationId id="{A9576071-7F9E-4A03-B998-9B2C887B3495}"/>
                </a:ext>
              </a:extLst>
            </p:cNvPr>
            <p:cNvSpPr>
              <a:spLocks noGrp="1"/>
            </p:cNvSpPr>
            <p:nvPr/>
          </p:nvSpPr>
          <p:spPr>
            <a:xfrm>
              <a:off x="5734050" y="5153025"/>
              <a:ext cx="523875" cy="69532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8" name="instance.C12.31.front.header.198">
              <a:extLst>
                <a:ext uri="{FF2B5EF4-FFF2-40B4-BE49-F238E27FC236}">
                  <a16:creationId id="{448063A3-B083-4F00-8FF3-595D164F66A4}"/>
                </a:ext>
              </a:extLst>
            </p:cNvPr>
            <p:cNvSpPr>
              <a:spLocks noGrp="1"/>
            </p:cNvSpPr>
            <p:nvPr/>
          </p:nvSpPr>
          <p:spPr>
            <a:xfrm>
              <a:off x="5734050" y="5153025"/>
              <a:ext cx="523875" cy="1428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9" name="instance.C12.31.text0.199">
              <a:extLst>
                <a:ext uri="{FF2B5EF4-FFF2-40B4-BE49-F238E27FC236}">
                  <a16:creationId id="{AC377785-80C6-4BEE-9E60-A81647A47C1B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419725"/>
              <a:ext cx="323850" cy="95"/>
            </a:xfrm>
            <a:custGeom>
              <a:pathLst>
                <a:path w="323850" h="9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0" name="instance.C12.31.text1.200">
              <a:extLst>
                <a:ext uri="{FF2B5EF4-FFF2-40B4-BE49-F238E27FC236}">
                  <a16:creationId id="{BB94F464-F934-4B1A-9E20-8A531BB3A919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543550"/>
              <a:ext cx="323850" cy="95"/>
            </a:xfrm>
            <a:custGeom>
              <a:pathLst>
                <a:path w="323850" h="9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1" name="instance.C12.31.text2.201">
              <a:extLst>
                <a:ext uri="{FF2B5EF4-FFF2-40B4-BE49-F238E27FC236}">
                  <a16:creationId id="{11F6E5C4-DF18-43FA-A924-FB080A3CD20D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667375"/>
              <a:ext cx="228600" cy="95"/>
            </a:xfrm>
            <a:custGeom>
              <a:pathLst>
                <a:path w="228600" h="9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72" name="gallery.stacked-pages.note.202">
            <a:extLst>
              <a:ext uri="{FF2B5EF4-FFF2-40B4-BE49-F238E27FC236}">
                <a16:creationId id="{B1547F33-A874-4A9F-B9D6-C59ED7CDF4C1}"/>
              </a:ext>
            </a:extLst>
          </p:cNvPr>
          <p:cNvSpPr>
            <a:spLocks noGrp="1"/>
          </p:cNvSpPr>
          <p:nvPr/>
        </p:nvSpPr>
        <p:spPr>
          <a:xfrm>
            <a:off x="5143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错位叠放的三张页面</a:t>
            </a:r>
          </a:p>
        </p:txBody>
      </p:sp>
      <p:sp>
        <p:nvSpPr>
          <p:cNvPr id="73" name="gallery.cylinder-group.frame.203">
            <a:extLst>
              <a:ext uri="{FF2B5EF4-FFF2-40B4-BE49-F238E27FC236}">
                <a16:creationId id="{DBDE7A06-7E92-493C-964C-5D1E91EB78D3}"/>
              </a:ext>
            </a:extLst>
          </p:cNvPr>
          <p:cNvSpPr>
            <a:spLocks noGrp="1"/>
          </p:cNvSpPr>
          <p:nvPr/>
        </p:nvSpPr>
        <p:spPr>
          <a:xfrm>
            <a:off x="7315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74" name="gallery.cylinder-group.heading.204">
            <a:extLst>
              <a:ext uri="{FF2B5EF4-FFF2-40B4-BE49-F238E27FC236}">
                <a16:creationId id="{0252D435-AB56-48F1-B4D3-91E1F3224E02}"/>
              </a:ext>
            </a:extLst>
          </p:cNvPr>
          <p:cNvSpPr>
            <a:spLocks noGrp="1"/>
          </p:cNvSpPr>
          <p:nvPr/>
        </p:nvSpPr>
        <p:spPr>
          <a:xfrm>
            <a:off x="7467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C13  圆柱组</a:t>
            </a:r>
          </a:p>
        </p:txBody>
      </p:sp>
      <p:grpSp>
        <p:nvGrpSpPr>
          <p:cNvPr id="103" name="圆柱组"/>
          <p:cNvGrpSpPr/>
          <p:nvPr/>
        </p:nvGrpSpPr>
        <p:grpSpPr>
          <a:xfrm>
            <a:off x="7972425" y="5029200"/>
            <a:ext cx="819150" cy="819151"/>
            <a:chOff x="7972425" y="5029200"/>
            <a:chExt cx="819150" cy="819151"/>
          </a:xfrm>
        </p:grpSpPr>
        <p:sp>
          <p:nvSpPr>
            <p:cNvPr id="75" name="instance.C13.32.rearLeft.body.205">
              <a:extLst>
                <a:ext uri="{FF2B5EF4-FFF2-40B4-BE49-F238E27FC236}">
                  <a16:creationId id="{63F679D1-57C6-4A88-A5DF-1A6E2F56C91D}"/>
                </a:ext>
              </a:extLst>
            </p:cNvPr>
            <p:cNvSpPr>
              <a:spLocks noGrp="1"/>
            </p:cNvSpPr>
            <p:nvPr/>
          </p:nvSpPr>
          <p:spPr>
            <a:xfrm>
              <a:off x="7972425" y="5081588"/>
              <a:ext cx="361950" cy="471488"/>
            </a:xfrm>
            <a:custGeom>
              <a:pathLst>
                <a:path w="361950" h="471488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cubicBezTo>
                    <a:pt x="361950" y="488950"/>
                    <a:pt x="0" y="488950"/>
                    <a:pt x="0" y="419100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6" name="instance.C13.32.rearLeft.cap.206">
              <a:extLst>
                <a:ext uri="{FF2B5EF4-FFF2-40B4-BE49-F238E27FC236}">
                  <a16:creationId id="{1B63E098-7D1C-4864-8A40-5DA6023B0FA4}"/>
                </a:ext>
              </a:extLst>
            </p:cNvPr>
            <p:cNvSpPr>
              <a:spLocks noGrp="1"/>
            </p:cNvSpPr>
            <p:nvPr/>
          </p:nvSpPr>
          <p:spPr>
            <a:xfrm>
              <a:off x="7972425" y="5029200"/>
              <a:ext cx="361950" cy="104775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7" name="instance.C13.32.rearLeft.layer1.207">
              <a:extLst>
                <a:ext uri="{FF2B5EF4-FFF2-40B4-BE49-F238E27FC236}">
                  <a16:creationId id="{6FA22124-83F4-4537-AF8B-33A41F68B5B6}"/>
                </a:ext>
              </a:extLst>
            </p:cNvPr>
            <p:cNvSpPr>
              <a:spLocks noGrp="1"/>
            </p:cNvSpPr>
            <p:nvPr/>
          </p:nvSpPr>
          <p:spPr>
            <a:xfrm>
              <a:off x="7972425" y="5317331"/>
              <a:ext cx="361950" cy="52388"/>
            </a:xfrm>
            <a:custGeom>
              <a:pathLst>
                <a:path w="361950" h="52388">
                  <a:moveTo>
                    <a:pt x="0" y="0"/>
                  </a:moveTo>
                  <a:cubicBezTo>
                    <a:pt x="0" y="68104"/>
                    <a:pt x="361950" y="68104"/>
                    <a:pt x="361950" y="0"/>
                  </a:cubicBez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8" name="instance.C13.32.rearRight.body.208">
              <a:extLst>
                <a:ext uri="{FF2B5EF4-FFF2-40B4-BE49-F238E27FC236}">
                  <a16:creationId id="{A035B2E6-2977-45F9-91D0-A9C7FD2CA5A6}"/>
                </a:ext>
              </a:extLst>
            </p:cNvPr>
            <p:cNvSpPr>
              <a:spLocks noGrp="1"/>
            </p:cNvSpPr>
            <p:nvPr/>
          </p:nvSpPr>
          <p:spPr>
            <a:xfrm>
              <a:off x="8429625" y="5081588"/>
              <a:ext cx="361950" cy="471488"/>
            </a:xfrm>
            <a:custGeom>
              <a:pathLst>
                <a:path w="361950" h="471488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cubicBezTo>
                    <a:pt x="361950" y="488950"/>
                    <a:pt x="0" y="488950"/>
                    <a:pt x="0" y="419100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9" name="instance.C13.32.rearRight.cap.209">
              <a:extLst>
                <a:ext uri="{FF2B5EF4-FFF2-40B4-BE49-F238E27FC236}">
                  <a16:creationId id="{32C67BA1-3ADC-434E-A9C4-CF336B3E26C4}"/>
                </a:ext>
              </a:extLst>
            </p:cNvPr>
            <p:cNvSpPr>
              <a:spLocks noGrp="1"/>
            </p:cNvSpPr>
            <p:nvPr/>
          </p:nvSpPr>
          <p:spPr>
            <a:xfrm>
              <a:off x="8429625" y="5029200"/>
              <a:ext cx="361950" cy="104775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0" name="instance.C13.32.rearRight.layer1.210">
              <a:extLst>
                <a:ext uri="{FF2B5EF4-FFF2-40B4-BE49-F238E27FC236}">
                  <a16:creationId id="{D1B6D4D0-404F-48D3-918E-F2B15ABA0165}"/>
                </a:ext>
              </a:extLst>
            </p:cNvPr>
            <p:cNvSpPr>
              <a:spLocks noGrp="1"/>
            </p:cNvSpPr>
            <p:nvPr/>
          </p:nvSpPr>
          <p:spPr>
            <a:xfrm>
              <a:off x="8429625" y="5317331"/>
              <a:ext cx="361950" cy="52388"/>
            </a:xfrm>
            <a:custGeom>
              <a:pathLst>
                <a:path w="361950" h="52388">
                  <a:moveTo>
                    <a:pt x="0" y="0"/>
                  </a:moveTo>
                  <a:cubicBezTo>
                    <a:pt x="0" y="68104"/>
                    <a:pt x="361950" y="68104"/>
                    <a:pt x="361950" y="0"/>
                  </a:cubicBez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1" name="instance.C13.32.front.body.211">
              <a:extLst>
                <a:ext uri="{FF2B5EF4-FFF2-40B4-BE49-F238E27FC236}">
                  <a16:creationId id="{6279092E-55F2-4AD7-A3D8-8BFA5D4DBB36}"/>
                </a:ext>
              </a:extLst>
            </p:cNvPr>
            <p:cNvSpPr>
              <a:spLocks noGrp="1"/>
            </p:cNvSpPr>
            <p:nvPr/>
          </p:nvSpPr>
          <p:spPr>
            <a:xfrm>
              <a:off x="8201025" y="5376863"/>
              <a:ext cx="361950" cy="471488"/>
            </a:xfrm>
            <a:custGeom>
              <a:pathLst>
                <a:path w="361950" h="471488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cubicBezTo>
                    <a:pt x="361950" y="488950"/>
                    <a:pt x="0" y="488950"/>
                    <a:pt x="0" y="419100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2" name="instance.C13.32.front.cap.212">
              <a:extLst>
                <a:ext uri="{FF2B5EF4-FFF2-40B4-BE49-F238E27FC236}">
                  <a16:creationId id="{0D294CBD-3637-40A7-9B0C-B920AF63141C}"/>
                </a:ext>
              </a:extLst>
            </p:cNvPr>
            <p:cNvSpPr>
              <a:spLocks noGrp="1"/>
            </p:cNvSpPr>
            <p:nvPr/>
          </p:nvSpPr>
          <p:spPr>
            <a:xfrm>
              <a:off x="8201025" y="5324475"/>
              <a:ext cx="361950" cy="104775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3" name="instance.C13.32.front.layer1.213">
              <a:extLst>
                <a:ext uri="{FF2B5EF4-FFF2-40B4-BE49-F238E27FC236}">
                  <a16:creationId id="{17E42210-EF6F-4E3B-92ED-05414FE364B3}"/>
                </a:ext>
              </a:extLst>
            </p:cNvPr>
            <p:cNvSpPr>
              <a:spLocks noGrp="1"/>
            </p:cNvSpPr>
            <p:nvPr/>
          </p:nvSpPr>
          <p:spPr>
            <a:xfrm>
              <a:off x="8201025" y="5612606"/>
              <a:ext cx="361950" cy="52388"/>
            </a:xfrm>
            <a:custGeom>
              <a:pathLst>
                <a:path w="361950" h="52388">
                  <a:moveTo>
                    <a:pt x="0" y="0"/>
                  </a:moveTo>
                  <a:cubicBezTo>
                    <a:pt x="0" y="68104"/>
                    <a:pt x="361950" y="68104"/>
                    <a:pt x="361950" y="0"/>
                  </a:cubicBez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84" name="gallery.cylinder-group.note.214">
            <a:extLst>
              <a:ext uri="{FF2B5EF4-FFF2-40B4-BE49-F238E27FC236}">
                <a16:creationId id="{211D187E-645A-47ED-9318-63585CCA6ED6}"/>
              </a:ext>
            </a:extLst>
          </p:cNvPr>
          <p:cNvSpPr>
            <a:spLocks noGrp="1"/>
          </p:cNvSpPr>
          <p:nvPr/>
        </p:nvSpPr>
        <p:spPr>
          <a:xfrm>
            <a:off x="7429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三组错位排列的数据库</a:t>
            </a:r>
          </a:p>
        </p:txBody>
      </p:sp>
      <p:sp>
        <p:nvSpPr>
          <p:cNvPr id="85" name="gallery.arrow-hit.frame.215">
            <a:extLst>
              <a:ext uri="{FF2B5EF4-FFF2-40B4-BE49-F238E27FC236}">
                <a16:creationId id="{C0BBE836-0B9E-48A3-A143-CEE38D7E4BA0}"/>
              </a:ext>
            </a:extLst>
          </p:cNvPr>
          <p:cNvSpPr>
            <a:spLocks noGrp="1"/>
          </p:cNvSpPr>
          <p:nvPr/>
        </p:nvSpPr>
        <p:spPr>
          <a:xfrm>
            <a:off x="9601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86" name="gallery.arrow-hit.heading.216">
            <a:extLst>
              <a:ext uri="{FF2B5EF4-FFF2-40B4-BE49-F238E27FC236}">
                <a16:creationId id="{7272782A-8131-4BC7-9CAD-BCB2EB20B73A}"/>
              </a:ext>
            </a:extLst>
          </p:cNvPr>
          <p:cNvSpPr>
            <a:spLocks noGrp="1"/>
          </p:cNvSpPr>
          <p:nvPr/>
        </p:nvSpPr>
        <p:spPr>
          <a:xfrm>
            <a:off x="9753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C14  带箭命中</a:t>
            </a:r>
          </a:p>
        </p:txBody>
      </p:sp>
      <p:grpSp>
        <p:nvGrpSpPr>
          <p:cNvPr id="104" name="带箭命中"/>
          <p:cNvGrpSpPr/>
          <p:nvPr/>
        </p:nvGrpSpPr>
        <p:grpSpPr>
          <a:xfrm>
            <a:off x="10267950" y="5050155"/>
            <a:ext cx="751523" cy="760095"/>
            <a:chOff x="10267950" y="5050155"/>
            <a:chExt cx="751523" cy="760095"/>
          </a:xfrm>
        </p:grpSpPr>
        <p:sp>
          <p:nvSpPr>
            <p:cNvPr id="87" name="instance.C14.33.outer.217">
              <a:extLst>
                <a:ext uri="{FF2B5EF4-FFF2-40B4-BE49-F238E27FC236}">
                  <a16:creationId id="{2F0DFE92-42FB-4A57-9BC4-5278FB0C4EDE}"/>
                </a:ext>
              </a:extLst>
            </p:cNvPr>
            <p:cNvSpPr>
              <a:spLocks noGrp="1"/>
            </p:cNvSpPr>
            <p:nvPr/>
          </p:nvSpPr>
          <p:spPr>
            <a:xfrm>
              <a:off x="10267950" y="5162550"/>
              <a:ext cx="647700" cy="6477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8" name="instance.C14.33.middle.218">
              <a:extLst>
                <a:ext uri="{FF2B5EF4-FFF2-40B4-BE49-F238E27FC236}">
                  <a16:creationId id="{924EB46F-15EE-4161-A969-FE884A67FB31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5276850"/>
              <a:ext cx="419100" cy="4191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9" name="instance.C14.33.center.219">
              <a:extLst>
                <a:ext uri="{FF2B5EF4-FFF2-40B4-BE49-F238E27FC236}">
                  <a16:creationId id="{16D80542-F258-473A-ABA9-B864200FFB05}"/>
                </a:ext>
              </a:extLst>
            </p:cNvPr>
            <p:cNvSpPr>
              <a:spLocks noGrp="1"/>
            </p:cNvSpPr>
            <p:nvPr/>
          </p:nvSpPr>
          <p:spPr>
            <a:xfrm>
              <a:off x="10496550" y="5391150"/>
              <a:ext cx="190500" cy="1905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90" name="instance.C14.33.arrow.220">
              <a:extLst>
                <a:ext uri="{FF2B5EF4-FFF2-40B4-BE49-F238E27FC236}">
                  <a16:creationId id="{4A40FD99-D6BE-4884-87C3-129DCB5794D8}"/>
                </a:ext>
              </a:extLst>
            </p:cNvPr>
            <p:cNvSpPr>
              <a:spLocks noGrp="1"/>
            </p:cNvSpPr>
            <p:nvPr/>
          </p:nvSpPr>
          <p:spPr>
            <a:xfrm>
              <a:off x="10591800" y="5050155"/>
              <a:ext cx="427673" cy="436245"/>
            </a:xfrm>
            <a:custGeom>
              <a:pathLst>
                <a:path w="427673" h="436245">
                  <a:moveTo>
                    <a:pt x="372427" y="0"/>
                  </a:moveTo>
                  <a:lnTo>
                    <a:pt x="105728" y="273368"/>
                  </a:lnTo>
                  <a:lnTo>
                    <a:pt x="58103" y="226695"/>
                  </a:lnTo>
                  <a:lnTo>
                    <a:pt x="0" y="436245"/>
                  </a:lnTo>
                  <a:lnTo>
                    <a:pt x="208598" y="373380"/>
                  </a:lnTo>
                  <a:lnTo>
                    <a:pt x="160973" y="326708"/>
                  </a:lnTo>
                  <a:lnTo>
                    <a:pt x="427673" y="53340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91" name="gallery.arrow-hit.note.221">
            <a:extLst>
              <a:ext uri="{FF2B5EF4-FFF2-40B4-BE49-F238E27FC236}">
                <a16:creationId id="{5EC157C6-9A18-4D31-8617-EB4F047AACE5}"/>
              </a:ext>
            </a:extLst>
          </p:cNvPr>
          <p:cNvSpPr>
            <a:spLocks noGrp="1"/>
          </p:cNvSpPr>
          <p:nvPr/>
        </p:nvSpPr>
        <p:spPr>
          <a:xfrm>
            <a:off x="9715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斜向箭头命中同心靶面</a:t>
            </a:r>
          </a:p>
        </p:txBody>
      </p:sp>
      <p:sp>
        <p:nvSpPr>
          <p:cNvPr id="105" name="navigation.rule.2652">
            <a:extLst>
              <a:ext uri="{FF2B5EF4-FFF2-40B4-BE49-F238E27FC236}">
                <a16:creationId id="{EEC9F98B-1E71-477C-90B5-B5F331B96CD8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06" name="navigation.section.2653">
            <a:extLst>
              <a:ext uri="{FF2B5EF4-FFF2-40B4-BE49-F238E27FC236}">
                <a16:creationId id="{CBCCCE0B-8670-411B-8C94-8204ED86624A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107" name="navigation.page.2654">
            <a:extLst>
              <a:ext uri="{FF2B5EF4-FFF2-40B4-BE49-F238E27FC236}">
                <a16:creationId id="{CA37CE24-6C6B-4039-8D12-FEA63DF28D77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10 / 53</a:t>
            </a:r>
          </a:p>
        </p:txBody>
      </p:sp>
    </p:spTree>
    <p:extLst>
      <p:ext uri="{BB962C8B-B14F-4D97-AF65-F5344CB8AC3E}">
        <p14:creationId val="184542733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3" name="3.2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2" name="header.accent.222">
              <a:extLst>
                <a:ext uri="{FF2B5EF4-FFF2-40B4-BE49-F238E27FC236}">
                  <a16:creationId id="{332CEA1B-6CC4-4191-8BDA-84F3337C7B54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23">
              <a:extLst>
                <a:ext uri="{FF2B5EF4-FFF2-40B4-BE49-F238E27FC236}">
                  <a16:creationId id="{CAFEE412-EC73-4E09-8B7A-9A9AF5820E75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3.2</a:t>
              </a:r>
            </a:p>
          </p:txBody>
        </p:sp>
        <p:sp>
          <p:nvSpPr>
            <p:cNvPr id="3" name="header.gradient.224">
              <a:extLst>
                <a:ext uri="{FF2B5EF4-FFF2-40B4-BE49-F238E27FC236}">
                  <a16:creationId id="{4649ED46-0604-47E0-861B-F9699321633E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25">
              <a:extLst>
                <a:ext uri="{FF2B5EF4-FFF2-40B4-BE49-F238E27FC236}">
                  <a16:creationId id="{D35D1B8E-7E28-4A0B-99E1-FC04C22192C0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标签轮廓与组合</a:t>
              </a:r>
            </a:p>
          </p:txBody>
        </p:sp>
        <p:sp>
          <p:nvSpPr>
            <p:cNvPr id="5" name="header.library.226">
              <a:extLst>
                <a:ext uri="{FF2B5EF4-FFF2-40B4-BE49-F238E27FC236}">
                  <a16:creationId id="{247420BA-4F93-4308-A416-B7ABEDE30320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4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27">
              <a:extLst>
                <a:ext uri="{FF2B5EF4-FFF2-40B4-BE49-F238E27FC236}">
                  <a16:creationId id="{F154BD38-19C5-4DAB-8F70-3C7F4F85D952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28">
              <a:extLst>
                <a:ext uri="{FF2B5EF4-FFF2-40B4-BE49-F238E27FC236}">
                  <a16:creationId id="{9E4BF289-E663-4364-857D-BD442E402DF0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29">
              <a:extLst>
                <a:ext uri="{FF2B5EF4-FFF2-40B4-BE49-F238E27FC236}">
                  <a16:creationId id="{CAA9236B-5779-44B1-AF9B-4641EB514B8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30">
              <a:extLst>
                <a:ext uri="{FF2B5EF4-FFF2-40B4-BE49-F238E27FC236}">
                  <a16:creationId id="{25DFF4B5-3A32-4437-AA62-DCCC9FFFF4FE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胶囊、切角、页签、内凹与编号组合丰富标签轮廓，文字和尺寸可替换。</a:t>
              </a:r>
            </a:p>
          </p:txBody>
        </p:sp>
      </p:grpSp>
      <p:sp>
        <p:nvSpPr>
          <p:cNvPr id="10" name="gallery.capsule.frame.231">
            <a:extLst>
              <a:ext uri="{FF2B5EF4-FFF2-40B4-BE49-F238E27FC236}">
                <a16:creationId id="{6079B0A0-C801-4095-8746-AC6551C37CBF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capsule.heading.232">
            <a:extLst>
              <a:ext uri="{FF2B5EF4-FFF2-40B4-BE49-F238E27FC236}">
                <a16:creationId id="{7A11A2B8-6985-4DCD-8365-BC7F5FE1B1C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胶囊标签</a:t>
            </a:r>
          </a:p>
        </p:txBody>
      </p:sp>
      <p:grpSp>
        <p:nvGrpSpPr>
          <p:cNvPr id="45" name="胶囊标签"/>
          <p:cNvGrpSpPr/>
          <p:nvPr/>
        </p:nvGrpSpPr>
        <p:grpSpPr>
          <a:xfrm>
            <a:off x="962025" y="2590800"/>
            <a:ext cx="2571750" cy="762000"/>
            <a:chOff x="962025" y="2590800"/>
            <a:chExt cx="2571750" cy="762000"/>
          </a:xfrm>
        </p:grpSpPr>
        <p:sp>
          <p:nvSpPr>
            <p:cNvPr id="12" name="instance.C03.34.body.233">
              <a:extLst>
                <a:ext uri="{FF2B5EF4-FFF2-40B4-BE49-F238E27FC236}">
                  <a16:creationId id="{7345444B-C853-4E79-BD7D-0B3249784BF7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2590800"/>
              <a:ext cx="2571750" cy="762000"/>
            </a:xfrm>
            <a:prstGeom prst="roundRect">
              <a:avLst>
                <a:gd name="adj" fmla="val 50000"/>
              </a:avLst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3" name="instance.C03.34.label.234">
              <a:extLst>
                <a:ext uri="{FF2B5EF4-FFF2-40B4-BE49-F238E27FC236}">
                  <a16:creationId id="{7C910038-9010-452D-89B4-E6B0808252A3}"/>
                </a:ext>
              </a:extLst>
            </p:cNvPr>
            <p:cNvSpPr>
              <a:spLocks noGrp="1"/>
            </p:cNvSpPr>
            <p:nvPr/>
          </p:nvSpPr>
          <p:spPr>
            <a:xfrm>
              <a:off x="1114425" y="2638425"/>
              <a:ext cx="22669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14" name="gallery.capsule.note.235">
            <a:extLst>
              <a:ext uri="{FF2B5EF4-FFF2-40B4-BE49-F238E27FC236}">
                <a16:creationId id="{2A8A69C0-ED3D-46A4-8E3D-0A7319731507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两端为完整半圆</a:t>
            </a:r>
          </a:p>
        </p:txBody>
      </p:sp>
      <p:sp>
        <p:nvSpPr>
          <p:cNvPr id="15" name="gallery.clipped.frame.236">
            <a:extLst>
              <a:ext uri="{FF2B5EF4-FFF2-40B4-BE49-F238E27FC236}">
                <a16:creationId id="{058AA23F-E52F-45BC-AFA0-DAF43E4A4A72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6" name="gallery.clipped.heading.237">
            <a:extLst>
              <a:ext uri="{FF2B5EF4-FFF2-40B4-BE49-F238E27FC236}">
                <a16:creationId id="{044C1EB3-B10B-4A4B-B613-42EE38E44E6E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对角切角标签</a:t>
            </a:r>
          </a:p>
        </p:txBody>
      </p:sp>
      <p:grpSp>
        <p:nvGrpSpPr>
          <p:cNvPr id="46" name="对角切角标签"/>
          <p:cNvGrpSpPr/>
          <p:nvPr/>
        </p:nvGrpSpPr>
        <p:grpSpPr>
          <a:xfrm>
            <a:off x="4810125" y="2590800"/>
            <a:ext cx="2571750" cy="762000"/>
            <a:chOff x="4810125" y="2590800"/>
            <a:chExt cx="2571750" cy="762000"/>
          </a:xfrm>
        </p:grpSpPr>
        <p:sp>
          <p:nvSpPr>
            <p:cNvPr id="17" name="instance.C03.35.body.238">
              <a:extLst>
                <a:ext uri="{FF2B5EF4-FFF2-40B4-BE49-F238E27FC236}">
                  <a16:creationId id="{791AD727-978F-46CA-A920-BC7F58D586C9}"/>
                </a:ext>
              </a:extLst>
            </p:cNvPr>
            <p:cNvSpPr>
              <a:spLocks noGrp="1"/>
            </p:cNvSpPr>
            <p:nvPr/>
          </p:nvSpPr>
          <p:spPr>
            <a:xfrm>
              <a:off x="4810125" y="2590800"/>
              <a:ext cx="2571750" cy="762000"/>
            </a:xfrm>
            <a:custGeom>
              <a:pathLst>
                <a:path w="2571750" h="762000">
                  <a:moveTo>
                    <a:pt x="0" y="209550"/>
                  </a:moveTo>
                  <a:lnTo>
                    <a:pt x="209550" y="0"/>
                  </a:lnTo>
                  <a:lnTo>
                    <a:pt x="2571750" y="0"/>
                  </a:lnTo>
                  <a:lnTo>
                    <a:pt x="2571750" y="552450"/>
                  </a:lnTo>
                  <a:lnTo>
                    <a:pt x="23622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8" name="instance.C03.35.label.239">
              <a:extLst>
                <a:ext uri="{FF2B5EF4-FFF2-40B4-BE49-F238E27FC236}">
                  <a16:creationId id="{F6E173FE-2D3A-4AB8-8C01-CF3F7D247642}"/>
                </a:ext>
              </a:extLst>
            </p:cNvPr>
            <p:cNvSpPr>
              <a:spLocks noGrp="1"/>
            </p:cNvSpPr>
            <p:nvPr/>
          </p:nvSpPr>
          <p:spPr>
            <a:xfrm>
              <a:off x="4962525" y="2638425"/>
              <a:ext cx="22669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19" name="gallery.clipped.note.240">
            <a:extLst>
              <a:ext uri="{FF2B5EF4-FFF2-40B4-BE49-F238E27FC236}">
                <a16:creationId id="{29AFAA19-E074-4724-AB3C-07BF3E8069B3}"/>
              </a:ext>
            </a:extLst>
          </p:cNvPr>
          <p:cNvSpPr>
            <a:spLocks noGrp="1"/>
          </p:cNvSpPr>
          <p:nvPr/>
        </p:nvSpPr>
        <p:spPr>
          <a:xfrm>
            <a:off x="44196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相对角采用斜切轮廓</a:t>
            </a:r>
          </a:p>
        </p:txBody>
      </p:sp>
      <p:sp>
        <p:nvSpPr>
          <p:cNvPr id="20" name="gallery.tab.frame.241">
            <a:extLst>
              <a:ext uri="{FF2B5EF4-FFF2-40B4-BE49-F238E27FC236}">
                <a16:creationId id="{AFD686A1-5F10-4B7A-98BB-8BB0E4B170C3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gallery.tab.heading.242">
            <a:extLst>
              <a:ext uri="{FF2B5EF4-FFF2-40B4-BE49-F238E27FC236}">
                <a16:creationId id="{40C3BBA9-B253-4E26-824D-03D90BD7566A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顶部页签标签</a:t>
            </a:r>
          </a:p>
        </p:txBody>
      </p:sp>
      <p:grpSp>
        <p:nvGrpSpPr>
          <p:cNvPr id="47" name="顶部页签标签"/>
          <p:cNvGrpSpPr/>
          <p:nvPr/>
        </p:nvGrpSpPr>
        <p:grpSpPr>
          <a:xfrm>
            <a:off x="8658225" y="2590800"/>
            <a:ext cx="2571750" cy="762000"/>
            <a:chOff x="8658225" y="2590800"/>
            <a:chExt cx="2571750" cy="762000"/>
          </a:xfrm>
        </p:grpSpPr>
        <p:sp>
          <p:nvSpPr>
            <p:cNvPr id="22" name="instance.C03.36.body.243">
              <a:extLst>
                <a:ext uri="{FF2B5EF4-FFF2-40B4-BE49-F238E27FC236}">
                  <a16:creationId id="{26707124-321E-43A3-9B59-770EE2B8CA2C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2590800"/>
              <a:ext cx="2571750" cy="762000"/>
            </a:xfrm>
            <a:custGeom>
              <a:pathLst>
                <a:path w="2571750" h="762000">
                  <a:moveTo>
                    <a:pt x="0" y="175260"/>
                  </a:moveTo>
                  <a:lnTo>
                    <a:pt x="308610" y="175260"/>
                  </a:lnTo>
                  <a:lnTo>
                    <a:pt x="308610" y="0"/>
                  </a:lnTo>
                  <a:lnTo>
                    <a:pt x="1440180" y="0"/>
                  </a:lnTo>
                  <a:lnTo>
                    <a:pt x="1440180" y="175260"/>
                  </a:lnTo>
                  <a:lnTo>
                    <a:pt x="2571750" y="175260"/>
                  </a:lnTo>
                  <a:lnTo>
                    <a:pt x="257175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3" name="instance.C03.36.label.244">
              <a:extLst>
                <a:ext uri="{FF2B5EF4-FFF2-40B4-BE49-F238E27FC236}">
                  <a16:creationId id="{751CCD39-1CD9-4DC4-838D-4722C3BAB26D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2794635"/>
              <a:ext cx="2266950" cy="52959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24" name="gallery.tab.note.245">
            <a:extLst>
              <a:ext uri="{FF2B5EF4-FFF2-40B4-BE49-F238E27FC236}">
                <a16:creationId id="{4E5DBBD4-E353-4F1D-8F50-9CFF2F0F43ED}"/>
              </a:ext>
            </a:extLst>
          </p:cNvPr>
          <p:cNvSpPr>
            <a:spLocks noGrp="1"/>
          </p:cNvSpPr>
          <p:nvPr/>
        </p:nvSpPr>
        <p:spPr>
          <a:xfrm>
            <a:off x="82677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顶部凸起形成页签</a:t>
            </a:r>
          </a:p>
        </p:txBody>
      </p:sp>
      <p:sp>
        <p:nvSpPr>
          <p:cNvPr id="25" name="gallery.notched.frame.246">
            <a:extLst>
              <a:ext uri="{FF2B5EF4-FFF2-40B4-BE49-F238E27FC236}">
                <a16:creationId id="{9F496741-3580-4BEB-BFDB-214373C14ED3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6" name="gallery.notched.heading.247">
            <a:extLst>
              <a:ext uri="{FF2B5EF4-FFF2-40B4-BE49-F238E27FC236}">
                <a16:creationId id="{87781319-9A72-432A-8C9F-2F1E5A6ABCEB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燕尾书签标签</a:t>
            </a:r>
          </a:p>
        </p:txBody>
      </p:sp>
      <p:grpSp>
        <p:nvGrpSpPr>
          <p:cNvPr id="48" name="燕尾书签标签"/>
          <p:cNvGrpSpPr/>
          <p:nvPr/>
        </p:nvGrpSpPr>
        <p:grpSpPr>
          <a:xfrm>
            <a:off x="962025" y="5067300"/>
            <a:ext cx="2571750" cy="762000"/>
            <a:chOff x="962025" y="5067300"/>
            <a:chExt cx="2571750" cy="762000"/>
          </a:xfrm>
        </p:grpSpPr>
        <p:sp>
          <p:nvSpPr>
            <p:cNvPr id="27" name="instance.C03.37.body.248">
              <a:extLst>
                <a:ext uri="{FF2B5EF4-FFF2-40B4-BE49-F238E27FC236}">
                  <a16:creationId id="{D01B6DFB-7268-45C4-AA9C-4F4AA17EAFBE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5067300"/>
              <a:ext cx="2571750" cy="762000"/>
            </a:xfrm>
            <a:custGeom>
              <a:pathLst>
                <a:path w="2571750" h="762000">
                  <a:moveTo>
                    <a:pt x="0" y="0"/>
                  </a:moveTo>
                  <a:lnTo>
                    <a:pt x="2571750" y="0"/>
                  </a:lnTo>
                  <a:lnTo>
                    <a:pt x="2305050" y="381000"/>
                  </a:lnTo>
                  <a:lnTo>
                    <a:pt x="257175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8" name="instance.C03.37.label.249">
              <a:extLst>
                <a:ext uri="{FF2B5EF4-FFF2-40B4-BE49-F238E27FC236}">
                  <a16:creationId id="{BD954710-E307-4DBB-874D-0A65FC70A466}"/>
                </a:ext>
              </a:extLst>
            </p:cNvPr>
            <p:cNvSpPr>
              <a:spLocks noGrp="1"/>
            </p:cNvSpPr>
            <p:nvPr/>
          </p:nvSpPr>
          <p:spPr>
            <a:xfrm>
              <a:off x="1095375" y="5114925"/>
              <a:ext cx="20764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29" name="gallery.notched.note.250">
            <a:extLst>
              <a:ext uri="{FF2B5EF4-FFF2-40B4-BE49-F238E27FC236}">
                <a16:creationId id="{AF32FB28-AE79-45EC-858B-BD77AAAE4A31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尾部为 V 形内凹缺口</a:t>
            </a:r>
          </a:p>
        </p:txBody>
      </p:sp>
      <p:sp>
        <p:nvSpPr>
          <p:cNvPr id="30" name="gallery.ticket.frame.251">
            <a:extLst>
              <a:ext uri="{FF2B5EF4-FFF2-40B4-BE49-F238E27FC236}">
                <a16:creationId id="{5EB436DC-60A6-4BBD-8584-559F6419BEA4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1" name="gallery.ticket.heading.252">
            <a:extLst>
              <a:ext uri="{FF2B5EF4-FFF2-40B4-BE49-F238E27FC236}">
                <a16:creationId id="{F9AEC1F5-382D-471A-807A-62D8DEB92935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两侧内凹票签</a:t>
            </a:r>
          </a:p>
        </p:txBody>
      </p:sp>
      <p:grpSp>
        <p:nvGrpSpPr>
          <p:cNvPr id="49" name="两侧内凹票签"/>
          <p:cNvGrpSpPr/>
          <p:nvPr/>
        </p:nvGrpSpPr>
        <p:grpSpPr>
          <a:xfrm>
            <a:off x="4810125" y="5067300"/>
            <a:ext cx="2571750" cy="762000"/>
            <a:chOff x="4810125" y="5067300"/>
            <a:chExt cx="2571750" cy="762000"/>
          </a:xfrm>
        </p:grpSpPr>
        <p:sp>
          <p:nvSpPr>
            <p:cNvPr id="32" name="instance.C03.38.body.253">
              <a:extLst>
                <a:ext uri="{FF2B5EF4-FFF2-40B4-BE49-F238E27FC236}">
                  <a16:creationId id="{061A03B3-2D0B-4845-8A74-AC61956B7172}"/>
                </a:ext>
              </a:extLst>
            </p:cNvPr>
            <p:cNvSpPr>
              <a:spLocks noGrp="1"/>
            </p:cNvSpPr>
            <p:nvPr/>
          </p:nvSpPr>
          <p:spPr>
            <a:xfrm>
              <a:off x="4810125" y="5067300"/>
              <a:ext cx="2571750" cy="762000"/>
            </a:xfrm>
            <a:custGeom>
              <a:pathLst>
                <a:path w="2571750" h="762000">
                  <a:moveTo>
                    <a:pt x="0" y="0"/>
                  </a:moveTo>
                  <a:lnTo>
                    <a:pt x="2571750" y="0"/>
                  </a:lnTo>
                  <a:lnTo>
                    <a:pt x="2571750" y="238125"/>
                  </a:lnTo>
                  <a:cubicBezTo>
                    <a:pt x="2492842" y="238125"/>
                    <a:pt x="2428875" y="302092"/>
                    <a:pt x="2428875" y="381000"/>
                  </a:cubicBezTo>
                  <a:cubicBezTo>
                    <a:pt x="2428875" y="459908"/>
                    <a:pt x="2492842" y="523875"/>
                    <a:pt x="2571750" y="523875"/>
                  </a:cubicBezTo>
                  <a:lnTo>
                    <a:pt x="2571750" y="762000"/>
                  </a:lnTo>
                  <a:lnTo>
                    <a:pt x="0" y="762000"/>
                  </a:lnTo>
                  <a:lnTo>
                    <a:pt x="0" y="523875"/>
                  </a:lnTo>
                  <a:cubicBezTo>
                    <a:pt x="78908" y="523875"/>
                    <a:pt x="142875" y="459908"/>
                    <a:pt x="142875" y="381000"/>
                  </a:cubicBezTo>
                  <a:cubicBezTo>
                    <a:pt x="142875" y="302092"/>
                    <a:pt x="78908" y="238125"/>
                    <a:pt x="0" y="238125"/>
                  </a:cubicBez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3" name="instance.C03.38.label.254">
              <a:extLst>
                <a:ext uri="{FF2B5EF4-FFF2-40B4-BE49-F238E27FC236}">
                  <a16:creationId id="{10D5D9F5-2B4E-433B-A36F-69477D286A7C}"/>
                </a:ext>
              </a:extLst>
            </p:cNvPr>
            <p:cNvSpPr>
              <a:spLocks noGrp="1"/>
            </p:cNvSpPr>
            <p:nvPr/>
          </p:nvSpPr>
          <p:spPr>
            <a:xfrm>
              <a:off x="5048250" y="5114925"/>
              <a:ext cx="209550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34" name="gallery.ticket.note.255">
            <a:extLst>
              <a:ext uri="{FF2B5EF4-FFF2-40B4-BE49-F238E27FC236}">
                <a16:creationId id="{D4DFCDC1-B281-4E9B-85E0-7C262A42B60B}"/>
              </a:ext>
            </a:extLst>
          </p:cNvPr>
          <p:cNvSpPr>
            <a:spLocks noGrp="1"/>
          </p:cNvSpPr>
          <p:nvPr/>
        </p:nvSpPr>
        <p:spPr>
          <a:xfrm>
            <a:off x="44196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两侧采用半圆内凹缺口</a:t>
            </a:r>
          </a:p>
        </p:txBody>
      </p:sp>
      <p:sp>
        <p:nvSpPr>
          <p:cNvPr id="35" name="gallery.indexed.frame.256">
            <a:extLst>
              <a:ext uri="{FF2B5EF4-FFF2-40B4-BE49-F238E27FC236}">
                <a16:creationId id="{95EECF88-04BD-48A4-823F-8249AA1E5E11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6" name="gallery.indexed.heading.257">
            <a:extLst>
              <a:ext uri="{FF2B5EF4-FFF2-40B4-BE49-F238E27FC236}">
                <a16:creationId id="{4A550334-2943-4118-963A-DF454D406F56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双段编号标签</a:t>
            </a:r>
          </a:p>
        </p:txBody>
      </p:sp>
      <p:grpSp>
        <p:nvGrpSpPr>
          <p:cNvPr id="50" name="双段编号标签"/>
          <p:cNvGrpSpPr/>
          <p:nvPr/>
        </p:nvGrpSpPr>
        <p:grpSpPr>
          <a:xfrm>
            <a:off x="8658225" y="5067300"/>
            <a:ext cx="2571750" cy="762000"/>
            <a:chOff x="8658225" y="5067300"/>
            <a:chExt cx="2571750" cy="762000"/>
          </a:xfrm>
        </p:grpSpPr>
        <p:sp>
          <p:nvSpPr>
            <p:cNvPr id="37" name="instance.C03.39.number-body.258">
              <a:extLst>
                <a:ext uri="{FF2B5EF4-FFF2-40B4-BE49-F238E27FC236}">
                  <a16:creationId id="{ED03AE09-DD70-4DF3-839A-1B3B8D417161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5067300"/>
              <a:ext cx="617220" cy="7620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8" name="instance.C03.39.number.259">
              <a:extLst>
                <a:ext uri="{FF2B5EF4-FFF2-40B4-BE49-F238E27FC236}">
                  <a16:creationId id="{F54CE0A5-FD15-4B82-AB6F-A17199350A46}"/>
                </a:ext>
              </a:extLst>
            </p:cNvPr>
            <p:cNvSpPr>
              <a:spLocks noGrp="1"/>
            </p:cNvSpPr>
            <p:nvPr/>
          </p:nvSpPr>
          <p:spPr>
            <a:xfrm>
              <a:off x="8696325" y="5105400"/>
              <a:ext cx="54102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01</a:t>
              </a:r>
            </a:p>
          </p:txBody>
        </p:sp>
        <p:sp>
          <p:nvSpPr>
            <p:cNvPr id="39" name="instance.C03.39.label-body.260">
              <a:extLst>
                <a:ext uri="{FF2B5EF4-FFF2-40B4-BE49-F238E27FC236}">
                  <a16:creationId id="{92C78455-4CB1-4EAE-913E-8C777EC9AC3C}"/>
                </a:ext>
              </a:extLst>
            </p:cNvPr>
            <p:cNvSpPr>
              <a:spLocks noGrp="1"/>
            </p:cNvSpPr>
            <p:nvPr/>
          </p:nvSpPr>
          <p:spPr>
            <a:xfrm>
              <a:off x="9370695" y="5067300"/>
              <a:ext cx="1859280" cy="7620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0" name="instance.C03.39.label.261">
              <a:extLst>
                <a:ext uri="{FF2B5EF4-FFF2-40B4-BE49-F238E27FC236}">
                  <a16:creationId id="{ADBFDF55-B0B5-4150-BAC3-2A5815C84B55}"/>
                </a:ext>
              </a:extLst>
            </p:cNvPr>
            <p:cNvSpPr>
              <a:spLocks noGrp="1"/>
            </p:cNvSpPr>
            <p:nvPr/>
          </p:nvSpPr>
          <p:spPr>
            <a:xfrm>
              <a:off x="9465945" y="5114925"/>
              <a:ext cx="166878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41" name="gallery.indexed.note.262">
            <a:extLst>
              <a:ext uri="{FF2B5EF4-FFF2-40B4-BE49-F238E27FC236}">
                <a16:creationId id="{DAAE1800-2A80-4BB5-A9ED-DF03C63C7F5F}"/>
              </a:ext>
            </a:extLst>
          </p:cNvPr>
          <p:cNvSpPr>
            <a:spLocks noGrp="1"/>
          </p:cNvSpPr>
          <p:nvPr/>
        </p:nvSpPr>
        <p:spPr>
          <a:xfrm>
            <a:off x="82677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编号与文字分为两个独立部分</a:t>
            </a:r>
          </a:p>
        </p:txBody>
      </p:sp>
      <p:sp>
        <p:nvSpPr>
          <p:cNvPr id="51" name="navigation.rule.2655">
            <a:extLst>
              <a:ext uri="{FF2B5EF4-FFF2-40B4-BE49-F238E27FC236}">
                <a16:creationId id="{AA8BF1F2-76A1-49E5-852F-F9A6A8BDB2C8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52" name="navigation.section.2656">
            <a:extLst>
              <a:ext uri="{FF2B5EF4-FFF2-40B4-BE49-F238E27FC236}">
                <a16:creationId id="{A702AADD-5FD4-4DC1-8E51-46D2F4CEBABF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53" name="navigation.page.2657">
            <a:extLst>
              <a:ext uri="{FF2B5EF4-FFF2-40B4-BE49-F238E27FC236}">
                <a16:creationId id="{4AA4BB64-984D-4B14-97AB-1FE57F22AF98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11 / 53</a:t>
            </a:r>
          </a:p>
        </p:txBody>
      </p:sp>
    </p:spTree>
    <p:extLst>
      <p:ext uri="{BB962C8B-B14F-4D97-AF65-F5344CB8AC3E}">
        <p14:creationId val="1200172173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1" name="3.3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0" name="header.accent.263">
              <a:extLst>
                <a:ext uri="{FF2B5EF4-FFF2-40B4-BE49-F238E27FC236}">
                  <a16:creationId id="{39E18396-7609-4782-8513-7874C0AFEE7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64">
              <a:extLst>
                <a:ext uri="{FF2B5EF4-FFF2-40B4-BE49-F238E27FC236}">
                  <a16:creationId id="{477CC367-42EA-490B-B581-BE22E503DE1A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3.3</a:t>
              </a:r>
            </a:p>
          </p:txBody>
        </p:sp>
        <p:sp>
          <p:nvSpPr>
            <p:cNvPr id="3" name="header.gradient.265">
              <a:extLst>
                <a:ext uri="{FF2B5EF4-FFF2-40B4-BE49-F238E27FC236}">
                  <a16:creationId id="{4E0B68A9-B639-45DC-93A3-F926A88B502A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66">
              <a:extLst>
                <a:ext uri="{FF2B5EF4-FFF2-40B4-BE49-F238E27FC236}">
                  <a16:creationId id="{BF09D92C-8DBA-4169-BC01-16E19A8F4AD5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信息框结构变体</a:t>
              </a:r>
            </a:p>
          </p:txBody>
        </p:sp>
        <p:sp>
          <p:nvSpPr>
            <p:cNvPr id="5" name="header.library.267">
              <a:extLst>
                <a:ext uri="{FF2B5EF4-FFF2-40B4-BE49-F238E27FC236}">
                  <a16:creationId id="{CFBE5C12-7BF7-4DAD-927D-298162598E33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68">
              <a:extLst>
                <a:ext uri="{FF2B5EF4-FFF2-40B4-BE49-F238E27FC236}">
                  <a16:creationId id="{CD8FB07F-EBE0-40B8-939A-F587F1816178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69">
              <a:extLst>
                <a:ext uri="{FF2B5EF4-FFF2-40B4-BE49-F238E27FC236}">
                  <a16:creationId id="{3F22C92C-7BE1-4074-9F09-9EE8E2AD1049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70">
              <a:extLst>
                <a:ext uri="{FF2B5EF4-FFF2-40B4-BE49-F238E27FC236}">
                  <a16:creationId id="{BFEB4DAB-7DBF-431F-A221-DF2D4FA525C2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71">
              <a:extLst>
                <a:ext uri="{FF2B5EF4-FFF2-40B4-BE49-F238E27FC236}">
                  <a16:creationId id="{462346B9-F9F6-46BD-ADCA-F1A3845593B5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标题带、悬挂标题、折角、编号与开放边界形成不同的信息框结构。</a:t>
              </a:r>
            </a:p>
          </p:txBody>
        </p:sp>
      </p:grpSp>
      <p:sp>
        <p:nvSpPr>
          <p:cNvPr id="10" name="gallery.title-band.frame.272">
            <a:extLst>
              <a:ext uri="{FF2B5EF4-FFF2-40B4-BE49-F238E27FC236}">
                <a16:creationId id="{C9C315C1-D985-450C-A787-9BCB504ECD3A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title-band.heading.273">
            <a:extLst>
              <a:ext uri="{FF2B5EF4-FFF2-40B4-BE49-F238E27FC236}">
                <a16:creationId id="{1E3CEEC3-ADF5-4176-84ED-29778EB3BB1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标题带信息框</a:t>
            </a:r>
          </a:p>
        </p:txBody>
      </p:sp>
      <p:grpSp>
        <p:nvGrpSpPr>
          <p:cNvPr id="63" name="标题带信息框"/>
          <p:cNvGrpSpPr/>
          <p:nvPr/>
        </p:nvGrpSpPr>
        <p:grpSpPr>
          <a:xfrm>
            <a:off x="657225" y="2371725"/>
            <a:ext cx="3181350" cy="1295400"/>
            <a:chOff x="657225" y="2371725"/>
            <a:chExt cx="3181350" cy="1295400"/>
          </a:xfrm>
        </p:grpSpPr>
        <p:sp>
          <p:nvSpPr>
            <p:cNvPr id="12" name="instance.C02.40.frame.274">
              <a:extLst>
                <a:ext uri="{FF2B5EF4-FFF2-40B4-BE49-F238E27FC236}">
                  <a16:creationId id="{3B4445C1-66E7-490D-B411-CAC9CE52F649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23717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3" name="instance.C02.40.band.275">
              <a:extLst>
                <a:ext uri="{FF2B5EF4-FFF2-40B4-BE49-F238E27FC236}">
                  <a16:creationId id="{6707D86D-2AEC-4B7F-9322-5D760619EE50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2371725"/>
              <a:ext cx="3181350" cy="39433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instance.C02.40.title.276">
              <a:extLst>
                <a:ext uri="{FF2B5EF4-FFF2-40B4-BE49-F238E27FC236}">
                  <a16:creationId id="{79EB6752-B932-4142-B11C-576295E5C75F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2409825"/>
              <a:ext cx="2895600" cy="34671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15" name="instance.C02.40.label.277">
              <a:extLst>
                <a:ext uri="{FF2B5EF4-FFF2-40B4-BE49-F238E27FC236}">
                  <a16:creationId id="{4AA6DF6B-6DB5-4312-A65B-31EE17A26477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2880360"/>
              <a:ext cx="2895600" cy="64389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16" name="gallery.title-band.note.278">
            <a:extLst>
              <a:ext uri="{FF2B5EF4-FFF2-40B4-BE49-F238E27FC236}">
                <a16:creationId id="{E53BBF10-8A96-42A0-B129-0C8AF61143FF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蓝色标题带与白色正文区</a:t>
            </a:r>
          </a:p>
        </p:txBody>
      </p:sp>
      <p:sp>
        <p:nvSpPr>
          <p:cNvPr id="17" name="gallery.hanging-title.frame.279">
            <a:extLst>
              <a:ext uri="{FF2B5EF4-FFF2-40B4-BE49-F238E27FC236}">
                <a16:creationId id="{D1383EBA-CF58-4E69-B596-1A4A53306CBE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" name="gallery.hanging-title.heading.280">
            <a:extLst>
              <a:ext uri="{FF2B5EF4-FFF2-40B4-BE49-F238E27FC236}">
                <a16:creationId id="{2525B543-5F72-4822-9235-3F1B428DFD73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悬签标题信息框</a:t>
            </a:r>
          </a:p>
        </p:txBody>
      </p:sp>
      <p:grpSp>
        <p:nvGrpSpPr>
          <p:cNvPr id="64" name="悬签标题信息框"/>
          <p:cNvGrpSpPr/>
          <p:nvPr/>
        </p:nvGrpSpPr>
        <p:grpSpPr>
          <a:xfrm>
            <a:off x="4505325" y="2371725"/>
            <a:ext cx="3181350" cy="1295400"/>
            <a:chOff x="4505325" y="2371725"/>
            <a:chExt cx="3181350" cy="1295400"/>
          </a:xfrm>
        </p:grpSpPr>
        <p:sp>
          <p:nvSpPr>
            <p:cNvPr id="19" name="instance.C02.41.frame.281">
              <a:extLst>
                <a:ext uri="{FF2B5EF4-FFF2-40B4-BE49-F238E27FC236}">
                  <a16:creationId id="{24132711-031A-4AF7-905A-6293E0CFB7CE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2505075"/>
              <a:ext cx="3181350" cy="11620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0" name="instance.C02.41.title-tag.282">
              <a:extLst>
                <a:ext uri="{FF2B5EF4-FFF2-40B4-BE49-F238E27FC236}">
                  <a16:creationId id="{D8085CB9-BCC8-4660-9036-0B61D882BEB7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2371725"/>
              <a:ext cx="1714500" cy="3333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1" name="instance.C02.41.title.283">
              <a:extLst>
                <a:ext uri="{FF2B5EF4-FFF2-40B4-BE49-F238E27FC236}">
                  <a16:creationId id="{05967A60-BCA7-41D6-BDE9-10C27D761DBD}"/>
                </a:ext>
              </a:extLst>
            </p:cNvPr>
            <p:cNvSpPr>
              <a:spLocks noGrp="1"/>
            </p:cNvSpPr>
            <p:nvPr/>
          </p:nvSpPr>
          <p:spPr>
            <a:xfrm>
              <a:off x="4733925" y="2400300"/>
              <a:ext cx="1543050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22" name="instance.C02.41.label.284">
              <a:extLst>
                <a:ext uri="{FF2B5EF4-FFF2-40B4-BE49-F238E27FC236}">
                  <a16:creationId id="{7CF46EBA-6E46-44FE-9BD8-E04D75ED8EF9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2914650"/>
              <a:ext cx="2895600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23" name="gallery.hanging-title.note.285">
            <a:extLst>
              <a:ext uri="{FF2B5EF4-FFF2-40B4-BE49-F238E27FC236}">
                <a16:creationId id="{26AA7178-E665-414F-B061-97656E96FE9D}"/>
              </a:ext>
            </a:extLst>
          </p:cNvPr>
          <p:cNvSpPr>
            <a:spLocks noGrp="1"/>
          </p:cNvSpPr>
          <p:nvPr/>
        </p:nvSpPr>
        <p:spPr>
          <a:xfrm>
            <a:off x="44196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标题签悬挂在框体上边缘</a:t>
            </a:r>
          </a:p>
        </p:txBody>
      </p:sp>
      <p:sp>
        <p:nvSpPr>
          <p:cNvPr id="24" name="gallery.callout.frame.286">
            <a:extLst>
              <a:ext uri="{FF2B5EF4-FFF2-40B4-BE49-F238E27FC236}">
                <a16:creationId id="{20274D9C-F490-4A63-B402-5A38ECC6F689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5" name="gallery.callout.heading.287">
            <a:extLst>
              <a:ext uri="{FF2B5EF4-FFF2-40B4-BE49-F238E27FC236}">
                <a16:creationId id="{2158646A-AE37-4E31-B59F-1529BD33B301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指向批注框</a:t>
            </a:r>
          </a:p>
        </p:txBody>
      </p:sp>
      <p:grpSp>
        <p:nvGrpSpPr>
          <p:cNvPr id="65" name="指向批注框"/>
          <p:cNvGrpSpPr/>
          <p:nvPr/>
        </p:nvGrpSpPr>
        <p:grpSpPr>
          <a:xfrm>
            <a:off x="8353425" y="2371725"/>
            <a:ext cx="3181350" cy="1295400"/>
            <a:chOff x="8353425" y="2371725"/>
            <a:chExt cx="3181350" cy="1295400"/>
          </a:xfrm>
        </p:grpSpPr>
        <p:sp>
          <p:nvSpPr>
            <p:cNvPr id="26" name="instance.C02.42.frame.288">
              <a:extLst>
                <a:ext uri="{FF2B5EF4-FFF2-40B4-BE49-F238E27FC236}">
                  <a16:creationId id="{CDEE16A5-E875-493E-AF10-64E28D81A2AD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2371725"/>
              <a:ext cx="3181350" cy="1295400"/>
            </a:xfrm>
            <a:custGeom>
              <a:pathLst>
                <a:path w="3181350" h="1295400">
                  <a:moveTo>
                    <a:pt x="0" y="0"/>
                  </a:moveTo>
                  <a:lnTo>
                    <a:pt x="3181350" y="0"/>
                  </a:lnTo>
                  <a:lnTo>
                    <a:pt x="3181350" y="1104900"/>
                  </a:lnTo>
                  <a:lnTo>
                    <a:pt x="922592" y="1104900"/>
                  </a:lnTo>
                  <a:lnTo>
                    <a:pt x="636270" y="1295400"/>
                  </a:lnTo>
                  <a:lnTo>
                    <a:pt x="63627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7" name="instance.C02.42.divider.289">
              <a:extLst>
                <a:ext uri="{FF2B5EF4-FFF2-40B4-BE49-F238E27FC236}">
                  <a16:creationId id="{3AEA8051-31E8-47A0-8D89-C9F1CFEBD5BE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2790825"/>
              <a:ext cx="2895600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8" name="instance.C02.42.title.290">
              <a:extLst>
                <a:ext uri="{FF2B5EF4-FFF2-40B4-BE49-F238E27FC236}">
                  <a16:creationId id="{FEAE3471-B999-4577-AA40-DCDF0AEE62DB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2447925"/>
              <a:ext cx="28956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29" name="instance.C02.42.label.291">
              <a:extLst>
                <a:ext uri="{FF2B5EF4-FFF2-40B4-BE49-F238E27FC236}">
                  <a16:creationId id="{CA2E3F58-5EC6-4FA2-8FF0-94F12EA70B9A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2886075"/>
              <a:ext cx="2895600" cy="4667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30" name="gallery.callout.note.292">
            <a:extLst>
              <a:ext uri="{FF2B5EF4-FFF2-40B4-BE49-F238E27FC236}">
                <a16:creationId id="{B9917F6F-1E7A-4E2D-91E9-C2E9B6B4F0D9}"/>
              </a:ext>
            </a:extLst>
          </p:cNvPr>
          <p:cNvSpPr>
            <a:spLocks noGrp="1"/>
          </p:cNvSpPr>
          <p:nvPr/>
        </p:nvSpPr>
        <p:spPr>
          <a:xfrm>
            <a:off x="82677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底部带指向尾部</a:t>
            </a:r>
          </a:p>
        </p:txBody>
      </p:sp>
      <p:sp>
        <p:nvSpPr>
          <p:cNvPr id="31" name="gallery.folded-corner.frame.293">
            <a:extLst>
              <a:ext uri="{FF2B5EF4-FFF2-40B4-BE49-F238E27FC236}">
                <a16:creationId id="{EF4D0C6B-4815-4D4E-B8FF-B5B4CA6A029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2" name="gallery.folded-corner.heading.294">
            <a:extLst>
              <a:ext uri="{FF2B5EF4-FFF2-40B4-BE49-F238E27FC236}">
                <a16:creationId id="{E9F706F9-E679-4367-9521-C29AF57CD997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折角注释框</a:t>
            </a:r>
          </a:p>
        </p:txBody>
      </p:sp>
      <p:grpSp>
        <p:nvGrpSpPr>
          <p:cNvPr id="66" name="折角注释框"/>
          <p:cNvGrpSpPr/>
          <p:nvPr/>
        </p:nvGrpSpPr>
        <p:grpSpPr>
          <a:xfrm>
            <a:off x="657225" y="4848225"/>
            <a:ext cx="3181350" cy="1295400"/>
            <a:chOff x="657225" y="4848225"/>
            <a:chExt cx="3181350" cy="1295400"/>
          </a:xfrm>
        </p:grpSpPr>
        <p:sp>
          <p:nvSpPr>
            <p:cNvPr id="33" name="instance.C02.43.frame.295">
              <a:extLst>
                <a:ext uri="{FF2B5EF4-FFF2-40B4-BE49-F238E27FC236}">
                  <a16:creationId id="{A9731921-CF08-456D-9621-E88A7BD1A528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4848225"/>
              <a:ext cx="3181350" cy="1295400"/>
            </a:xfrm>
            <a:custGeom>
              <a:pathLst>
                <a:path w="3181350" h="1295400">
                  <a:moveTo>
                    <a:pt x="0" y="0"/>
                  </a:moveTo>
                  <a:lnTo>
                    <a:pt x="2905125" y="0"/>
                  </a:lnTo>
                  <a:lnTo>
                    <a:pt x="3181350" y="276225"/>
                  </a:lnTo>
                  <a:lnTo>
                    <a:pt x="3181350" y="129540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4" name="instance.C02.43.fold.296">
              <a:extLst>
                <a:ext uri="{FF2B5EF4-FFF2-40B4-BE49-F238E27FC236}">
                  <a16:creationId id="{274D97A0-8757-40B2-86A5-F2C85B4FE420}"/>
                </a:ext>
              </a:extLst>
            </p:cNvPr>
            <p:cNvSpPr>
              <a:spLocks noGrp="1"/>
            </p:cNvSpPr>
            <p:nvPr/>
          </p:nvSpPr>
          <p:spPr>
            <a:xfrm>
              <a:off x="3562350" y="4848225"/>
              <a:ext cx="276225" cy="276225"/>
            </a:xfrm>
            <a:custGeom>
              <a:pathLst>
                <a:path w="276225" h="276225">
                  <a:moveTo>
                    <a:pt x="0" y="0"/>
                  </a:moveTo>
                  <a:lnTo>
                    <a:pt x="0" y="276225"/>
                  </a:lnTo>
                  <a:lnTo>
                    <a:pt x="276225" y="276225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5" name="instance.C02.43.title.297">
              <a:extLst>
                <a:ext uri="{FF2B5EF4-FFF2-40B4-BE49-F238E27FC236}">
                  <a16:creationId id="{95FA57B4-5534-46E5-B01F-04950537533A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4924425"/>
              <a:ext cx="261937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36" name="instance.C02.43.label.298">
              <a:extLst>
                <a:ext uri="{FF2B5EF4-FFF2-40B4-BE49-F238E27FC236}">
                  <a16:creationId id="{C2A41BC3-DB4B-4743-9495-E5B6A1CAF9E4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5362575"/>
              <a:ext cx="2895600" cy="647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37" name="gallery.folded-corner.note.299">
            <a:extLst>
              <a:ext uri="{FF2B5EF4-FFF2-40B4-BE49-F238E27FC236}">
                <a16:creationId id="{1C14504F-9044-4C91-8534-9305E16E7FF3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右上角带可编辑折角</a:t>
            </a:r>
          </a:p>
        </p:txBody>
      </p:sp>
      <p:sp>
        <p:nvSpPr>
          <p:cNvPr id="38" name="gallery.corner-index.frame.300">
            <a:extLst>
              <a:ext uri="{FF2B5EF4-FFF2-40B4-BE49-F238E27FC236}">
                <a16:creationId id="{47FB9C62-FAF4-475D-BD9A-AB73793AC19C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9" name="gallery.corner-index.heading.301">
            <a:extLst>
              <a:ext uri="{FF2B5EF4-FFF2-40B4-BE49-F238E27FC236}">
                <a16:creationId id="{015CFA84-1526-4A3F-8699-8BF141843D86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编号角标信息框</a:t>
            </a:r>
          </a:p>
        </p:txBody>
      </p:sp>
      <p:grpSp>
        <p:nvGrpSpPr>
          <p:cNvPr id="67" name="编号角标信息框"/>
          <p:cNvGrpSpPr/>
          <p:nvPr/>
        </p:nvGrpSpPr>
        <p:grpSpPr>
          <a:xfrm>
            <a:off x="4505325" y="4848225"/>
            <a:ext cx="3181350" cy="1295400"/>
            <a:chOff x="4505325" y="4848225"/>
            <a:chExt cx="3181350" cy="1295400"/>
          </a:xfrm>
        </p:grpSpPr>
        <p:sp>
          <p:nvSpPr>
            <p:cNvPr id="40" name="instance.C02.44.frame.302">
              <a:extLst>
                <a:ext uri="{FF2B5EF4-FFF2-40B4-BE49-F238E27FC236}">
                  <a16:creationId id="{03655BE4-6741-4E68-AD57-F982347992DC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48482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1" name="instance.C02.44.corner.303">
              <a:extLst>
                <a:ext uri="{FF2B5EF4-FFF2-40B4-BE49-F238E27FC236}">
                  <a16:creationId id="{CC6CD24A-C400-4D0D-B831-50482D7BF024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4848225"/>
              <a:ext cx="552450" cy="400050"/>
            </a:xfrm>
            <a:custGeom>
              <a:pathLst>
                <a:path w="552450" h="400050">
                  <a:moveTo>
                    <a:pt x="0" y="0"/>
                  </a:moveTo>
                  <a:lnTo>
                    <a:pt x="552450" y="0"/>
                  </a:lnTo>
                  <a:lnTo>
                    <a:pt x="552450" y="285750"/>
                  </a:lnTo>
                  <a:lnTo>
                    <a:pt x="438150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2" name="instance.C02.44.number.304">
              <a:extLst>
                <a:ext uri="{FF2B5EF4-FFF2-40B4-BE49-F238E27FC236}">
                  <a16:creationId id="{A5A95532-69F6-4357-A712-079D26A2F15E}"/>
                </a:ext>
              </a:extLst>
            </p:cNvPr>
            <p:cNvSpPr>
              <a:spLocks noGrp="1"/>
            </p:cNvSpPr>
            <p:nvPr/>
          </p:nvSpPr>
          <p:spPr>
            <a:xfrm>
              <a:off x="4543425" y="4876800"/>
              <a:ext cx="40005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01</a:t>
              </a:r>
            </a:p>
          </p:txBody>
        </p:sp>
        <p:sp>
          <p:nvSpPr>
            <p:cNvPr id="43" name="instance.C02.44.title.305">
              <a:extLst>
                <a:ext uri="{FF2B5EF4-FFF2-40B4-BE49-F238E27FC236}">
                  <a16:creationId id="{6ED1BC21-AF3B-4C55-BE51-EFAA0F2B6A8F}"/>
                </a:ext>
              </a:extLst>
            </p:cNvPr>
            <p:cNvSpPr>
              <a:spLocks noGrp="1"/>
            </p:cNvSpPr>
            <p:nvPr/>
          </p:nvSpPr>
          <p:spPr>
            <a:xfrm>
              <a:off x="5210175" y="4924425"/>
              <a:ext cx="233362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44" name="instance.C02.44.label.306">
              <a:extLst>
                <a:ext uri="{FF2B5EF4-FFF2-40B4-BE49-F238E27FC236}">
                  <a16:creationId id="{9471E2D2-F2F2-4059-ACC5-8126E1DE7376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5391150"/>
              <a:ext cx="2895600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45" name="gallery.corner-index.note.307">
            <a:extLst>
              <a:ext uri="{FF2B5EF4-FFF2-40B4-BE49-F238E27FC236}">
                <a16:creationId id="{7589AC96-F8BC-4E86-B00E-1C6447600D3E}"/>
              </a:ext>
            </a:extLst>
          </p:cNvPr>
          <p:cNvSpPr>
            <a:spLocks noGrp="1"/>
          </p:cNvSpPr>
          <p:nvPr/>
        </p:nvSpPr>
        <p:spPr>
          <a:xfrm>
            <a:off x="44196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左上角设置独立编号角标</a:t>
            </a:r>
          </a:p>
        </p:txBody>
      </p:sp>
      <p:sp>
        <p:nvSpPr>
          <p:cNvPr id="46" name="gallery.open-bracket.frame.308">
            <a:extLst>
              <a:ext uri="{FF2B5EF4-FFF2-40B4-BE49-F238E27FC236}">
                <a16:creationId id="{AAE82416-A13D-4080-BCCA-71BB3DB94273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7" name="gallery.open-bracket.heading.309">
            <a:extLst>
              <a:ext uri="{FF2B5EF4-FFF2-40B4-BE49-F238E27FC236}">
                <a16:creationId id="{3D9CAE48-06D1-4F1D-8483-9808ECC5B96D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开放四角信息框</a:t>
            </a:r>
          </a:p>
        </p:txBody>
      </p:sp>
      <p:grpSp>
        <p:nvGrpSpPr>
          <p:cNvPr id="68" name="开放四角信息框"/>
          <p:cNvGrpSpPr/>
          <p:nvPr/>
        </p:nvGrpSpPr>
        <p:grpSpPr>
          <a:xfrm>
            <a:off x="8353425" y="4848225"/>
            <a:ext cx="3181350" cy="1295400"/>
            <a:chOff x="8353425" y="4848225"/>
            <a:chExt cx="3181350" cy="1295400"/>
          </a:xfrm>
        </p:grpSpPr>
        <p:sp>
          <p:nvSpPr>
            <p:cNvPr id="48" name="instance.C02.45.surface.310">
              <a:extLst>
                <a:ext uri="{FF2B5EF4-FFF2-40B4-BE49-F238E27FC236}">
                  <a16:creationId id="{20C9AC4D-A100-4579-8C4F-B68EAFFEF158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4848225"/>
              <a:ext cx="3181350" cy="1295400"/>
            </a:xfrm>
            <a:prstGeom prst="rect">
              <a:avLst/>
            </a:prstGeom>
            <a:solidFill>
              <a:srgbClr val="F2F7FB"/>
            </a:solidFill>
            <a:ln w="0">
              <a:noFill/>
              <a:prstDash val="solid"/>
            </a:ln>
          </p:spPr>
        </p:sp>
        <p:sp>
          <p:nvSpPr>
            <p:cNvPr id="49" name="instance.C02.45.tl-h.311">
              <a:extLst>
                <a:ext uri="{FF2B5EF4-FFF2-40B4-BE49-F238E27FC236}">
                  <a16:creationId id="{1CC8B9F4-C02C-47DC-803F-7FE26308B2C6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4848225"/>
              <a:ext cx="238125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0" name="instance.C02.45.tl-v.312">
              <a:extLst>
                <a:ext uri="{FF2B5EF4-FFF2-40B4-BE49-F238E27FC236}">
                  <a16:creationId id="{A5023BD1-AE1B-4C31-B0E9-6E695A51F5AF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4848225"/>
              <a:ext cx="0" cy="238125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1" name="instance.C02.45.tr-h.313">
              <a:extLst>
                <a:ext uri="{FF2B5EF4-FFF2-40B4-BE49-F238E27FC236}">
                  <a16:creationId id="{F6F0B3C8-B090-4A91-8663-930A0C2B0B05}"/>
                </a:ext>
              </a:extLst>
            </p:cNvPr>
            <p:cNvSpPr>
              <a:spLocks noGrp="1"/>
            </p:cNvSpPr>
            <p:nvPr/>
          </p:nvSpPr>
          <p:spPr>
            <a:xfrm>
              <a:off x="11296650" y="4848225"/>
              <a:ext cx="238125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2" name="instance.C02.45.tr-v.314">
              <a:extLst>
                <a:ext uri="{FF2B5EF4-FFF2-40B4-BE49-F238E27FC236}">
                  <a16:creationId id="{AAD44B23-C829-475D-8758-2790C26B7B20}"/>
                </a:ext>
              </a:extLst>
            </p:cNvPr>
            <p:cNvSpPr>
              <a:spLocks noGrp="1"/>
            </p:cNvSpPr>
            <p:nvPr/>
          </p:nvSpPr>
          <p:spPr>
            <a:xfrm>
              <a:off x="11534775" y="4848225"/>
              <a:ext cx="0" cy="238125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3" name="instance.C02.45.bl-h.315">
              <a:extLst>
                <a:ext uri="{FF2B5EF4-FFF2-40B4-BE49-F238E27FC236}">
                  <a16:creationId id="{939445E8-A2FC-4032-AF63-EDEA7E0996F5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6143625"/>
              <a:ext cx="238125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4" name="instance.C02.45.bl-v.316">
              <a:extLst>
                <a:ext uri="{FF2B5EF4-FFF2-40B4-BE49-F238E27FC236}">
                  <a16:creationId id="{F7B75F98-92EA-4E4A-87E8-607580627AA1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5905500"/>
              <a:ext cx="0" cy="238125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5" name="instance.C02.45.br-h.317">
              <a:extLst>
                <a:ext uri="{FF2B5EF4-FFF2-40B4-BE49-F238E27FC236}">
                  <a16:creationId id="{19D5808B-5FE0-4494-93D3-F636EA75EC34}"/>
                </a:ext>
              </a:extLst>
            </p:cNvPr>
            <p:cNvSpPr>
              <a:spLocks noGrp="1"/>
            </p:cNvSpPr>
            <p:nvPr/>
          </p:nvSpPr>
          <p:spPr>
            <a:xfrm>
              <a:off x="11296650" y="6143625"/>
              <a:ext cx="238125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6" name="instance.C02.45.br-v.318">
              <a:extLst>
                <a:ext uri="{FF2B5EF4-FFF2-40B4-BE49-F238E27FC236}">
                  <a16:creationId id="{CBF0DFA8-6241-40B6-9CCA-ED004982487F}"/>
                </a:ext>
              </a:extLst>
            </p:cNvPr>
            <p:cNvSpPr>
              <a:spLocks noGrp="1"/>
            </p:cNvSpPr>
            <p:nvPr/>
          </p:nvSpPr>
          <p:spPr>
            <a:xfrm>
              <a:off x="11534775" y="5905500"/>
              <a:ext cx="0" cy="238125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7" name="instance.C02.45.title.319">
              <a:extLst>
                <a:ext uri="{FF2B5EF4-FFF2-40B4-BE49-F238E27FC236}">
                  <a16:creationId id="{FF815C67-9655-4B3B-8800-9DCE933BC657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4924425"/>
              <a:ext cx="28956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58" name="instance.C02.45.label.320">
              <a:extLst>
                <a:ext uri="{FF2B5EF4-FFF2-40B4-BE49-F238E27FC236}">
                  <a16:creationId id="{C74127DE-A731-45FB-B653-83E341E3769F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5391150"/>
              <a:ext cx="2895600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59" name="gallery.open-bracket.note.321">
            <a:extLst>
              <a:ext uri="{FF2B5EF4-FFF2-40B4-BE49-F238E27FC236}">
                <a16:creationId id="{9DF36648-1D52-4DB8-AEAC-B904FF01B718}"/>
              </a:ext>
            </a:extLst>
          </p:cNvPr>
          <p:cNvSpPr>
            <a:spLocks noGrp="1"/>
          </p:cNvSpPr>
          <p:nvPr/>
        </p:nvSpPr>
        <p:spPr>
          <a:xfrm>
            <a:off x="82677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开放边框只保留四角括注</a:t>
            </a:r>
          </a:p>
        </p:txBody>
      </p:sp>
      <p:sp>
        <p:nvSpPr>
          <p:cNvPr id="69" name="navigation.rule.2658">
            <a:extLst>
              <a:ext uri="{FF2B5EF4-FFF2-40B4-BE49-F238E27FC236}">
                <a16:creationId id="{EFE5A528-453B-436D-AF61-F742DCBF1372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0" name="navigation.section.2659">
            <a:extLst>
              <a:ext uri="{FF2B5EF4-FFF2-40B4-BE49-F238E27FC236}">
                <a16:creationId id="{25AA73D5-8482-4154-B346-5C9930056C5A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71" name="navigation.page.2660">
            <a:extLst>
              <a:ext uri="{FF2B5EF4-FFF2-40B4-BE49-F238E27FC236}">
                <a16:creationId id="{30B6216C-512A-429F-AF46-C3820FFE96C3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12 / 53</a:t>
            </a:r>
          </a:p>
        </p:txBody>
      </p:sp>
    </p:spTree>
    <p:extLst>
      <p:ext uri="{BB962C8B-B14F-4D97-AF65-F5344CB8AC3E}">
        <p14:creationId val="1674532188"/>
      </p:ext>
    </p:extLst>
  </p:cSld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82" name="3.4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81" name="header.accent.322">
              <a:extLst>
                <a:ext uri="{FF2B5EF4-FFF2-40B4-BE49-F238E27FC236}">
                  <a16:creationId id="{156D53C2-6CEB-4D97-BC96-9B5176A6013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323">
              <a:extLst>
                <a:ext uri="{FF2B5EF4-FFF2-40B4-BE49-F238E27FC236}">
                  <a16:creationId id="{87A8C75B-35DB-454D-9625-F290BA37B1CE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3.4</a:t>
              </a:r>
            </a:p>
          </p:txBody>
        </p:sp>
        <p:sp>
          <p:nvSpPr>
            <p:cNvPr id="3" name="header.gradient.324">
              <a:extLst>
                <a:ext uri="{FF2B5EF4-FFF2-40B4-BE49-F238E27FC236}">
                  <a16:creationId id="{4A1A7D24-0239-4F19-97E2-2EB763B3FDF2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325">
              <a:extLst>
                <a:ext uri="{FF2B5EF4-FFF2-40B4-BE49-F238E27FC236}">
                  <a16:creationId id="{CACC3224-9E25-444B-A939-D3C4227F52EF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搜索、筛选与状态图标</a:t>
              </a:r>
            </a:p>
          </p:txBody>
        </p:sp>
        <p:sp>
          <p:nvSpPr>
            <p:cNvPr id="5" name="header.library.326">
              <a:extLst>
                <a:ext uri="{FF2B5EF4-FFF2-40B4-BE49-F238E27FC236}">
                  <a16:creationId id="{5C3B7016-34DB-4742-AA6C-2D7498244BAB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83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327">
              <a:extLst>
                <a:ext uri="{FF2B5EF4-FFF2-40B4-BE49-F238E27FC236}">
                  <a16:creationId id="{7D0A81FD-D0D6-4830-ADCC-9D08C608225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328">
              <a:extLst>
                <a:ext uri="{FF2B5EF4-FFF2-40B4-BE49-F238E27FC236}">
                  <a16:creationId id="{060CB65D-EBD0-4BD3-AC58-2F56C90356B5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329">
              <a:extLst>
                <a:ext uri="{FF2B5EF4-FFF2-40B4-BE49-F238E27FC236}">
                  <a16:creationId id="{D1032E97-B2A9-4007-ACB9-1C1FAF1485B3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330">
              <a:extLst>
                <a:ext uri="{FF2B5EF4-FFF2-40B4-BE49-F238E27FC236}">
                  <a16:creationId id="{FACC0067-F192-4C6B-8C2D-3D6F85B05069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搜索、筛选、设置、确认与安全各提供两种造型，图形可独立缩放和编辑。</a:t>
              </a:r>
            </a:p>
          </p:txBody>
        </p:sp>
      </p:grpSp>
      <p:sp>
        <p:nvSpPr>
          <p:cNvPr id="10" name="gallery.search-lens.frame.331">
            <a:extLst>
              <a:ext uri="{FF2B5EF4-FFF2-40B4-BE49-F238E27FC236}">
                <a16:creationId id="{B830091C-B849-4CF1-BD8E-913EE4ED8261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search-lens.heading.332">
            <a:extLst>
              <a:ext uri="{FF2B5EF4-FFF2-40B4-BE49-F238E27FC236}">
                <a16:creationId id="{D80EB67D-5B54-4EBB-B56D-2AE9E08F3BF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C24  放大镜</a:t>
            </a:r>
          </a:p>
        </p:txBody>
      </p:sp>
      <p:grpSp>
        <p:nvGrpSpPr>
          <p:cNvPr id="84" name="放大镜"/>
          <p:cNvGrpSpPr/>
          <p:nvPr/>
        </p:nvGrpSpPr>
        <p:grpSpPr>
          <a:xfrm>
            <a:off x="1133475" y="2524125"/>
            <a:ext cx="781050" cy="800100"/>
            <a:chOff x="1133475" y="2524125"/>
            <a:chExt cx="781050" cy="800100"/>
          </a:xfrm>
        </p:grpSpPr>
        <p:sp>
          <p:nvSpPr>
            <p:cNvPr id="12" name="instance.C24.46.handle.333">
              <a:extLst>
                <a:ext uri="{FF2B5EF4-FFF2-40B4-BE49-F238E27FC236}">
                  <a16:creationId id="{238F09B7-737F-47F6-8AE9-0E99AA4ABEA9}"/>
                </a:ext>
              </a:extLst>
            </p:cNvPr>
            <p:cNvSpPr>
              <a:spLocks noGrp="1"/>
            </p:cNvSpPr>
            <p:nvPr/>
          </p:nvSpPr>
          <p:spPr>
            <a:xfrm>
              <a:off x="1571625" y="2981325"/>
              <a:ext cx="342900" cy="342900"/>
            </a:xfrm>
            <a:custGeom>
              <a:pathLst>
                <a:path w="342900" h="342900">
                  <a:moveTo>
                    <a:pt x="0" y="76200"/>
                  </a:moveTo>
                  <a:lnTo>
                    <a:pt x="76200" y="0"/>
                  </a:lnTo>
                  <a:lnTo>
                    <a:pt x="342900" y="266700"/>
                  </a:lnTo>
                  <a:lnTo>
                    <a:pt x="266700" y="342900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3" name="instance.C24.46.rim.334">
              <a:extLst>
                <a:ext uri="{FF2B5EF4-FFF2-40B4-BE49-F238E27FC236}">
                  <a16:creationId id="{3E9CD3A9-E9D7-458E-99B0-D73767260385}"/>
                </a:ext>
              </a:extLst>
            </p:cNvPr>
            <p:cNvSpPr>
              <a:spLocks noGrp="1"/>
            </p:cNvSpPr>
            <p:nvPr/>
          </p:nvSpPr>
          <p:spPr>
            <a:xfrm>
              <a:off x="1133475" y="2524125"/>
              <a:ext cx="628650" cy="62865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4" name="instance.C24.46.glass.335">
              <a:extLst>
                <a:ext uri="{FF2B5EF4-FFF2-40B4-BE49-F238E27FC236}">
                  <a16:creationId id="{6F36AEE7-48E5-4752-8A35-381A146E01AB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" y="2600325"/>
              <a:ext cx="476250" cy="47625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</p:grpSp>
      <p:sp>
        <p:nvSpPr>
          <p:cNvPr id="15" name="gallery.search-lens.note.336">
            <a:extLst>
              <a:ext uri="{FF2B5EF4-FFF2-40B4-BE49-F238E27FC236}">
                <a16:creationId id="{E398D116-1EAA-4E8C-BBF3-77B08897FDEB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圆形镜面与斜向镜柄</a:t>
            </a:r>
          </a:p>
        </p:txBody>
      </p:sp>
      <p:sp>
        <p:nvSpPr>
          <p:cNvPr id="16" name="gallery.filter-funnel.frame.337">
            <a:extLst>
              <a:ext uri="{FF2B5EF4-FFF2-40B4-BE49-F238E27FC236}">
                <a16:creationId id="{A195D6F8-9658-4F69-8DD7-F95EC67CF2C7}"/>
              </a:ext>
            </a:extLst>
          </p:cNvPr>
          <p:cNvSpPr>
            <a:spLocks noGrp="1"/>
          </p:cNvSpPr>
          <p:nvPr/>
        </p:nvSpPr>
        <p:spPr>
          <a:xfrm>
            <a:off x="2743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7" name="gallery.filter-funnel.heading.338">
            <a:extLst>
              <a:ext uri="{FF2B5EF4-FFF2-40B4-BE49-F238E27FC236}">
                <a16:creationId id="{820936F2-5899-42BE-BA6A-FADF8166C7FA}"/>
              </a:ext>
            </a:extLst>
          </p:cNvPr>
          <p:cNvSpPr>
            <a:spLocks noGrp="1"/>
          </p:cNvSpPr>
          <p:nvPr/>
        </p:nvSpPr>
        <p:spPr>
          <a:xfrm>
            <a:off x="2895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C25  漏斗筛选</a:t>
            </a:r>
          </a:p>
        </p:txBody>
      </p:sp>
      <p:grpSp>
        <p:nvGrpSpPr>
          <p:cNvPr id="85" name="漏斗筛选"/>
          <p:cNvGrpSpPr/>
          <p:nvPr/>
        </p:nvGrpSpPr>
        <p:grpSpPr>
          <a:xfrm>
            <a:off x="3419475" y="2600325"/>
            <a:ext cx="781050" cy="742950"/>
            <a:chOff x="3419475" y="2600325"/>
            <a:chExt cx="781050" cy="742950"/>
          </a:xfrm>
        </p:grpSpPr>
        <p:sp>
          <p:nvSpPr>
            <p:cNvPr id="18" name="instance.C25.47.funnel.339">
              <a:extLst>
                <a:ext uri="{FF2B5EF4-FFF2-40B4-BE49-F238E27FC236}">
                  <a16:creationId id="{F8F0BFA1-629F-4DAD-963B-3658A8F015CB}"/>
                </a:ext>
              </a:extLst>
            </p:cNvPr>
            <p:cNvSpPr>
              <a:spLocks noGrp="1"/>
            </p:cNvSpPr>
            <p:nvPr/>
          </p:nvSpPr>
          <p:spPr>
            <a:xfrm>
              <a:off x="3419475" y="2600325"/>
              <a:ext cx="781050" cy="742950"/>
            </a:xfrm>
            <a:custGeom>
              <a:pathLst>
                <a:path w="781050" h="742950">
                  <a:moveTo>
                    <a:pt x="0" y="0"/>
                  </a:moveTo>
                  <a:lnTo>
                    <a:pt x="781050" y="0"/>
                  </a:lnTo>
                  <a:lnTo>
                    <a:pt x="476250" y="352425"/>
                  </a:lnTo>
                  <a:lnTo>
                    <a:pt x="476250" y="657225"/>
                  </a:lnTo>
                  <a:lnTo>
                    <a:pt x="304800" y="742950"/>
                  </a:lnTo>
                  <a:lnTo>
                    <a:pt x="304800" y="352425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9" name="instance.C25.47.opening.340">
              <a:extLst>
                <a:ext uri="{FF2B5EF4-FFF2-40B4-BE49-F238E27FC236}">
                  <a16:creationId id="{90C48F68-8FB7-4999-9B64-B424FA26E678}"/>
                </a:ext>
              </a:extLst>
            </p:cNvPr>
            <p:cNvSpPr>
              <a:spLocks noGrp="1"/>
            </p:cNvSpPr>
            <p:nvPr/>
          </p:nvSpPr>
          <p:spPr>
            <a:xfrm>
              <a:off x="3533775" y="2695575"/>
              <a:ext cx="552450" cy="95"/>
            </a:xfrm>
            <a:custGeom>
              <a:pathLst>
                <a:path w="552450" h="9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</a:ln>
          </p:spPr>
        </p:sp>
      </p:grpSp>
      <p:sp>
        <p:nvSpPr>
          <p:cNvPr id="20" name="gallery.filter-funnel.note.341">
            <a:extLst>
              <a:ext uri="{FF2B5EF4-FFF2-40B4-BE49-F238E27FC236}">
                <a16:creationId id="{AE9CB7BE-B1B2-47C8-A905-7AD92480AC93}"/>
              </a:ext>
            </a:extLst>
          </p:cNvPr>
          <p:cNvSpPr>
            <a:spLocks noGrp="1"/>
          </p:cNvSpPr>
          <p:nvPr/>
        </p:nvSpPr>
        <p:spPr>
          <a:xfrm>
            <a:off x="2857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宽入口收束为细出口</a:t>
            </a:r>
          </a:p>
        </p:txBody>
      </p:sp>
      <p:sp>
        <p:nvSpPr>
          <p:cNvPr id="21" name="gallery.settings-gear.frame.342">
            <a:extLst>
              <a:ext uri="{FF2B5EF4-FFF2-40B4-BE49-F238E27FC236}">
                <a16:creationId id="{094721BC-017C-4C75-8347-925E8DA27454}"/>
              </a:ext>
            </a:extLst>
          </p:cNvPr>
          <p:cNvSpPr>
            <a:spLocks noGrp="1"/>
          </p:cNvSpPr>
          <p:nvPr/>
        </p:nvSpPr>
        <p:spPr>
          <a:xfrm>
            <a:off x="5029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2" name="gallery.settings-gear.heading.343">
            <a:extLst>
              <a:ext uri="{FF2B5EF4-FFF2-40B4-BE49-F238E27FC236}">
                <a16:creationId id="{5693A7AC-9966-4FA3-A56B-24EEC1E0C815}"/>
              </a:ext>
            </a:extLst>
          </p:cNvPr>
          <p:cNvSpPr>
            <a:spLocks noGrp="1"/>
          </p:cNvSpPr>
          <p:nvPr/>
        </p:nvSpPr>
        <p:spPr>
          <a:xfrm>
            <a:off x="5181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C26  齿轮设置</a:t>
            </a:r>
          </a:p>
        </p:txBody>
      </p:sp>
      <p:grpSp>
        <p:nvGrpSpPr>
          <p:cNvPr id="86" name="齿轮设置"/>
          <p:cNvGrpSpPr/>
          <p:nvPr/>
        </p:nvGrpSpPr>
        <p:grpSpPr>
          <a:xfrm>
            <a:off x="5692647" y="2530347"/>
            <a:ext cx="806705" cy="806705"/>
            <a:chOff x="5692647" y="2530347"/>
            <a:chExt cx="806705" cy="806705"/>
          </a:xfrm>
        </p:grpSpPr>
        <p:sp>
          <p:nvSpPr>
            <p:cNvPr id="23" name="instance.C26.48.gear.344">
              <a:extLst>
                <a:ext uri="{FF2B5EF4-FFF2-40B4-BE49-F238E27FC236}">
                  <a16:creationId id="{209AF163-3097-43FC-8823-66667C3C6CD5}"/>
                </a:ext>
              </a:extLst>
            </p:cNvPr>
            <p:cNvSpPr>
              <a:spLocks noGrp="1"/>
            </p:cNvSpPr>
            <p:nvPr/>
          </p:nvSpPr>
          <p:spPr>
            <a:xfrm>
              <a:off x="5692647" y="2530347"/>
              <a:ext cx="806705" cy="806705"/>
            </a:xfrm>
            <a:custGeom>
              <a:pathLst>
                <a:path w="806705" h="806705">
                  <a:moveTo>
                    <a:pt x="702551" y="279421"/>
                  </a:moveTo>
                  <a:lnTo>
                    <a:pt x="716168" y="319534"/>
                  </a:lnTo>
                  <a:lnTo>
                    <a:pt x="806705" y="332231"/>
                  </a:lnTo>
                  <a:lnTo>
                    <a:pt x="806705" y="474475"/>
                  </a:lnTo>
                  <a:lnTo>
                    <a:pt x="716168" y="487171"/>
                  </a:lnTo>
                  <a:lnTo>
                    <a:pt x="702551" y="527285"/>
                  </a:lnTo>
                  <a:lnTo>
                    <a:pt x="683815" y="565278"/>
                  </a:lnTo>
                  <a:lnTo>
                    <a:pt x="738857" y="638275"/>
                  </a:lnTo>
                  <a:lnTo>
                    <a:pt x="638275" y="738857"/>
                  </a:lnTo>
                  <a:lnTo>
                    <a:pt x="565278" y="683815"/>
                  </a:lnTo>
                  <a:lnTo>
                    <a:pt x="527285" y="702551"/>
                  </a:lnTo>
                  <a:lnTo>
                    <a:pt x="487171" y="716168"/>
                  </a:lnTo>
                  <a:lnTo>
                    <a:pt x="474475" y="806705"/>
                  </a:lnTo>
                  <a:lnTo>
                    <a:pt x="332231" y="806705"/>
                  </a:lnTo>
                  <a:lnTo>
                    <a:pt x="319534" y="716168"/>
                  </a:lnTo>
                  <a:lnTo>
                    <a:pt x="279421" y="702551"/>
                  </a:lnTo>
                  <a:lnTo>
                    <a:pt x="241428" y="683815"/>
                  </a:lnTo>
                  <a:lnTo>
                    <a:pt x="168430" y="738857"/>
                  </a:lnTo>
                  <a:lnTo>
                    <a:pt x="67848" y="638275"/>
                  </a:lnTo>
                  <a:lnTo>
                    <a:pt x="122890" y="565278"/>
                  </a:lnTo>
                  <a:lnTo>
                    <a:pt x="104154" y="527285"/>
                  </a:lnTo>
                  <a:lnTo>
                    <a:pt x="90538" y="487171"/>
                  </a:lnTo>
                  <a:lnTo>
                    <a:pt x="0" y="474475"/>
                  </a:lnTo>
                  <a:lnTo>
                    <a:pt x="0" y="332231"/>
                  </a:lnTo>
                  <a:lnTo>
                    <a:pt x="90538" y="319534"/>
                  </a:lnTo>
                  <a:lnTo>
                    <a:pt x="104154" y="279421"/>
                  </a:lnTo>
                  <a:lnTo>
                    <a:pt x="122890" y="241428"/>
                  </a:lnTo>
                  <a:lnTo>
                    <a:pt x="67848" y="168430"/>
                  </a:lnTo>
                  <a:lnTo>
                    <a:pt x="168430" y="67848"/>
                  </a:lnTo>
                  <a:lnTo>
                    <a:pt x="241428" y="122890"/>
                  </a:lnTo>
                  <a:lnTo>
                    <a:pt x="279421" y="104154"/>
                  </a:lnTo>
                  <a:lnTo>
                    <a:pt x="319534" y="90538"/>
                  </a:lnTo>
                  <a:lnTo>
                    <a:pt x="332231" y="0"/>
                  </a:lnTo>
                  <a:lnTo>
                    <a:pt x="474475" y="0"/>
                  </a:lnTo>
                  <a:lnTo>
                    <a:pt x="487171" y="90538"/>
                  </a:lnTo>
                  <a:lnTo>
                    <a:pt x="527285" y="104154"/>
                  </a:lnTo>
                  <a:lnTo>
                    <a:pt x="565278" y="122890"/>
                  </a:lnTo>
                  <a:lnTo>
                    <a:pt x="638275" y="67848"/>
                  </a:lnTo>
                  <a:lnTo>
                    <a:pt x="738857" y="168430"/>
                  </a:lnTo>
                  <a:lnTo>
                    <a:pt x="683815" y="241428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4" name="instance.C26.48.hole.345">
              <a:extLst>
                <a:ext uri="{FF2B5EF4-FFF2-40B4-BE49-F238E27FC236}">
                  <a16:creationId id="{2CE4D2AA-567D-4BF8-A915-47C8B3B31961}"/>
                </a:ext>
              </a:extLst>
            </p:cNvPr>
            <p:cNvSpPr>
              <a:spLocks noGrp="1"/>
            </p:cNvSpPr>
            <p:nvPr/>
          </p:nvSpPr>
          <p:spPr>
            <a:xfrm>
              <a:off x="5934075" y="277177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25" name="gallery.settings-gear.note.346">
            <a:extLst>
              <a:ext uri="{FF2B5EF4-FFF2-40B4-BE49-F238E27FC236}">
                <a16:creationId id="{57A1D068-1E6A-4CAB-A0B8-8A4E9BB56370}"/>
              </a:ext>
            </a:extLst>
          </p:cNvPr>
          <p:cNvSpPr>
            <a:spLocks noGrp="1"/>
          </p:cNvSpPr>
          <p:nvPr/>
        </p:nvSpPr>
        <p:spPr>
          <a:xfrm>
            <a:off x="5143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八齿轮廓与中心圆孔</a:t>
            </a:r>
          </a:p>
        </p:txBody>
      </p:sp>
      <p:sp>
        <p:nvSpPr>
          <p:cNvPr id="26" name="gallery.check-circle.frame.347">
            <a:extLst>
              <a:ext uri="{FF2B5EF4-FFF2-40B4-BE49-F238E27FC236}">
                <a16:creationId id="{3AAEDE31-3C78-4F61-9FEB-EE5FFA952550}"/>
              </a:ext>
            </a:extLst>
          </p:cNvPr>
          <p:cNvSpPr>
            <a:spLocks noGrp="1"/>
          </p:cNvSpPr>
          <p:nvPr/>
        </p:nvSpPr>
        <p:spPr>
          <a:xfrm>
            <a:off x="7315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7" name="gallery.check-circle.heading.348">
            <a:extLst>
              <a:ext uri="{FF2B5EF4-FFF2-40B4-BE49-F238E27FC236}">
                <a16:creationId id="{CA8604F0-919B-449D-B8ED-2FF836922114}"/>
              </a:ext>
            </a:extLst>
          </p:cNvPr>
          <p:cNvSpPr>
            <a:spLocks noGrp="1"/>
          </p:cNvSpPr>
          <p:nvPr/>
        </p:nvSpPr>
        <p:spPr>
          <a:xfrm>
            <a:off x="7467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C27  圆形勾选</a:t>
            </a:r>
          </a:p>
        </p:txBody>
      </p:sp>
      <p:grpSp>
        <p:nvGrpSpPr>
          <p:cNvPr id="87" name="圆形勾选"/>
          <p:cNvGrpSpPr/>
          <p:nvPr/>
        </p:nvGrpSpPr>
        <p:grpSpPr>
          <a:xfrm>
            <a:off x="8001000" y="2552700"/>
            <a:ext cx="762000" cy="762000"/>
            <a:chOff x="8001000" y="2552700"/>
            <a:chExt cx="762000" cy="762000"/>
          </a:xfrm>
        </p:grpSpPr>
        <p:sp>
          <p:nvSpPr>
            <p:cNvPr id="28" name="instance.C27.49.circle.349">
              <a:extLst>
                <a:ext uri="{FF2B5EF4-FFF2-40B4-BE49-F238E27FC236}">
                  <a16:creationId id="{A4204786-9AFB-47E1-B7E9-51C783CCC23C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2552700"/>
              <a:ext cx="762000" cy="7620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9" name="instance.C27.49.check.350">
              <a:extLst>
                <a:ext uri="{FF2B5EF4-FFF2-40B4-BE49-F238E27FC236}">
                  <a16:creationId id="{8FC4FD53-7160-47AB-9E6D-EE0BF6AF22A6}"/>
                </a:ext>
              </a:extLst>
            </p:cNvPr>
            <p:cNvSpPr>
              <a:spLocks noGrp="1"/>
            </p:cNvSpPr>
            <p:nvPr/>
          </p:nvSpPr>
          <p:spPr>
            <a:xfrm>
              <a:off x="8124825" y="2724150"/>
              <a:ext cx="523875" cy="409575"/>
            </a:xfrm>
            <a:custGeom>
              <a:pathLst>
                <a:path w="523875" h="409575">
                  <a:moveTo>
                    <a:pt x="0" y="200025"/>
                  </a:moveTo>
                  <a:lnTo>
                    <a:pt x="76200" y="123825"/>
                  </a:lnTo>
                  <a:lnTo>
                    <a:pt x="200025" y="257175"/>
                  </a:lnTo>
                  <a:lnTo>
                    <a:pt x="447675" y="0"/>
                  </a:lnTo>
                  <a:lnTo>
                    <a:pt x="523875" y="76200"/>
                  </a:lnTo>
                  <a:lnTo>
                    <a:pt x="200025" y="409575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30" name="gallery.check-circle.note.351">
            <a:extLst>
              <a:ext uri="{FF2B5EF4-FFF2-40B4-BE49-F238E27FC236}">
                <a16:creationId id="{E570B080-3DDF-4E0D-9D50-72406CA2B5E0}"/>
              </a:ext>
            </a:extLst>
          </p:cNvPr>
          <p:cNvSpPr>
            <a:spLocks noGrp="1"/>
          </p:cNvSpPr>
          <p:nvPr/>
        </p:nvSpPr>
        <p:spPr>
          <a:xfrm>
            <a:off x="7429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圆形边界内的确认勾</a:t>
            </a:r>
          </a:p>
        </p:txBody>
      </p:sp>
      <p:sp>
        <p:nvSpPr>
          <p:cNvPr id="31" name="gallery.lock-padlock.frame.352">
            <a:extLst>
              <a:ext uri="{FF2B5EF4-FFF2-40B4-BE49-F238E27FC236}">
                <a16:creationId id="{D5004FC4-AEEC-4E4D-BE2F-33789CE9A2B9}"/>
              </a:ext>
            </a:extLst>
          </p:cNvPr>
          <p:cNvSpPr>
            <a:spLocks noGrp="1"/>
          </p:cNvSpPr>
          <p:nvPr/>
        </p:nvSpPr>
        <p:spPr>
          <a:xfrm>
            <a:off x="9601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2" name="gallery.lock-padlock.heading.353">
            <a:extLst>
              <a:ext uri="{FF2B5EF4-FFF2-40B4-BE49-F238E27FC236}">
                <a16:creationId id="{C01C3FC3-4C0A-4625-BCF1-5A2B7C34C8DE}"/>
              </a:ext>
            </a:extLst>
          </p:cNvPr>
          <p:cNvSpPr>
            <a:spLocks noGrp="1"/>
          </p:cNvSpPr>
          <p:nvPr/>
        </p:nvSpPr>
        <p:spPr>
          <a:xfrm>
            <a:off x="9753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C28  挂锁</a:t>
            </a:r>
          </a:p>
        </p:txBody>
      </p:sp>
      <p:grpSp>
        <p:nvGrpSpPr>
          <p:cNvPr id="88" name="挂锁"/>
          <p:cNvGrpSpPr/>
          <p:nvPr/>
        </p:nvGrpSpPr>
        <p:grpSpPr>
          <a:xfrm>
            <a:off x="10344150" y="2524125"/>
            <a:ext cx="647700" cy="828675"/>
            <a:chOff x="10344150" y="2524125"/>
            <a:chExt cx="647700" cy="828675"/>
          </a:xfrm>
        </p:grpSpPr>
        <p:sp>
          <p:nvSpPr>
            <p:cNvPr id="33" name="instance.C28.50.lock.shackle.354">
              <a:extLst>
                <a:ext uri="{FF2B5EF4-FFF2-40B4-BE49-F238E27FC236}">
                  <a16:creationId id="{B6EEDD6A-8A07-4CAE-9115-9416B396329D}"/>
                </a:ext>
              </a:extLst>
            </p:cNvPr>
            <p:cNvSpPr>
              <a:spLocks noGrp="1"/>
            </p:cNvSpPr>
            <p:nvPr/>
          </p:nvSpPr>
          <p:spPr>
            <a:xfrm>
              <a:off x="10473690" y="2524125"/>
              <a:ext cx="388620" cy="480631"/>
            </a:xfrm>
            <a:custGeom>
              <a:pathLst>
                <a:path w="388620" h="480631">
                  <a:moveTo>
                    <a:pt x="0" y="480631"/>
                  </a:moveTo>
                  <a:lnTo>
                    <a:pt x="0" y="194310"/>
                  </a:lnTo>
                  <a:cubicBezTo>
                    <a:pt x="0" y="86996"/>
                    <a:pt x="86996" y="0"/>
                    <a:pt x="194310" y="0"/>
                  </a:cubicBezTo>
                  <a:cubicBezTo>
                    <a:pt x="301624" y="0"/>
                    <a:pt x="388620" y="86996"/>
                    <a:pt x="388620" y="194310"/>
                  </a:cubicBezTo>
                  <a:lnTo>
                    <a:pt x="388620" y="480631"/>
                  </a:lnTo>
                  <a:lnTo>
                    <a:pt x="318668" y="480631"/>
                  </a:lnTo>
                  <a:lnTo>
                    <a:pt x="318668" y="194310"/>
                  </a:lnTo>
                  <a:cubicBezTo>
                    <a:pt x="318668" y="125629"/>
                    <a:pt x="262991" y="69952"/>
                    <a:pt x="194310" y="69952"/>
                  </a:cubicBezTo>
                  <a:cubicBezTo>
                    <a:pt x="125629" y="69952"/>
                    <a:pt x="69952" y="125629"/>
                    <a:pt x="69952" y="194310"/>
                  </a:cubicBezTo>
                  <a:lnTo>
                    <a:pt x="69952" y="480631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4" name="instance.C28.50.lock.body.355">
              <a:extLst>
                <a:ext uri="{FF2B5EF4-FFF2-40B4-BE49-F238E27FC236}">
                  <a16:creationId id="{A0E8822C-753C-47D1-8F68-BFEAA586A292}"/>
                </a:ext>
              </a:extLst>
            </p:cNvPr>
            <p:cNvSpPr>
              <a:spLocks noGrp="1"/>
            </p:cNvSpPr>
            <p:nvPr/>
          </p:nvSpPr>
          <p:spPr>
            <a:xfrm>
              <a:off x="10344150" y="2888742"/>
              <a:ext cx="647700" cy="464058"/>
            </a:xfrm>
            <a:prstGeom prst="roundRect">
              <a:avLst>
                <a:gd name="adj" fmla="val 10263"/>
              </a:avLst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5" name="instance.C28.50.lock.keyhole.dot.356">
              <a:extLst>
                <a:ext uri="{FF2B5EF4-FFF2-40B4-BE49-F238E27FC236}">
                  <a16:creationId id="{CDD9CD44-7F81-423E-BF8A-5C7B168748A2}"/>
                </a:ext>
              </a:extLst>
            </p:cNvPr>
            <p:cNvSpPr>
              <a:spLocks noGrp="1"/>
            </p:cNvSpPr>
            <p:nvPr/>
          </p:nvSpPr>
          <p:spPr>
            <a:xfrm>
              <a:off x="10616184" y="3004757"/>
              <a:ext cx="103632" cy="103632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6" name="instance.C28.50.lock.keyhole.stem.357">
              <a:extLst>
                <a:ext uri="{FF2B5EF4-FFF2-40B4-BE49-F238E27FC236}">
                  <a16:creationId id="{F364F889-E2C9-4D7E-BE37-27BD724F3F76}"/>
                </a:ext>
              </a:extLst>
            </p:cNvPr>
            <p:cNvSpPr>
              <a:spLocks noGrp="1"/>
            </p:cNvSpPr>
            <p:nvPr/>
          </p:nvSpPr>
          <p:spPr>
            <a:xfrm>
              <a:off x="10648310" y="3082481"/>
              <a:ext cx="39380" cy="143858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37" name="gallery.lock-padlock.note.358">
            <a:extLst>
              <a:ext uri="{FF2B5EF4-FFF2-40B4-BE49-F238E27FC236}">
                <a16:creationId id="{923A2100-58F0-49B6-A6EF-562C3950D4AC}"/>
              </a:ext>
            </a:extLst>
          </p:cNvPr>
          <p:cNvSpPr>
            <a:spLocks noGrp="1"/>
          </p:cNvSpPr>
          <p:nvPr/>
        </p:nvSpPr>
        <p:spPr>
          <a:xfrm>
            <a:off x="9715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弧形锁梁与钥匙孔</a:t>
            </a:r>
          </a:p>
        </p:txBody>
      </p:sp>
      <p:sp>
        <p:nvSpPr>
          <p:cNvPr id="38" name="gallery.search-focus.frame.359">
            <a:extLst>
              <a:ext uri="{FF2B5EF4-FFF2-40B4-BE49-F238E27FC236}">
                <a16:creationId id="{1B90CC60-02D2-491B-9C87-D4AC74F0F4C9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9" name="gallery.search-focus.heading.360">
            <a:extLst>
              <a:ext uri="{FF2B5EF4-FFF2-40B4-BE49-F238E27FC236}">
                <a16:creationId id="{DD417145-46EB-457D-8C3A-D53A203B4D9B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C24  聚焦搜索</a:t>
            </a:r>
          </a:p>
        </p:txBody>
      </p:sp>
      <p:grpSp>
        <p:nvGrpSpPr>
          <p:cNvPr id="89" name="聚焦搜索"/>
          <p:cNvGrpSpPr/>
          <p:nvPr/>
        </p:nvGrpSpPr>
        <p:grpSpPr>
          <a:xfrm>
            <a:off x="1143000" y="5019675"/>
            <a:ext cx="762000" cy="790575"/>
            <a:chOff x="1143000" y="5019675"/>
            <a:chExt cx="762000" cy="790575"/>
          </a:xfrm>
        </p:grpSpPr>
        <p:sp>
          <p:nvSpPr>
            <p:cNvPr id="40" name="instance.C24.51.corner.tl.361">
              <a:extLst>
                <a:ext uri="{FF2B5EF4-FFF2-40B4-BE49-F238E27FC236}">
                  <a16:creationId id="{052E4A4C-5743-4C14-AD7F-481762E5328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5019675"/>
              <a:ext cx="190500" cy="190500"/>
            </a:xfrm>
            <a:custGeom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1" name="instance.C24.51.corner.tr.362">
              <a:extLst>
                <a:ext uri="{FF2B5EF4-FFF2-40B4-BE49-F238E27FC236}">
                  <a16:creationId id="{E21E9A59-34AC-41C7-8087-541962D6A315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5019675"/>
              <a:ext cx="190500" cy="190500"/>
            </a:xfrm>
            <a:custGeom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2" name="instance.C24.51.corner.bl.363">
              <a:extLst>
                <a:ext uri="{FF2B5EF4-FFF2-40B4-BE49-F238E27FC236}">
                  <a16:creationId id="{6481B9AA-8523-4A53-B496-A75AD2F2E496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5619750"/>
              <a:ext cx="190500" cy="190500"/>
            </a:xfrm>
            <a:custGeom>
              <a:pathLst>
                <a:path w="190500" h="190500">
                  <a:moveTo>
                    <a:pt x="0" y="0"/>
                  </a:moveTo>
                  <a:lnTo>
                    <a:pt x="0" y="190500"/>
                  </a:lnTo>
                  <a:lnTo>
                    <a:pt x="190500" y="19050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3" name="instance.C24.51.corner.br.364">
              <a:extLst>
                <a:ext uri="{FF2B5EF4-FFF2-40B4-BE49-F238E27FC236}">
                  <a16:creationId id="{DE51A2E2-FFFE-4306-83F6-4F5F0CB57CDE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5619750"/>
              <a:ext cx="190500" cy="190500"/>
            </a:xfrm>
            <a:custGeom>
              <a:pathLst>
                <a:path w="190500" h="190500">
                  <a:moveTo>
                    <a:pt x="0" y="190500"/>
                  </a:moveTo>
                  <a:lnTo>
                    <a:pt x="190500" y="190500"/>
                  </a:ln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44" name="instance.C24.51.handle.365">
              <a:extLst>
                <a:ext uri="{FF2B5EF4-FFF2-40B4-BE49-F238E27FC236}">
                  <a16:creationId id="{58EFF23E-0FAA-482D-87D9-4E89D9FC0504}"/>
                </a:ext>
              </a:extLst>
            </p:cNvPr>
            <p:cNvSpPr>
              <a:spLocks noGrp="1"/>
            </p:cNvSpPr>
            <p:nvPr/>
          </p:nvSpPr>
          <p:spPr>
            <a:xfrm>
              <a:off x="1571625" y="5419725"/>
              <a:ext cx="266700" cy="266700"/>
            </a:xfrm>
            <a:custGeom>
              <a:pathLst>
                <a:path w="266700" h="266700">
                  <a:moveTo>
                    <a:pt x="0" y="57150"/>
                  </a:moveTo>
                  <a:lnTo>
                    <a:pt x="57150" y="0"/>
                  </a:lnTo>
                  <a:lnTo>
                    <a:pt x="266700" y="209550"/>
                  </a:lnTo>
                  <a:lnTo>
                    <a:pt x="209550" y="266700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5" name="instance.C24.51.rim.366">
              <a:extLst>
                <a:ext uri="{FF2B5EF4-FFF2-40B4-BE49-F238E27FC236}">
                  <a16:creationId id="{F84F3476-1ADB-4D44-A5CB-7FC3E37D5E66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" y="5143500"/>
              <a:ext cx="400050" cy="40005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6" name="instance.C24.51.glass.367">
              <a:extLst>
                <a:ext uri="{FF2B5EF4-FFF2-40B4-BE49-F238E27FC236}">
                  <a16:creationId id="{1E8FE1F5-A6C8-4F74-83EF-5E6185B1A50D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2006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</p:grpSp>
      <p:sp>
        <p:nvSpPr>
          <p:cNvPr id="47" name="gallery.search-focus.note.368">
            <a:extLst>
              <a:ext uri="{FF2B5EF4-FFF2-40B4-BE49-F238E27FC236}">
                <a16:creationId id="{FFAD6BB0-A614-47B8-AECF-EBBA4860E5B7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四角框内保留放大镜</a:t>
            </a:r>
          </a:p>
        </p:txBody>
      </p:sp>
      <p:sp>
        <p:nvSpPr>
          <p:cNvPr id="48" name="gallery.filter-layers.frame.369">
            <a:extLst>
              <a:ext uri="{FF2B5EF4-FFF2-40B4-BE49-F238E27FC236}">
                <a16:creationId id="{55068DCF-3EE3-4959-8738-278B645D5117}"/>
              </a:ext>
            </a:extLst>
          </p:cNvPr>
          <p:cNvSpPr>
            <a:spLocks noGrp="1"/>
          </p:cNvSpPr>
          <p:nvPr/>
        </p:nvSpPr>
        <p:spPr>
          <a:xfrm>
            <a:off x="2743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9" name="gallery.filter-layers.heading.370">
            <a:extLst>
              <a:ext uri="{FF2B5EF4-FFF2-40B4-BE49-F238E27FC236}">
                <a16:creationId id="{1856CD3E-2883-4E30-A621-4DBA6B665828}"/>
              </a:ext>
            </a:extLst>
          </p:cNvPr>
          <p:cNvSpPr>
            <a:spLocks noGrp="1"/>
          </p:cNvSpPr>
          <p:nvPr/>
        </p:nvSpPr>
        <p:spPr>
          <a:xfrm>
            <a:off x="2895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C25  分层筛选</a:t>
            </a:r>
          </a:p>
        </p:txBody>
      </p:sp>
      <p:grpSp>
        <p:nvGrpSpPr>
          <p:cNvPr id="90" name="分层筛选"/>
          <p:cNvGrpSpPr/>
          <p:nvPr/>
        </p:nvGrpSpPr>
        <p:grpSpPr>
          <a:xfrm>
            <a:off x="3419475" y="5067300"/>
            <a:ext cx="781050" cy="762000"/>
            <a:chOff x="3419475" y="5067300"/>
            <a:chExt cx="781050" cy="762000"/>
          </a:xfrm>
        </p:grpSpPr>
        <p:sp>
          <p:nvSpPr>
            <p:cNvPr id="50" name="instance.C25.52.links.371">
              <a:extLst>
                <a:ext uri="{FF2B5EF4-FFF2-40B4-BE49-F238E27FC236}">
                  <a16:creationId id="{88CB3214-A580-4CBC-AF75-CBB521675EE3}"/>
                </a:ext>
              </a:extLst>
            </p:cNvPr>
            <p:cNvSpPr>
              <a:spLocks noGrp="1"/>
            </p:cNvSpPr>
            <p:nvPr/>
          </p:nvSpPr>
          <p:spPr>
            <a:xfrm>
              <a:off x="3810000" y="5210175"/>
              <a:ext cx="95" cy="447675"/>
            </a:xfrm>
            <a:custGeom>
              <a:pathLst>
                <a:path w="95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51" name="instance.C25.52.stage1.372">
              <a:extLst>
                <a:ext uri="{FF2B5EF4-FFF2-40B4-BE49-F238E27FC236}">
                  <a16:creationId id="{BEBFE799-D927-4683-9ADF-6C2EE18685F6}"/>
                </a:ext>
              </a:extLst>
            </p:cNvPr>
            <p:cNvSpPr>
              <a:spLocks noGrp="1"/>
            </p:cNvSpPr>
            <p:nvPr/>
          </p:nvSpPr>
          <p:spPr>
            <a:xfrm>
              <a:off x="3419475" y="5067300"/>
              <a:ext cx="781050" cy="180975"/>
            </a:xfrm>
            <a:custGeom>
              <a:pathLst>
                <a:path w="781050" h="180975">
                  <a:moveTo>
                    <a:pt x="0" y="0"/>
                  </a:moveTo>
                  <a:lnTo>
                    <a:pt x="781050" y="0"/>
                  </a:lnTo>
                  <a:lnTo>
                    <a:pt x="628650" y="180975"/>
                  </a:lnTo>
                  <a:lnTo>
                    <a:pt x="152400" y="180975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2" name="instance.C25.52.stage2.373">
              <a:extLst>
                <a:ext uri="{FF2B5EF4-FFF2-40B4-BE49-F238E27FC236}">
                  <a16:creationId id="{F3AEDF27-0260-4968-895D-227D495B13F3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5343525"/>
              <a:ext cx="457200" cy="171450"/>
            </a:xfrm>
            <a:custGeom>
              <a:pathLst>
                <a:path w="457200" h="171450">
                  <a:moveTo>
                    <a:pt x="0" y="0"/>
                  </a:moveTo>
                  <a:lnTo>
                    <a:pt x="457200" y="0"/>
                  </a:lnTo>
                  <a:lnTo>
                    <a:pt x="333375" y="171450"/>
                  </a:lnTo>
                  <a:lnTo>
                    <a:pt x="123825" y="171450"/>
                  </a:ln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3" name="instance.C25.52.stage3.374">
              <a:extLst>
                <a:ext uri="{FF2B5EF4-FFF2-40B4-BE49-F238E27FC236}">
                  <a16:creationId id="{1C9D1280-52F0-493B-810A-F1368AB284FE}"/>
                </a:ext>
              </a:extLst>
            </p:cNvPr>
            <p:cNvSpPr>
              <a:spLocks noGrp="1"/>
            </p:cNvSpPr>
            <p:nvPr/>
          </p:nvSpPr>
          <p:spPr>
            <a:xfrm>
              <a:off x="3705225" y="5610225"/>
              <a:ext cx="209550" cy="219075"/>
            </a:xfrm>
            <a:custGeom>
              <a:pathLst>
                <a:path w="209550" h="219075">
                  <a:moveTo>
                    <a:pt x="0" y="0"/>
                  </a:moveTo>
                  <a:lnTo>
                    <a:pt x="209550" y="0"/>
                  </a:lnTo>
                  <a:lnTo>
                    <a:pt x="142875" y="95250"/>
                  </a:lnTo>
                  <a:lnTo>
                    <a:pt x="142875" y="219075"/>
                  </a:lnTo>
                  <a:lnTo>
                    <a:pt x="66675" y="219075"/>
                  </a:lnTo>
                  <a:lnTo>
                    <a:pt x="66675" y="95250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54" name="gallery.filter-layers.note.375">
            <a:extLst>
              <a:ext uri="{FF2B5EF4-FFF2-40B4-BE49-F238E27FC236}">
                <a16:creationId id="{CA49798B-68E5-4AAE-B459-068139C913D9}"/>
              </a:ext>
            </a:extLst>
          </p:cNvPr>
          <p:cNvSpPr>
            <a:spLocks noGrp="1"/>
          </p:cNvSpPr>
          <p:nvPr/>
        </p:nvSpPr>
        <p:spPr>
          <a:xfrm>
            <a:off x="2857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三层逐级收窄的筛选</a:t>
            </a:r>
          </a:p>
        </p:txBody>
      </p:sp>
      <p:sp>
        <p:nvSpPr>
          <p:cNvPr id="55" name="gallery.settings-sliders.frame.376">
            <a:extLst>
              <a:ext uri="{FF2B5EF4-FFF2-40B4-BE49-F238E27FC236}">
                <a16:creationId id="{2C9683CC-2CB1-4617-89D2-195926DED500}"/>
              </a:ext>
            </a:extLst>
          </p:cNvPr>
          <p:cNvSpPr>
            <a:spLocks noGrp="1"/>
          </p:cNvSpPr>
          <p:nvPr/>
        </p:nvSpPr>
        <p:spPr>
          <a:xfrm>
            <a:off x="5029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6" name="gallery.settings-sliders.heading.377">
            <a:extLst>
              <a:ext uri="{FF2B5EF4-FFF2-40B4-BE49-F238E27FC236}">
                <a16:creationId id="{B81BAD49-6456-4B19-8F48-DC8F8FDD5F80}"/>
              </a:ext>
            </a:extLst>
          </p:cNvPr>
          <p:cNvSpPr>
            <a:spLocks noGrp="1"/>
          </p:cNvSpPr>
          <p:nvPr/>
        </p:nvSpPr>
        <p:spPr>
          <a:xfrm>
            <a:off x="5181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C26  滑杆设置</a:t>
            </a:r>
          </a:p>
        </p:txBody>
      </p:sp>
      <p:grpSp>
        <p:nvGrpSpPr>
          <p:cNvPr id="91" name="滑杆设置"/>
          <p:cNvGrpSpPr/>
          <p:nvPr/>
        </p:nvGrpSpPr>
        <p:grpSpPr>
          <a:xfrm>
            <a:off x="5724525" y="5019675"/>
            <a:ext cx="742950" cy="800100"/>
            <a:chOff x="5724525" y="5019675"/>
            <a:chExt cx="742950" cy="800100"/>
          </a:xfrm>
        </p:grpSpPr>
        <p:sp>
          <p:nvSpPr>
            <p:cNvPr id="57" name="instance.C26.53.frame.378">
              <a:extLst>
                <a:ext uri="{FF2B5EF4-FFF2-40B4-BE49-F238E27FC236}">
                  <a16:creationId id="{7A0809F5-DF75-48FD-B6A7-0AC4C0F4471C}"/>
                </a:ext>
              </a:extLst>
            </p:cNvPr>
            <p:cNvSpPr>
              <a:spLocks noGrp="1"/>
            </p:cNvSpPr>
            <p:nvPr/>
          </p:nvSpPr>
          <p:spPr>
            <a:xfrm>
              <a:off x="5724525" y="5019675"/>
              <a:ext cx="742950" cy="8001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8" name="instance.C26.53.track0.379">
              <a:extLst>
                <a:ext uri="{FF2B5EF4-FFF2-40B4-BE49-F238E27FC236}">
                  <a16:creationId id="{61536F2A-4D6B-470B-855D-C7DF13E871CA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191125"/>
              <a:ext cx="514350" cy="95"/>
            </a:xfrm>
            <a:custGeom>
              <a:pathLst>
                <a:path w="514350" h="9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9" name="instance.C26.53.active0.380">
              <a:extLst>
                <a:ext uri="{FF2B5EF4-FFF2-40B4-BE49-F238E27FC236}">
                  <a16:creationId id="{7FC45476-1057-4484-8F98-7809924CE99A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176838"/>
              <a:ext cx="190500" cy="285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0" name="instance.C26.53.knob0.381">
              <a:extLst>
                <a:ext uri="{FF2B5EF4-FFF2-40B4-BE49-F238E27FC236}">
                  <a16:creationId id="{1DCCDCB4-8F36-46BB-BE2D-B76669EADA91}"/>
                </a:ext>
              </a:extLst>
            </p:cNvPr>
            <p:cNvSpPr>
              <a:spLocks noGrp="1"/>
            </p:cNvSpPr>
            <p:nvPr/>
          </p:nvSpPr>
          <p:spPr>
            <a:xfrm>
              <a:off x="5981700" y="5114925"/>
              <a:ext cx="95250" cy="15240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1" name="instance.C26.53.track1.382">
              <a:extLst>
                <a:ext uri="{FF2B5EF4-FFF2-40B4-BE49-F238E27FC236}">
                  <a16:creationId id="{1A8C8C5F-EED0-4619-851D-24C259D52AF6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419725"/>
              <a:ext cx="514350" cy="95"/>
            </a:xfrm>
            <a:custGeom>
              <a:pathLst>
                <a:path w="514350" h="9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2" name="instance.C26.53.active1.383">
              <a:extLst>
                <a:ext uri="{FF2B5EF4-FFF2-40B4-BE49-F238E27FC236}">
                  <a16:creationId id="{90F9831B-D25E-4442-A173-5C7B148005BE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405438"/>
              <a:ext cx="400050" cy="285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3" name="instance.C26.53.knob1.384">
              <a:extLst>
                <a:ext uri="{FF2B5EF4-FFF2-40B4-BE49-F238E27FC236}">
                  <a16:creationId id="{8D21C384-DBE3-458B-8BFA-86444A004131}"/>
                </a:ext>
              </a:extLst>
            </p:cNvPr>
            <p:cNvSpPr>
              <a:spLocks noGrp="1"/>
            </p:cNvSpPr>
            <p:nvPr/>
          </p:nvSpPr>
          <p:spPr>
            <a:xfrm>
              <a:off x="6191250" y="5343525"/>
              <a:ext cx="95250" cy="15240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4" name="instance.C26.53.track2.385">
              <a:extLst>
                <a:ext uri="{FF2B5EF4-FFF2-40B4-BE49-F238E27FC236}">
                  <a16:creationId id="{104C4E45-C2B2-4C0F-BE1D-A63F8F540D44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648325"/>
              <a:ext cx="514350" cy="95"/>
            </a:xfrm>
            <a:custGeom>
              <a:pathLst>
                <a:path w="514350" h="9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5" name="instance.C26.53.active2.386">
              <a:extLst>
                <a:ext uri="{FF2B5EF4-FFF2-40B4-BE49-F238E27FC236}">
                  <a16:creationId id="{B4FE5704-97BA-4E96-BB1E-A84068C51236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5634038"/>
              <a:ext cx="104775" cy="285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6" name="instance.C26.53.knob2.387">
              <a:extLst>
                <a:ext uri="{FF2B5EF4-FFF2-40B4-BE49-F238E27FC236}">
                  <a16:creationId id="{DD526654-7714-4DA4-9BC3-F89B70197473}"/>
                </a:ext>
              </a:extLst>
            </p:cNvPr>
            <p:cNvSpPr>
              <a:spLocks noGrp="1"/>
            </p:cNvSpPr>
            <p:nvPr/>
          </p:nvSpPr>
          <p:spPr>
            <a:xfrm>
              <a:off x="5895975" y="5572125"/>
              <a:ext cx="95250" cy="15240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67" name="gallery.settings-sliders.note.388">
            <a:extLst>
              <a:ext uri="{FF2B5EF4-FFF2-40B4-BE49-F238E27FC236}">
                <a16:creationId id="{83BD39F3-1FAA-4D75-968E-CAE2D1DD4AE1}"/>
              </a:ext>
            </a:extLst>
          </p:cNvPr>
          <p:cNvSpPr>
            <a:spLocks noGrp="1"/>
          </p:cNvSpPr>
          <p:nvPr/>
        </p:nvSpPr>
        <p:spPr>
          <a:xfrm>
            <a:off x="5143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三条滑轨与错位滑块</a:t>
            </a:r>
          </a:p>
        </p:txBody>
      </p:sp>
      <p:sp>
        <p:nvSpPr>
          <p:cNvPr id="68" name="gallery.check-shield.frame.389">
            <a:extLst>
              <a:ext uri="{FF2B5EF4-FFF2-40B4-BE49-F238E27FC236}">
                <a16:creationId id="{A7E3C3E6-8A73-487D-A9D7-18842A5F1863}"/>
              </a:ext>
            </a:extLst>
          </p:cNvPr>
          <p:cNvSpPr>
            <a:spLocks noGrp="1"/>
          </p:cNvSpPr>
          <p:nvPr/>
        </p:nvSpPr>
        <p:spPr>
          <a:xfrm>
            <a:off x="7315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69" name="gallery.check-shield.heading.390">
            <a:extLst>
              <a:ext uri="{FF2B5EF4-FFF2-40B4-BE49-F238E27FC236}">
                <a16:creationId id="{48A92E83-049D-45C2-B3FC-0028882477D2}"/>
              </a:ext>
            </a:extLst>
          </p:cNvPr>
          <p:cNvSpPr>
            <a:spLocks noGrp="1"/>
          </p:cNvSpPr>
          <p:nvPr/>
        </p:nvSpPr>
        <p:spPr>
          <a:xfrm>
            <a:off x="7467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C27  盾形勾选</a:t>
            </a:r>
          </a:p>
        </p:txBody>
      </p:sp>
      <p:grpSp>
        <p:nvGrpSpPr>
          <p:cNvPr id="92" name="盾形勾选"/>
          <p:cNvGrpSpPr/>
          <p:nvPr/>
        </p:nvGrpSpPr>
        <p:grpSpPr>
          <a:xfrm>
            <a:off x="8020050" y="4991100"/>
            <a:ext cx="723900" cy="847725"/>
            <a:chOff x="8020050" y="4991100"/>
            <a:chExt cx="723900" cy="847725"/>
          </a:xfrm>
        </p:grpSpPr>
        <p:sp>
          <p:nvSpPr>
            <p:cNvPr id="70" name="instance.C27.54.shield.391">
              <a:extLst>
                <a:ext uri="{FF2B5EF4-FFF2-40B4-BE49-F238E27FC236}">
                  <a16:creationId id="{4A886FAF-FADC-46B3-AE4E-30C0B6376BB7}"/>
                </a:ext>
              </a:extLst>
            </p:cNvPr>
            <p:cNvSpPr>
              <a:spLocks noGrp="1"/>
            </p:cNvSpPr>
            <p:nvPr/>
          </p:nvSpPr>
          <p:spPr>
            <a:xfrm>
              <a:off x="8020050" y="4991100"/>
              <a:ext cx="723900" cy="847725"/>
            </a:xfrm>
            <a:custGeom>
              <a:pathLst>
                <a:path w="723900" h="847725">
                  <a:moveTo>
                    <a:pt x="361950" y="0"/>
                  </a:moveTo>
                  <a:lnTo>
                    <a:pt x="723900" y="142875"/>
                  </a:lnTo>
                  <a:lnTo>
                    <a:pt x="723900" y="381000"/>
                  </a:lnTo>
                  <a:cubicBezTo>
                    <a:pt x="723900" y="609600"/>
                    <a:pt x="581025" y="762000"/>
                    <a:pt x="361950" y="847725"/>
                  </a:cubicBezTo>
                  <a:cubicBezTo>
                    <a:pt x="142875" y="762000"/>
                    <a:pt x="0" y="609600"/>
                    <a:pt x="0" y="381000"/>
                  </a:cubicBezTo>
                  <a:lnTo>
                    <a:pt x="0" y="142875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1" name="instance.C27.54.check.392">
              <a:extLst>
                <a:ext uri="{FF2B5EF4-FFF2-40B4-BE49-F238E27FC236}">
                  <a16:creationId id="{B7D8675C-6D24-450E-91B0-63C37B2A61ED}"/>
                </a:ext>
              </a:extLst>
            </p:cNvPr>
            <p:cNvSpPr>
              <a:spLocks noGrp="1"/>
            </p:cNvSpPr>
            <p:nvPr/>
          </p:nvSpPr>
          <p:spPr>
            <a:xfrm>
              <a:off x="8162925" y="5210175"/>
              <a:ext cx="457200" cy="361950"/>
            </a:xfrm>
            <a:custGeom>
              <a:pathLst>
                <a:path w="457200" h="361950">
                  <a:moveTo>
                    <a:pt x="0" y="171450"/>
                  </a:moveTo>
                  <a:lnTo>
                    <a:pt x="76200" y="95250"/>
                  </a:lnTo>
                  <a:lnTo>
                    <a:pt x="180975" y="209550"/>
                  </a:lnTo>
                  <a:lnTo>
                    <a:pt x="381000" y="0"/>
                  </a:lnTo>
                  <a:lnTo>
                    <a:pt x="457200" y="76200"/>
                  </a:lnTo>
                  <a:lnTo>
                    <a:pt x="180975" y="36195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</a:ln>
          </p:spPr>
        </p:sp>
      </p:grpSp>
      <p:sp>
        <p:nvSpPr>
          <p:cNvPr id="72" name="gallery.check-shield.note.393">
            <a:extLst>
              <a:ext uri="{FF2B5EF4-FFF2-40B4-BE49-F238E27FC236}">
                <a16:creationId id="{4A96BD9A-2C6F-4E56-8B6D-BBAF712AA94E}"/>
              </a:ext>
            </a:extLst>
          </p:cNvPr>
          <p:cNvSpPr>
            <a:spLocks noGrp="1"/>
          </p:cNvSpPr>
          <p:nvPr/>
        </p:nvSpPr>
        <p:spPr>
          <a:xfrm>
            <a:off x="7429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盾牌轮廓内的确认勾</a:t>
            </a:r>
          </a:p>
        </p:txBody>
      </p:sp>
      <p:sp>
        <p:nvSpPr>
          <p:cNvPr id="73" name="gallery.lock-shield.frame.394">
            <a:extLst>
              <a:ext uri="{FF2B5EF4-FFF2-40B4-BE49-F238E27FC236}">
                <a16:creationId id="{C92DAFDB-E4D2-47AC-9A19-C9196791359B}"/>
              </a:ext>
            </a:extLst>
          </p:cNvPr>
          <p:cNvSpPr>
            <a:spLocks noGrp="1"/>
          </p:cNvSpPr>
          <p:nvPr/>
        </p:nvSpPr>
        <p:spPr>
          <a:xfrm>
            <a:off x="9601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74" name="gallery.lock-shield.heading.395">
            <a:extLst>
              <a:ext uri="{FF2B5EF4-FFF2-40B4-BE49-F238E27FC236}">
                <a16:creationId id="{976E1605-BF26-48BE-87E0-C1A0ED85C345}"/>
              </a:ext>
            </a:extLst>
          </p:cNvPr>
          <p:cNvSpPr>
            <a:spLocks noGrp="1"/>
          </p:cNvSpPr>
          <p:nvPr/>
        </p:nvSpPr>
        <p:spPr>
          <a:xfrm>
            <a:off x="9753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C28  盾牌锁</a:t>
            </a:r>
          </a:p>
        </p:txBody>
      </p:sp>
      <p:grpSp>
        <p:nvGrpSpPr>
          <p:cNvPr id="93" name="盾牌锁"/>
          <p:cNvGrpSpPr/>
          <p:nvPr/>
        </p:nvGrpSpPr>
        <p:grpSpPr>
          <a:xfrm>
            <a:off x="10306050" y="4991100"/>
            <a:ext cx="723900" cy="847725"/>
            <a:chOff x="10306050" y="4991100"/>
            <a:chExt cx="723900" cy="847725"/>
          </a:xfrm>
        </p:grpSpPr>
        <p:sp>
          <p:nvSpPr>
            <p:cNvPr id="75" name="instance.C28.55.shield.396">
              <a:extLst>
                <a:ext uri="{FF2B5EF4-FFF2-40B4-BE49-F238E27FC236}">
                  <a16:creationId id="{6354E9C4-176A-455E-8321-1A351BE4FEE5}"/>
                </a:ext>
              </a:extLst>
            </p:cNvPr>
            <p:cNvSpPr>
              <a:spLocks noGrp="1"/>
            </p:cNvSpPr>
            <p:nvPr/>
          </p:nvSpPr>
          <p:spPr>
            <a:xfrm>
              <a:off x="10306050" y="4991100"/>
              <a:ext cx="723900" cy="847725"/>
            </a:xfrm>
            <a:custGeom>
              <a:pathLst>
                <a:path w="723900" h="847725">
                  <a:moveTo>
                    <a:pt x="361950" y="0"/>
                  </a:moveTo>
                  <a:lnTo>
                    <a:pt x="723900" y="142875"/>
                  </a:lnTo>
                  <a:lnTo>
                    <a:pt x="723900" y="381000"/>
                  </a:lnTo>
                  <a:cubicBezTo>
                    <a:pt x="723900" y="609600"/>
                    <a:pt x="581025" y="762000"/>
                    <a:pt x="361950" y="847725"/>
                  </a:cubicBezTo>
                  <a:cubicBezTo>
                    <a:pt x="142875" y="762000"/>
                    <a:pt x="0" y="609600"/>
                    <a:pt x="0" y="381000"/>
                  </a:cubicBezTo>
                  <a:lnTo>
                    <a:pt x="0" y="142875"/>
                  </a:ln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6" name="instance.C28.55.lock.shackle.397">
              <a:extLst>
                <a:ext uri="{FF2B5EF4-FFF2-40B4-BE49-F238E27FC236}">
                  <a16:creationId id="{C69D6866-11D6-4C6B-A6DC-7CCA5417598D}"/>
                </a:ext>
              </a:extLst>
            </p:cNvPr>
            <p:cNvSpPr>
              <a:spLocks noGrp="1"/>
            </p:cNvSpPr>
            <p:nvPr/>
          </p:nvSpPr>
          <p:spPr>
            <a:xfrm>
              <a:off x="10547985" y="5191125"/>
              <a:ext cx="240030" cy="292799"/>
            </a:xfrm>
            <a:custGeom>
              <a:pathLst>
                <a:path w="240030" h="292799">
                  <a:moveTo>
                    <a:pt x="0" y="292799"/>
                  </a:moveTo>
                  <a:lnTo>
                    <a:pt x="0" y="120015"/>
                  </a:lnTo>
                  <a:cubicBezTo>
                    <a:pt x="0" y="53733"/>
                    <a:pt x="53733" y="0"/>
                    <a:pt x="120015" y="0"/>
                  </a:cubicBezTo>
                  <a:cubicBezTo>
                    <a:pt x="186297" y="0"/>
                    <a:pt x="240030" y="53733"/>
                    <a:pt x="240030" y="120015"/>
                  </a:cubicBezTo>
                  <a:lnTo>
                    <a:pt x="240030" y="292799"/>
                  </a:lnTo>
                  <a:lnTo>
                    <a:pt x="196825" y="292799"/>
                  </a:lnTo>
                  <a:lnTo>
                    <a:pt x="196825" y="120015"/>
                  </a:lnTo>
                  <a:cubicBezTo>
                    <a:pt x="196825" y="77594"/>
                    <a:pt x="162436" y="43205"/>
                    <a:pt x="120015" y="43205"/>
                  </a:cubicBezTo>
                  <a:cubicBezTo>
                    <a:pt x="77594" y="43205"/>
                    <a:pt x="43205" y="77594"/>
                    <a:pt x="43205" y="120015"/>
                  </a:cubicBezTo>
                  <a:lnTo>
                    <a:pt x="43205" y="292799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7" name="instance.C28.55.lock.body.398">
              <a:extLst>
                <a:ext uri="{FF2B5EF4-FFF2-40B4-BE49-F238E27FC236}">
                  <a16:creationId id="{B524811A-1D74-41A3-98C2-306698ACF0A0}"/>
                </a:ext>
              </a:extLst>
            </p:cNvPr>
            <p:cNvSpPr>
              <a:spLocks noGrp="1"/>
            </p:cNvSpPr>
            <p:nvPr/>
          </p:nvSpPr>
          <p:spPr>
            <a:xfrm>
              <a:off x="10467975" y="5413248"/>
              <a:ext cx="400050" cy="282702"/>
            </a:xfrm>
            <a:prstGeom prst="roundRect">
              <a:avLst>
                <a:gd name="adj" fmla="val 16846"/>
              </a:avLst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8" name="instance.C28.55.lock.keyhole.dot.399">
              <a:extLst>
                <a:ext uri="{FF2B5EF4-FFF2-40B4-BE49-F238E27FC236}">
                  <a16:creationId id="{2DA0A3C5-B5E1-4642-AAF5-5FF642A5D6AF}"/>
                </a:ext>
              </a:extLst>
            </p:cNvPr>
            <p:cNvSpPr>
              <a:spLocks noGrp="1"/>
            </p:cNvSpPr>
            <p:nvPr/>
          </p:nvSpPr>
          <p:spPr>
            <a:xfrm>
              <a:off x="10635996" y="5483924"/>
              <a:ext cx="64008" cy="64008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79" name="instance.C28.55.lock.keyhole.stem.400">
              <a:extLst>
                <a:ext uri="{FF2B5EF4-FFF2-40B4-BE49-F238E27FC236}">
                  <a16:creationId id="{B420DB08-2FC3-46D5-ABD4-C789258ED3A8}"/>
                </a:ext>
              </a:extLst>
            </p:cNvPr>
            <p:cNvSpPr>
              <a:spLocks noGrp="1"/>
            </p:cNvSpPr>
            <p:nvPr/>
          </p:nvSpPr>
          <p:spPr>
            <a:xfrm>
              <a:off x="10655838" y="5531930"/>
              <a:ext cx="24323" cy="87638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</p:grpSp>
      <p:sp>
        <p:nvSpPr>
          <p:cNvPr id="80" name="gallery.lock-shield.note.401">
            <a:extLst>
              <a:ext uri="{FF2B5EF4-FFF2-40B4-BE49-F238E27FC236}">
                <a16:creationId id="{7A1414FD-BA42-4E58-B640-E908B27B818F}"/>
              </a:ext>
            </a:extLst>
          </p:cNvPr>
          <p:cNvSpPr>
            <a:spLocks noGrp="1"/>
          </p:cNvSpPr>
          <p:nvPr/>
        </p:nvSpPr>
        <p:spPr>
          <a:xfrm>
            <a:off x="9715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盾牌内嵌完整挂锁</a:t>
            </a:r>
          </a:p>
        </p:txBody>
      </p:sp>
      <p:sp>
        <p:nvSpPr>
          <p:cNvPr id="94" name="navigation.rule.2661">
            <a:extLst>
              <a:ext uri="{FF2B5EF4-FFF2-40B4-BE49-F238E27FC236}">
                <a16:creationId id="{293CCB5E-A397-4EB8-847D-3F58846522F0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95" name="navigation.section.2662">
            <a:extLst>
              <a:ext uri="{FF2B5EF4-FFF2-40B4-BE49-F238E27FC236}">
                <a16:creationId id="{A55F6358-4417-498F-8FE0-4366B4BA2EEF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96" name="navigation.page.2663">
            <a:extLst>
              <a:ext uri="{FF2B5EF4-FFF2-40B4-BE49-F238E27FC236}">
                <a16:creationId id="{E892E534-82DD-4956-BC5D-949D5AB32516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13 / 53</a:t>
            </a:r>
          </a:p>
        </p:txBody>
      </p:sp>
    </p:spTree>
    <p:extLst>
      <p:ext uri="{BB962C8B-B14F-4D97-AF65-F5344CB8AC3E}">
        <p14:creationId val="1277341648"/>
      </p:ext>
    </p:extLst>
  </p:cSld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23" name="3.5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122" name="header.accent.402">
              <a:extLst>
                <a:ext uri="{FF2B5EF4-FFF2-40B4-BE49-F238E27FC236}">
                  <a16:creationId id="{A1919088-231F-4C21-84EB-5FAE96A497A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403">
              <a:extLst>
                <a:ext uri="{FF2B5EF4-FFF2-40B4-BE49-F238E27FC236}">
                  <a16:creationId id="{3ED49815-1E1B-48E0-8CA4-2DC5135BB008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3.5</a:t>
              </a:r>
            </a:p>
          </p:txBody>
        </p:sp>
        <p:sp>
          <p:nvSpPr>
            <p:cNvPr id="3" name="header.gradient.404">
              <a:extLst>
                <a:ext uri="{FF2B5EF4-FFF2-40B4-BE49-F238E27FC236}">
                  <a16:creationId id="{DEB4AC72-3A73-4993-9AD6-C7FB8CE8E8C4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405">
              <a:extLst>
                <a:ext uri="{FF2B5EF4-FFF2-40B4-BE49-F238E27FC236}">
                  <a16:creationId id="{F9D41CDD-E7F9-4241-A3B6-062D9FFBCA7E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时间、资源与数据图标</a:t>
              </a:r>
            </a:p>
          </p:txBody>
        </p:sp>
        <p:sp>
          <p:nvSpPr>
            <p:cNvPr id="5" name="header.library.406">
              <a:extLst>
                <a:ext uri="{FF2B5EF4-FFF2-40B4-BE49-F238E27FC236}">
                  <a16:creationId id="{1ED1F984-9860-45F7-9875-5FA489CEB0D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124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407">
              <a:extLst>
                <a:ext uri="{FF2B5EF4-FFF2-40B4-BE49-F238E27FC236}">
                  <a16:creationId id="{F8B36BF4-5EB4-4FB6-BF5D-BFEBFF0C438B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408">
              <a:extLst>
                <a:ext uri="{FF2B5EF4-FFF2-40B4-BE49-F238E27FC236}">
                  <a16:creationId id="{AEAA8DF0-6C7F-4045-BF5B-FAD8F03B77F0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409">
              <a:extLst>
                <a:ext uri="{FF2B5EF4-FFF2-40B4-BE49-F238E27FC236}">
                  <a16:creationId id="{82CC0B11-BA0A-4077-9047-00473343FA5A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410">
              <a:extLst>
                <a:ext uri="{FF2B5EF4-FFF2-40B4-BE49-F238E27FC236}">
                  <a16:creationId id="{3F4944C8-5521-41F4-9C50-D77A85C53DF5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时间、云端、文件夹、统计和芯片图标采用同一蓝白配色与灰蓝细框。</a:t>
              </a:r>
            </a:p>
          </p:txBody>
        </p:sp>
      </p:grpSp>
      <p:sp>
        <p:nvSpPr>
          <p:cNvPr id="10" name="gallery.clock-dial.frame.411">
            <a:extLst>
              <a:ext uri="{FF2B5EF4-FFF2-40B4-BE49-F238E27FC236}">
                <a16:creationId id="{0F81F8A9-AD59-49CC-8BB5-F18C746F82BF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clock-dial.heading.412">
            <a:extLst>
              <a:ext uri="{FF2B5EF4-FFF2-40B4-BE49-F238E27FC236}">
                <a16:creationId id="{F790AC28-49D6-4ED0-9421-51A23345464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C29  时钟</a:t>
            </a:r>
          </a:p>
        </p:txBody>
      </p:sp>
      <p:grpSp>
        <p:nvGrpSpPr>
          <p:cNvPr id="125" name="时钟"/>
          <p:cNvGrpSpPr/>
          <p:nvPr/>
        </p:nvGrpSpPr>
        <p:grpSpPr>
          <a:xfrm>
            <a:off x="1143000" y="2562225"/>
            <a:ext cx="762000" cy="762000"/>
            <a:chOff x="1143000" y="2562225"/>
            <a:chExt cx="762000" cy="762000"/>
          </a:xfrm>
        </p:grpSpPr>
        <p:sp>
          <p:nvSpPr>
            <p:cNvPr id="12" name="instance.C29.56.dial.413">
              <a:extLst>
                <a:ext uri="{FF2B5EF4-FFF2-40B4-BE49-F238E27FC236}">
                  <a16:creationId id="{471D1C0A-D037-435E-91E5-134841C95566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2562225"/>
              <a:ext cx="762000" cy="762000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3" name="instance.C29.56.tick0.414">
              <a:extLst>
                <a:ext uri="{FF2B5EF4-FFF2-40B4-BE49-F238E27FC236}">
                  <a16:creationId id="{D144DB95-2D44-4A73-B13E-F77C48DC4E4B}"/>
                </a:ext>
              </a:extLst>
            </p:cNvPr>
            <p:cNvSpPr>
              <a:spLocks noGrp="1"/>
            </p:cNvSpPr>
            <p:nvPr/>
          </p:nvSpPr>
          <p:spPr>
            <a:xfrm>
              <a:off x="1524000" y="2619375"/>
              <a:ext cx="95" cy="66675"/>
            </a:xfrm>
            <a:custGeom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4" name="instance.C29.56.tick1.415">
              <a:extLst>
                <a:ext uri="{FF2B5EF4-FFF2-40B4-BE49-F238E27FC236}">
                  <a16:creationId id="{D104E196-EA42-4DFA-A04D-858B10756417}"/>
                </a:ext>
              </a:extLst>
            </p:cNvPr>
            <p:cNvSpPr>
              <a:spLocks noGrp="1"/>
            </p:cNvSpPr>
            <p:nvPr/>
          </p:nvSpPr>
          <p:spPr>
            <a:xfrm>
              <a:off x="1671638" y="2662763"/>
              <a:ext cx="14288" cy="24747"/>
            </a:xfrm>
            <a:custGeom>
              <a:pathLst>
                <a:path w="14288" h="24747">
                  <a:moveTo>
                    <a:pt x="0" y="24747"/>
                  </a:moveTo>
                  <a:lnTo>
                    <a:pt x="14288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5" name="instance.C29.56.tick2.416">
              <a:extLst>
                <a:ext uri="{FF2B5EF4-FFF2-40B4-BE49-F238E27FC236}">
                  <a16:creationId id="{CDAC67F3-CFD8-4997-B5BA-A3EEF8A86882}"/>
                </a:ext>
              </a:extLst>
            </p:cNvPr>
            <p:cNvSpPr>
              <a:spLocks noGrp="1"/>
            </p:cNvSpPr>
            <p:nvPr/>
          </p:nvSpPr>
          <p:spPr>
            <a:xfrm>
              <a:off x="1779716" y="2781300"/>
              <a:ext cx="24747" cy="14288"/>
            </a:xfrm>
            <a:custGeom>
              <a:pathLst>
                <a:path w="24747" h="14288">
                  <a:moveTo>
                    <a:pt x="0" y="14288"/>
                  </a:moveTo>
                  <a:lnTo>
                    <a:pt x="24747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6" name="instance.C29.56.tick3.417">
              <a:extLst>
                <a:ext uri="{FF2B5EF4-FFF2-40B4-BE49-F238E27FC236}">
                  <a16:creationId id="{2AA152A6-5FEE-4C5A-8B82-ACF492DD244C}"/>
                </a:ext>
              </a:extLst>
            </p:cNvPr>
            <p:cNvSpPr>
              <a:spLocks noGrp="1"/>
            </p:cNvSpPr>
            <p:nvPr/>
          </p:nvSpPr>
          <p:spPr>
            <a:xfrm>
              <a:off x="1781175" y="2943225"/>
              <a:ext cx="66675" cy="95"/>
            </a:xfrm>
            <a:custGeom>
              <a:pathLst>
                <a:path w="66675" h="9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7" name="instance.C29.56.tick4.418">
              <a:extLst>
                <a:ext uri="{FF2B5EF4-FFF2-40B4-BE49-F238E27FC236}">
                  <a16:creationId id="{764295CB-853B-40E8-A496-81915C46BD0C}"/>
                </a:ext>
              </a:extLst>
            </p:cNvPr>
            <p:cNvSpPr>
              <a:spLocks noGrp="1"/>
            </p:cNvSpPr>
            <p:nvPr/>
          </p:nvSpPr>
          <p:spPr>
            <a:xfrm>
              <a:off x="1779716" y="3090863"/>
              <a:ext cx="24747" cy="14288"/>
            </a:xfrm>
            <a:custGeom>
              <a:pathLst>
                <a:path w="24747" h="14288">
                  <a:moveTo>
                    <a:pt x="0" y="0"/>
                  </a:moveTo>
                  <a:lnTo>
                    <a:pt x="24747" y="14288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8" name="instance.C29.56.tick5.419">
              <a:extLst>
                <a:ext uri="{FF2B5EF4-FFF2-40B4-BE49-F238E27FC236}">
                  <a16:creationId id="{9B7B7EAC-89B4-4406-B60C-9B988ED275D1}"/>
                </a:ext>
              </a:extLst>
            </p:cNvPr>
            <p:cNvSpPr>
              <a:spLocks noGrp="1"/>
            </p:cNvSpPr>
            <p:nvPr/>
          </p:nvSpPr>
          <p:spPr>
            <a:xfrm>
              <a:off x="1671638" y="3198941"/>
              <a:ext cx="14288" cy="24747"/>
            </a:xfrm>
            <a:custGeom>
              <a:pathLst>
                <a:path w="14288" h="24747">
                  <a:moveTo>
                    <a:pt x="0" y="0"/>
                  </a:moveTo>
                  <a:lnTo>
                    <a:pt x="14288" y="24747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9" name="instance.C29.56.tick6.420">
              <a:extLst>
                <a:ext uri="{FF2B5EF4-FFF2-40B4-BE49-F238E27FC236}">
                  <a16:creationId id="{509CB598-1D75-420B-A6E1-F3BBE95F0D94}"/>
                </a:ext>
              </a:extLst>
            </p:cNvPr>
            <p:cNvSpPr>
              <a:spLocks noGrp="1"/>
            </p:cNvSpPr>
            <p:nvPr/>
          </p:nvSpPr>
          <p:spPr>
            <a:xfrm>
              <a:off x="1524000" y="3200400"/>
              <a:ext cx="95" cy="66675"/>
            </a:xfrm>
            <a:custGeom>
              <a:pathLst>
                <a:path w="9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0" name="instance.C29.56.tick7.421">
              <a:extLst>
                <a:ext uri="{FF2B5EF4-FFF2-40B4-BE49-F238E27FC236}">
                  <a16:creationId id="{D49F4569-D1A0-486E-9F59-BBEE011AB1A4}"/>
                </a:ext>
              </a:extLst>
            </p:cNvPr>
            <p:cNvSpPr>
              <a:spLocks noGrp="1"/>
            </p:cNvSpPr>
            <p:nvPr/>
          </p:nvSpPr>
          <p:spPr>
            <a:xfrm>
              <a:off x="1362075" y="3198941"/>
              <a:ext cx="14288" cy="24747"/>
            </a:xfrm>
            <a:custGeom>
              <a:pathLst>
                <a:path w="14288" h="24747">
                  <a:moveTo>
                    <a:pt x="14288" y="0"/>
                  </a:moveTo>
                  <a:lnTo>
                    <a:pt x="0" y="24747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1" name="instance.C29.56.tick8.422">
              <a:extLst>
                <a:ext uri="{FF2B5EF4-FFF2-40B4-BE49-F238E27FC236}">
                  <a16:creationId id="{FAE83131-DF39-4D61-A5FD-30E47B5FB8AD}"/>
                </a:ext>
              </a:extLst>
            </p:cNvPr>
            <p:cNvSpPr>
              <a:spLocks noGrp="1"/>
            </p:cNvSpPr>
            <p:nvPr/>
          </p:nvSpPr>
          <p:spPr>
            <a:xfrm>
              <a:off x="1243538" y="3090863"/>
              <a:ext cx="24747" cy="14288"/>
            </a:xfrm>
            <a:custGeom>
              <a:pathLst>
                <a:path w="24747" h="14288">
                  <a:moveTo>
                    <a:pt x="24747" y="0"/>
                  </a:moveTo>
                  <a:lnTo>
                    <a:pt x="0" y="14288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2" name="instance.C29.56.tick9.423">
              <a:extLst>
                <a:ext uri="{FF2B5EF4-FFF2-40B4-BE49-F238E27FC236}">
                  <a16:creationId id="{513F31AC-49A7-4138-AD69-CE310C8B4954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" y="2943225"/>
              <a:ext cx="66675" cy="95"/>
            </a:xfrm>
            <a:custGeom>
              <a:pathLst>
                <a:path w="66675" h="95">
                  <a:moveTo>
                    <a:pt x="66675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3" name="instance.C29.56.tick10.424">
              <a:extLst>
                <a:ext uri="{FF2B5EF4-FFF2-40B4-BE49-F238E27FC236}">
                  <a16:creationId id="{328111E0-7EC2-43FE-A518-850ECB0D6F7E}"/>
                </a:ext>
              </a:extLst>
            </p:cNvPr>
            <p:cNvSpPr>
              <a:spLocks noGrp="1"/>
            </p:cNvSpPr>
            <p:nvPr/>
          </p:nvSpPr>
          <p:spPr>
            <a:xfrm>
              <a:off x="1243538" y="2781300"/>
              <a:ext cx="24747" cy="14288"/>
            </a:xfrm>
            <a:custGeom>
              <a:pathLst>
                <a:path w="24747" h="14288">
                  <a:moveTo>
                    <a:pt x="24747" y="14288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4" name="instance.C29.56.tick11.425">
              <a:extLst>
                <a:ext uri="{FF2B5EF4-FFF2-40B4-BE49-F238E27FC236}">
                  <a16:creationId id="{89988332-4844-4965-9188-939BF1EEDB04}"/>
                </a:ext>
              </a:extLst>
            </p:cNvPr>
            <p:cNvSpPr>
              <a:spLocks noGrp="1"/>
            </p:cNvSpPr>
            <p:nvPr/>
          </p:nvSpPr>
          <p:spPr>
            <a:xfrm>
              <a:off x="1362075" y="2662763"/>
              <a:ext cx="14288" cy="24747"/>
            </a:xfrm>
            <a:custGeom>
              <a:pathLst>
                <a:path w="14288" h="24747">
                  <a:moveTo>
                    <a:pt x="14288" y="24747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5" name="instance.C29.56.hands.426">
              <a:extLst>
                <a:ext uri="{FF2B5EF4-FFF2-40B4-BE49-F238E27FC236}">
                  <a16:creationId id="{06723ED1-CCCD-4011-A56E-2FB040C66A8F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" y="2686050"/>
              <a:ext cx="209550" cy="371475"/>
            </a:xfrm>
            <a:custGeom>
              <a:pathLst>
                <a:path w="209550" h="371475">
                  <a:moveTo>
                    <a:pt x="0" y="257175"/>
                  </a:moveTo>
                  <a:lnTo>
                    <a:pt x="0" y="0"/>
                  </a:lnTo>
                  <a:lnTo>
                    <a:pt x="38100" y="0"/>
                  </a:lnTo>
                  <a:lnTo>
                    <a:pt x="38100" y="238125"/>
                  </a:lnTo>
                  <a:lnTo>
                    <a:pt x="209550" y="333375"/>
                  </a:lnTo>
                  <a:lnTo>
                    <a:pt x="190500" y="371475"/>
                  </a:lnTo>
                  <a:lnTo>
                    <a:pt x="9525" y="276225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6" name="instance.C29.56.center.427">
              <a:extLst>
                <a:ext uri="{FF2B5EF4-FFF2-40B4-BE49-F238E27FC236}">
                  <a16:creationId id="{0570F209-1FF2-4283-8D35-C0E8F78D010E}"/>
                </a:ext>
              </a:extLst>
            </p:cNvPr>
            <p:cNvSpPr>
              <a:spLocks noGrp="1"/>
            </p:cNvSpPr>
            <p:nvPr/>
          </p:nvSpPr>
          <p:spPr>
            <a:xfrm>
              <a:off x="1490663" y="2909888"/>
              <a:ext cx="66675" cy="66675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27" name="gallery.clock-dial.note.428">
            <a:extLst>
              <a:ext uri="{FF2B5EF4-FFF2-40B4-BE49-F238E27FC236}">
                <a16:creationId id="{677B7345-5676-4A8A-942F-2066A938C332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刻度圆盘与两根指针</a:t>
            </a:r>
          </a:p>
        </p:txBody>
      </p:sp>
      <p:sp>
        <p:nvSpPr>
          <p:cNvPr id="28" name="gallery.cloud-basic.frame.429">
            <a:extLst>
              <a:ext uri="{FF2B5EF4-FFF2-40B4-BE49-F238E27FC236}">
                <a16:creationId id="{4AE2BF6F-D74E-4DEC-8EBD-935C8BEFBD52}"/>
              </a:ext>
            </a:extLst>
          </p:cNvPr>
          <p:cNvSpPr>
            <a:spLocks noGrp="1"/>
          </p:cNvSpPr>
          <p:nvPr/>
        </p:nvSpPr>
        <p:spPr>
          <a:xfrm>
            <a:off x="2743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9" name="gallery.cloud-basic.heading.430">
            <a:extLst>
              <a:ext uri="{FF2B5EF4-FFF2-40B4-BE49-F238E27FC236}">
                <a16:creationId id="{DAF5E1CE-4EC0-4FF4-8A5B-DB568CD515B4}"/>
              </a:ext>
            </a:extLst>
          </p:cNvPr>
          <p:cNvSpPr>
            <a:spLocks noGrp="1"/>
          </p:cNvSpPr>
          <p:nvPr/>
        </p:nvSpPr>
        <p:spPr>
          <a:xfrm>
            <a:off x="2895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C30  云朵</a:t>
            </a:r>
          </a:p>
        </p:txBody>
      </p:sp>
      <p:sp>
        <p:nvSpPr>
          <p:cNvPr id="30" name="instance.C30.57.cloud.431">
            <a:extLst>
              <a:ext uri="{FF2B5EF4-FFF2-40B4-BE49-F238E27FC236}">
                <a16:creationId id="{2D328AAE-5C21-4B6D-BD46-7727906D13AF}"/>
              </a:ext>
            </a:extLst>
          </p:cNvPr>
          <p:cNvSpPr>
            <a:spLocks noGrp="1"/>
          </p:cNvSpPr>
          <p:nvPr/>
        </p:nvSpPr>
        <p:spPr>
          <a:xfrm>
            <a:off x="3390900" y="2647950"/>
            <a:ext cx="838200" cy="581025"/>
          </a:xfrm>
          <a:custGeom>
            <a:pathLst>
              <a:path w="838200" h="581025">
                <a:moveTo>
                  <a:pt x="167640" y="581025"/>
                </a:moveTo>
                <a:cubicBezTo>
                  <a:pt x="58674" y="581025"/>
                  <a:pt x="0" y="488061"/>
                  <a:pt x="0" y="395097"/>
                </a:cubicBezTo>
                <a:cubicBezTo>
                  <a:pt x="0" y="290513"/>
                  <a:pt x="67056" y="209169"/>
                  <a:pt x="192786" y="209169"/>
                </a:cubicBezTo>
                <a:cubicBezTo>
                  <a:pt x="192786" y="75533"/>
                  <a:pt x="310134" y="0"/>
                  <a:pt x="435864" y="0"/>
                </a:cubicBezTo>
                <a:cubicBezTo>
                  <a:pt x="569976" y="0"/>
                  <a:pt x="653796" y="98774"/>
                  <a:pt x="662178" y="209169"/>
                </a:cubicBezTo>
                <a:cubicBezTo>
                  <a:pt x="762762" y="203359"/>
                  <a:pt x="838200" y="290513"/>
                  <a:pt x="838200" y="395097"/>
                </a:cubicBezTo>
                <a:cubicBezTo>
                  <a:pt x="838200" y="493871"/>
                  <a:pt x="762762" y="581025"/>
                  <a:pt x="645414" y="581025"/>
                </a:cubicBezTo>
                <a:close/>
              </a:path>
            </a:pathLst>
          </a:custGeom>
          <a:solidFill>
            <a:srgbClr val="0759BE"/>
          </a:solidFill>
          <a:ln w="14288">
            <a:solidFill>
              <a:srgbClr val="A6B4C0"/>
            </a:solidFill>
            <a:prstDash val="solid"/>
          </a:ln>
        </p:spPr>
      </p:sp>
      <p:sp>
        <p:nvSpPr>
          <p:cNvPr id="31" name="gallery.cloud-basic.note.432">
            <a:extLst>
              <a:ext uri="{FF2B5EF4-FFF2-40B4-BE49-F238E27FC236}">
                <a16:creationId id="{6442C4DB-FF50-4696-A81A-A48C014299BD}"/>
              </a:ext>
            </a:extLst>
          </p:cNvPr>
          <p:cNvSpPr>
            <a:spLocks noGrp="1"/>
          </p:cNvSpPr>
          <p:nvPr/>
        </p:nvSpPr>
        <p:spPr>
          <a:xfrm>
            <a:off x="2857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连续圆弧组成云轮廓</a:t>
            </a:r>
          </a:p>
        </p:txBody>
      </p:sp>
      <p:sp>
        <p:nvSpPr>
          <p:cNvPr id="32" name="gallery.folder-tab.frame.433">
            <a:extLst>
              <a:ext uri="{FF2B5EF4-FFF2-40B4-BE49-F238E27FC236}">
                <a16:creationId id="{F5439382-237A-4A64-B154-466F415D1110}"/>
              </a:ext>
            </a:extLst>
          </p:cNvPr>
          <p:cNvSpPr>
            <a:spLocks noGrp="1"/>
          </p:cNvSpPr>
          <p:nvPr/>
        </p:nvSpPr>
        <p:spPr>
          <a:xfrm>
            <a:off x="5029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3" name="gallery.folder-tab.heading.434">
            <a:extLst>
              <a:ext uri="{FF2B5EF4-FFF2-40B4-BE49-F238E27FC236}">
                <a16:creationId id="{11464438-65E3-499A-A5F2-202916C6F8F3}"/>
              </a:ext>
            </a:extLst>
          </p:cNvPr>
          <p:cNvSpPr>
            <a:spLocks noGrp="1"/>
          </p:cNvSpPr>
          <p:nvPr/>
        </p:nvSpPr>
        <p:spPr>
          <a:xfrm>
            <a:off x="5181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C31  文件夹</a:t>
            </a:r>
          </a:p>
        </p:txBody>
      </p:sp>
      <p:grpSp>
        <p:nvGrpSpPr>
          <p:cNvPr id="126" name="文件夹"/>
          <p:cNvGrpSpPr/>
          <p:nvPr/>
        </p:nvGrpSpPr>
        <p:grpSpPr>
          <a:xfrm>
            <a:off x="5695950" y="2609850"/>
            <a:ext cx="819150" cy="695325"/>
            <a:chOff x="5695950" y="2609850"/>
            <a:chExt cx="819150" cy="695325"/>
          </a:xfrm>
        </p:grpSpPr>
        <p:sp>
          <p:nvSpPr>
            <p:cNvPr id="34" name="instance.C31.58.back.435">
              <a:extLst>
                <a:ext uri="{FF2B5EF4-FFF2-40B4-BE49-F238E27FC236}">
                  <a16:creationId id="{69E52E2A-3261-4DFA-BCE1-77A3532B2BC0}"/>
                </a:ext>
              </a:extLst>
            </p:cNvPr>
            <p:cNvSpPr>
              <a:spLocks noGrp="1"/>
            </p:cNvSpPr>
            <p:nvPr/>
          </p:nvSpPr>
          <p:spPr>
            <a:xfrm>
              <a:off x="5695950" y="2609850"/>
              <a:ext cx="790575" cy="657225"/>
            </a:xfrm>
            <a:custGeom>
              <a:pathLst>
                <a:path w="790575" h="657225">
                  <a:moveTo>
                    <a:pt x="0" y="0"/>
                  </a:moveTo>
                  <a:lnTo>
                    <a:pt x="276225" y="0"/>
                  </a:lnTo>
                  <a:lnTo>
                    <a:pt x="381000" y="104775"/>
                  </a:lnTo>
                  <a:lnTo>
                    <a:pt x="790575" y="104775"/>
                  </a:lnTo>
                  <a:lnTo>
                    <a:pt x="790575" y="65722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5" name="instance.C31.58.front.436">
              <a:extLst>
                <a:ext uri="{FF2B5EF4-FFF2-40B4-BE49-F238E27FC236}">
                  <a16:creationId id="{ED84E83F-AED8-4AF7-9FC3-7CA3030D9C2B}"/>
                </a:ext>
              </a:extLst>
            </p:cNvPr>
            <p:cNvSpPr>
              <a:spLocks noGrp="1"/>
            </p:cNvSpPr>
            <p:nvPr/>
          </p:nvSpPr>
          <p:spPr>
            <a:xfrm>
              <a:off x="5695950" y="2809875"/>
              <a:ext cx="819150" cy="495300"/>
            </a:xfrm>
            <a:custGeom>
              <a:pathLst>
                <a:path w="819150" h="495300">
                  <a:moveTo>
                    <a:pt x="0" y="0"/>
                  </a:moveTo>
                  <a:lnTo>
                    <a:pt x="819150" y="0"/>
                  </a:lnTo>
                  <a:lnTo>
                    <a:pt x="733425" y="4953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36" name="gallery.folder-tab.note.437">
            <a:extLst>
              <a:ext uri="{FF2B5EF4-FFF2-40B4-BE49-F238E27FC236}">
                <a16:creationId id="{746F0DB0-0B5C-4E5B-85D1-41A0C176DF43}"/>
              </a:ext>
            </a:extLst>
          </p:cNvPr>
          <p:cNvSpPr>
            <a:spLocks noGrp="1"/>
          </p:cNvSpPr>
          <p:nvPr/>
        </p:nvSpPr>
        <p:spPr>
          <a:xfrm>
            <a:off x="5143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顶部页签与展开前片</a:t>
            </a:r>
          </a:p>
        </p:txBody>
      </p:sp>
      <p:sp>
        <p:nvSpPr>
          <p:cNvPr id="37" name="gallery.chart-bars.frame.438">
            <a:extLst>
              <a:ext uri="{FF2B5EF4-FFF2-40B4-BE49-F238E27FC236}">
                <a16:creationId id="{9580EF6B-0D02-43C3-B644-48A5F8E70CC9}"/>
              </a:ext>
            </a:extLst>
          </p:cNvPr>
          <p:cNvSpPr>
            <a:spLocks noGrp="1"/>
          </p:cNvSpPr>
          <p:nvPr/>
        </p:nvSpPr>
        <p:spPr>
          <a:xfrm>
            <a:off x="7315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8" name="gallery.chart-bars.heading.439">
            <a:extLst>
              <a:ext uri="{FF2B5EF4-FFF2-40B4-BE49-F238E27FC236}">
                <a16:creationId id="{FDD71C9D-ED5E-4CBD-9D95-D83849E4C946}"/>
              </a:ext>
            </a:extLst>
          </p:cNvPr>
          <p:cNvSpPr>
            <a:spLocks noGrp="1"/>
          </p:cNvSpPr>
          <p:nvPr/>
        </p:nvSpPr>
        <p:spPr>
          <a:xfrm>
            <a:off x="7467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C32  柱形统计</a:t>
            </a:r>
          </a:p>
        </p:txBody>
      </p:sp>
      <p:grpSp>
        <p:nvGrpSpPr>
          <p:cNvPr id="127" name="柱形统计"/>
          <p:cNvGrpSpPr/>
          <p:nvPr/>
        </p:nvGrpSpPr>
        <p:grpSpPr>
          <a:xfrm>
            <a:off x="8020050" y="2552700"/>
            <a:ext cx="771525" cy="771525"/>
            <a:chOff x="8020050" y="2552700"/>
            <a:chExt cx="771525" cy="771525"/>
          </a:xfrm>
        </p:grpSpPr>
        <p:sp>
          <p:nvSpPr>
            <p:cNvPr id="39" name="instance.C32.59.axes.440">
              <a:extLst>
                <a:ext uri="{FF2B5EF4-FFF2-40B4-BE49-F238E27FC236}">
                  <a16:creationId id="{C0DF0B48-3F8F-4C11-B029-976430D85CDD}"/>
                </a:ext>
              </a:extLst>
            </p:cNvPr>
            <p:cNvSpPr>
              <a:spLocks noGrp="1"/>
            </p:cNvSpPr>
            <p:nvPr/>
          </p:nvSpPr>
          <p:spPr>
            <a:xfrm>
              <a:off x="8020050" y="2552700"/>
              <a:ext cx="771525" cy="771525"/>
            </a:xfrm>
            <a:custGeom>
              <a:pathLst>
                <a:path w="771525" h="771525">
                  <a:moveTo>
                    <a:pt x="0" y="0"/>
                  </a:moveTo>
                  <a:lnTo>
                    <a:pt x="0" y="771525"/>
                  </a:lnTo>
                  <a:lnTo>
                    <a:pt x="771525" y="771525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0" name="instance.C32.59.bar1.441">
              <a:extLst>
                <a:ext uri="{FF2B5EF4-FFF2-40B4-BE49-F238E27FC236}">
                  <a16:creationId id="{289F81CC-2896-4628-B113-2214788ADDF2}"/>
                </a:ext>
              </a:extLst>
            </p:cNvPr>
            <p:cNvSpPr>
              <a:spLocks noGrp="1"/>
            </p:cNvSpPr>
            <p:nvPr/>
          </p:nvSpPr>
          <p:spPr>
            <a:xfrm>
              <a:off x="8134350" y="2990850"/>
              <a:ext cx="133350" cy="333375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1" name="instance.C32.59.bar2.442">
              <a:extLst>
                <a:ext uri="{FF2B5EF4-FFF2-40B4-BE49-F238E27FC236}">
                  <a16:creationId id="{B35CF983-9AC0-49DE-868B-91D8DF424CC0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2809875"/>
              <a:ext cx="133350" cy="51435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2" name="instance.C32.59.bar3.443">
              <a:extLst>
                <a:ext uri="{FF2B5EF4-FFF2-40B4-BE49-F238E27FC236}">
                  <a16:creationId id="{1F0164BB-54EB-499F-9D37-7887D8136582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2628900"/>
              <a:ext cx="133350" cy="695325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43" name="gallery.chart-bars.note.444">
            <a:extLst>
              <a:ext uri="{FF2B5EF4-FFF2-40B4-BE49-F238E27FC236}">
                <a16:creationId id="{F8B07046-1ED0-49AE-ACA3-F54AAEDEE0BF}"/>
              </a:ext>
            </a:extLst>
          </p:cNvPr>
          <p:cNvSpPr>
            <a:spLocks noGrp="1"/>
          </p:cNvSpPr>
          <p:nvPr/>
        </p:nvSpPr>
        <p:spPr>
          <a:xfrm>
            <a:off x="7429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三根不同高度的柱形</a:t>
            </a:r>
          </a:p>
        </p:txBody>
      </p:sp>
      <p:sp>
        <p:nvSpPr>
          <p:cNvPr id="44" name="gallery.chip-core.frame.445">
            <a:extLst>
              <a:ext uri="{FF2B5EF4-FFF2-40B4-BE49-F238E27FC236}">
                <a16:creationId id="{182F957F-E613-4AC6-86A3-5782D9B47227}"/>
              </a:ext>
            </a:extLst>
          </p:cNvPr>
          <p:cNvSpPr>
            <a:spLocks noGrp="1"/>
          </p:cNvSpPr>
          <p:nvPr/>
        </p:nvSpPr>
        <p:spPr>
          <a:xfrm>
            <a:off x="9601200" y="18097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5" name="gallery.chip-core.heading.446">
            <a:extLst>
              <a:ext uri="{FF2B5EF4-FFF2-40B4-BE49-F238E27FC236}">
                <a16:creationId id="{8D2EAD66-0628-47D7-80E1-156D5D1FA32F}"/>
              </a:ext>
            </a:extLst>
          </p:cNvPr>
          <p:cNvSpPr>
            <a:spLocks noGrp="1"/>
          </p:cNvSpPr>
          <p:nvPr/>
        </p:nvSpPr>
        <p:spPr>
          <a:xfrm>
            <a:off x="9753600" y="18859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C33  芯片</a:t>
            </a:r>
          </a:p>
        </p:txBody>
      </p:sp>
      <p:grpSp>
        <p:nvGrpSpPr>
          <p:cNvPr id="128" name="芯片"/>
          <p:cNvGrpSpPr/>
          <p:nvPr/>
        </p:nvGrpSpPr>
        <p:grpSpPr>
          <a:xfrm>
            <a:off x="10267950" y="2543175"/>
            <a:ext cx="800100" cy="800100"/>
            <a:chOff x="10267950" y="2543175"/>
            <a:chExt cx="800100" cy="800100"/>
          </a:xfrm>
        </p:grpSpPr>
        <p:sp>
          <p:nvSpPr>
            <p:cNvPr id="46" name="instance.C33.60.pin.top0.447">
              <a:extLst>
                <a:ext uri="{FF2B5EF4-FFF2-40B4-BE49-F238E27FC236}">
                  <a16:creationId id="{4AC87D8A-8C0D-491B-95A7-5910EE862CFE}"/>
                </a:ext>
              </a:extLst>
            </p:cNvPr>
            <p:cNvSpPr>
              <a:spLocks noGrp="1"/>
            </p:cNvSpPr>
            <p:nvPr/>
          </p:nvSpPr>
          <p:spPr>
            <a:xfrm>
              <a:off x="10477500" y="254317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7" name="instance.C33.60.pin.bottom0.448">
              <a:extLst>
                <a:ext uri="{FF2B5EF4-FFF2-40B4-BE49-F238E27FC236}">
                  <a16:creationId id="{49B82F1D-7D18-4AB7-9272-B9BD8AE1E4FD}"/>
                </a:ext>
              </a:extLst>
            </p:cNvPr>
            <p:cNvSpPr>
              <a:spLocks noGrp="1"/>
            </p:cNvSpPr>
            <p:nvPr/>
          </p:nvSpPr>
          <p:spPr>
            <a:xfrm>
              <a:off x="10477500" y="320992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8" name="instance.C33.60.pin.left0.449">
              <a:extLst>
                <a:ext uri="{FF2B5EF4-FFF2-40B4-BE49-F238E27FC236}">
                  <a16:creationId id="{F7FCAF4F-9C9D-4022-8406-EC128FA2FF87}"/>
                </a:ext>
              </a:extLst>
            </p:cNvPr>
            <p:cNvSpPr>
              <a:spLocks noGrp="1"/>
            </p:cNvSpPr>
            <p:nvPr/>
          </p:nvSpPr>
          <p:spPr>
            <a:xfrm>
              <a:off x="10267950" y="2752725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9" name="instance.C33.60.pin.right0.450">
              <a:extLst>
                <a:ext uri="{FF2B5EF4-FFF2-40B4-BE49-F238E27FC236}">
                  <a16:creationId id="{E59C2726-1598-40BD-9FAB-CC846C012873}"/>
                </a:ext>
              </a:extLst>
            </p:cNvPr>
            <p:cNvSpPr>
              <a:spLocks noGrp="1"/>
            </p:cNvSpPr>
            <p:nvPr/>
          </p:nvSpPr>
          <p:spPr>
            <a:xfrm>
              <a:off x="10934700" y="2752725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0" name="instance.C33.60.pin.top1.451">
              <a:extLst>
                <a:ext uri="{FF2B5EF4-FFF2-40B4-BE49-F238E27FC236}">
                  <a16:creationId id="{FEB97CEA-5FA5-4F09-9428-9387EF5534A3}"/>
                </a:ext>
              </a:extLst>
            </p:cNvPr>
            <p:cNvSpPr>
              <a:spLocks noGrp="1"/>
            </p:cNvSpPr>
            <p:nvPr/>
          </p:nvSpPr>
          <p:spPr>
            <a:xfrm>
              <a:off x="10601325" y="254317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1" name="instance.C33.60.pin.bottom1.452">
              <a:extLst>
                <a:ext uri="{FF2B5EF4-FFF2-40B4-BE49-F238E27FC236}">
                  <a16:creationId id="{0B21EB5B-4482-44DD-BFA6-4E977DAF18C2}"/>
                </a:ext>
              </a:extLst>
            </p:cNvPr>
            <p:cNvSpPr>
              <a:spLocks noGrp="1"/>
            </p:cNvSpPr>
            <p:nvPr/>
          </p:nvSpPr>
          <p:spPr>
            <a:xfrm>
              <a:off x="10601325" y="320992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2" name="instance.C33.60.pin.left1.453">
              <a:extLst>
                <a:ext uri="{FF2B5EF4-FFF2-40B4-BE49-F238E27FC236}">
                  <a16:creationId id="{AD1B7033-BF23-421A-ABF0-3001977EA61B}"/>
                </a:ext>
              </a:extLst>
            </p:cNvPr>
            <p:cNvSpPr>
              <a:spLocks noGrp="1"/>
            </p:cNvSpPr>
            <p:nvPr/>
          </p:nvSpPr>
          <p:spPr>
            <a:xfrm>
              <a:off x="10267950" y="2876550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3" name="instance.C33.60.pin.right1.454">
              <a:extLst>
                <a:ext uri="{FF2B5EF4-FFF2-40B4-BE49-F238E27FC236}">
                  <a16:creationId id="{EF3C9EC1-BEA6-4850-A4AC-3AB2A870FD53}"/>
                </a:ext>
              </a:extLst>
            </p:cNvPr>
            <p:cNvSpPr>
              <a:spLocks noGrp="1"/>
            </p:cNvSpPr>
            <p:nvPr/>
          </p:nvSpPr>
          <p:spPr>
            <a:xfrm>
              <a:off x="10934700" y="2876550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4" name="instance.C33.60.pin.top2.455">
              <a:extLst>
                <a:ext uri="{FF2B5EF4-FFF2-40B4-BE49-F238E27FC236}">
                  <a16:creationId id="{B1959CDE-8690-4A3D-BD83-923529C3378A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254317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5" name="instance.C33.60.pin.bottom2.456">
              <a:extLst>
                <a:ext uri="{FF2B5EF4-FFF2-40B4-BE49-F238E27FC236}">
                  <a16:creationId id="{5E9EB3DC-427B-4709-A798-B66772E10908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320992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6" name="instance.C33.60.pin.left2.457">
              <a:extLst>
                <a:ext uri="{FF2B5EF4-FFF2-40B4-BE49-F238E27FC236}">
                  <a16:creationId id="{A00BAAAF-7287-45D2-AE38-D38F81391C3F}"/>
                </a:ext>
              </a:extLst>
            </p:cNvPr>
            <p:cNvSpPr>
              <a:spLocks noGrp="1"/>
            </p:cNvSpPr>
            <p:nvPr/>
          </p:nvSpPr>
          <p:spPr>
            <a:xfrm>
              <a:off x="10267950" y="3000375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7" name="instance.C33.60.pin.right2.458">
              <a:extLst>
                <a:ext uri="{FF2B5EF4-FFF2-40B4-BE49-F238E27FC236}">
                  <a16:creationId id="{A7E25815-EDF6-4AAF-BFCE-0F5B67AB3635}"/>
                </a:ext>
              </a:extLst>
            </p:cNvPr>
            <p:cNvSpPr>
              <a:spLocks noGrp="1"/>
            </p:cNvSpPr>
            <p:nvPr/>
          </p:nvSpPr>
          <p:spPr>
            <a:xfrm>
              <a:off x="10934700" y="3000375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8" name="instance.C33.60.pin.top3.459">
              <a:extLst>
                <a:ext uri="{FF2B5EF4-FFF2-40B4-BE49-F238E27FC236}">
                  <a16:creationId id="{C34795D6-D300-4AE4-B83C-1609D3B53E6F}"/>
                </a:ext>
              </a:extLst>
            </p:cNvPr>
            <p:cNvSpPr>
              <a:spLocks noGrp="1"/>
            </p:cNvSpPr>
            <p:nvPr/>
          </p:nvSpPr>
          <p:spPr>
            <a:xfrm>
              <a:off x="10848975" y="254317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9" name="instance.C33.60.pin.bottom3.460">
              <a:extLst>
                <a:ext uri="{FF2B5EF4-FFF2-40B4-BE49-F238E27FC236}">
                  <a16:creationId id="{0EF10CE2-16E8-4F5E-9550-72AB43E7A51F}"/>
                </a:ext>
              </a:extLst>
            </p:cNvPr>
            <p:cNvSpPr>
              <a:spLocks noGrp="1"/>
            </p:cNvSpPr>
            <p:nvPr/>
          </p:nvSpPr>
          <p:spPr>
            <a:xfrm>
              <a:off x="10848975" y="3209925"/>
              <a:ext cx="95" cy="133350"/>
            </a:xfrm>
            <a:custGeom>
              <a:pathLst>
                <a:path w="9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0" name="instance.C33.60.pin.left3.461">
              <a:extLst>
                <a:ext uri="{FF2B5EF4-FFF2-40B4-BE49-F238E27FC236}">
                  <a16:creationId id="{5CD5E5D7-D152-4365-973D-4C58B5A83013}"/>
                </a:ext>
              </a:extLst>
            </p:cNvPr>
            <p:cNvSpPr>
              <a:spLocks noGrp="1"/>
            </p:cNvSpPr>
            <p:nvPr/>
          </p:nvSpPr>
          <p:spPr>
            <a:xfrm>
              <a:off x="10267950" y="3124200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1" name="instance.C33.60.pin.right3.462">
              <a:extLst>
                <a:ext uri="{FF2B5EF4-FFF2-40B4-BE49-F238E27FC236}">
                  <a16:creationId id="{C804EC86-CF24-4B16-AFDD-9D7284757378}"/>
                </a:ext>
              </a:extLst>
            </p:cNvPr>
            <p:cNvSpPr>
              <a:spLocks noGrp="1"/>
            </p:cNvSpPr>
            <p:nvPr/>
          </p:nvSpPr>
          <p:spPr>
            <a:xfrm>
              <a:off x="10934700" y="3124200"/>
              <a:ext cx="133350" cy="95"/>
            </a:xfrm>
            <a:custGeom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2" name="instance.C33.60.body.463">
              <a:extLst>
                <a:ext uri="{FF2B5EF4-FFF2-40B4-BE49-F238E27FC236}">
                  <a16:creationId id="{5F7F1C16-08D0-43DC-A5DE-111A3C2643CE}"/>
                </a:ext>
              </a:extLst>
            </p:cNvPr>
            <p:cNvSpPr>
              <a:spLocks noGrp="1"/>
            </p:cNvSpPr>
            <p:nvPr/>
          </p:nvSpPr>
          <p:spPr>
            <a:xfrm>
              <a:off x="10401300" y="2676525"/>
              <a:ext cx="533400" cy="533400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3" name="instance.C33.60.core.464">
              <a:extLst>
                <a:ext uri="{FF2B5EF4-FFF2-40B4-BE49-F238E27FC236}">
                  <a16:creationId id="{85CC6858-9DF0-47E7-BD43-218ABF7255F5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2790825"/>
              <a:ext cx="304800" cy="30480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4" name="instance.C33.60.cell0.465">
              <a:extLst>
                <a:ext uri="{FF2B5EF4-FFF2-40B4-BE49-F238E27FC236}">
                  <a16:creationId id="{7320D903-3DC3-48E3-90BE-D6254E39EB0F}"/>
                </a:ext>
              </a:extLst>
            </p:cNvPr>
            <p:cNvSpPr>
              <a:spLocks noGrp="1"/>
            </p:cNvSpPr>
            <p:nvPr/>
          </p:nvSpPr>
          <p:spPr>
            <a:xfrm>
              <a:off x="10582275" y="2857500"/>
              <a:ext cx="47625" cy="4762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65" name="instance.C33.60.cell1.466">
              <a:extLst>
                <a:ext uri="{FF2B5EF4-FFF2-40B4-BE49-F238E27FC236}">
                  <a16:creationId id="{353EC617-3CA5-4578-B4D2-BA3611EAD6E2}"/>
                </a:ext>
              </a:extLst>
            </p:cNvPr>
            <p:cNvSpPr>
              <a:spLocks noGrp="1"/>
            </p:cNvSpPr>
            <p:nvPr/>
          </p:nvSpPr>
          <p:spPr>
            <a:xfrm>
              <a:off x="10706100" y="2857500"/>
              <a:ext cx="47625" cy="4762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66" name="instance.C33.60.cell2.467">
              <a:extLst>
                <a:ext uri="{FF2B5EF4-FFF2-40B4-BE49-F238E27FC236}">
                  <a16:creationId id="{0C4A360A-B94B-4260-9530-E8FDF592B608}"/>
                </a:ext>
              </a:extLst>
            </p:cNvPr>
            <p:cNvSpPr>
              <a:spLocks noGrp="1"/>
            </p:cNvSpPr>
            <p:nvPr/>
          </p:nvSpPr>
          <p:spPr>
            <a:xfrm>
              <a:off x="10582275" y="2981325"/>
              <a:ext cx="47625" cy="4762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67" name="instance.C33.60.cell3.468">
              <a:extLst>
                <a:ext uri="{FF2B5EF4-FFF2-40B4-BE49-F238E27FC236}">
                  <a16:creationId id="{B1F84667-0353-4390-A8DF-1E122EA68930}"/>
                </a:ext>
              </a:extLst>
            </p:cNvPr>
            <p:cNvSpPr>
              <a:spLocks noGrp="1"/>
            </p:cNvSpPr>
            <p:nvPr/>
          </p:nvSpPr>
          <p:spPr>
            <a:xfrm>
              <a:off x="10706100" y="2981325"/>
              <a:ext cx="47625" cy="47625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</p:grpSp>
      <p:sp>
        <p:nvSpPr>
          <p:cNvPr id="68" name="gallery.chip-core.note.469">
            <a:extLst>
              <a:ext uri="{FF2B5EF4-FFF2-40B4-BE49-F238E27FC236}">
                <a16:creationId id="{99C88E8E-2AF8-4833-95CC-08C44885E386}"/>
              </a:ext>
            </a:extLst>
          </p:cNvPr>
          <p:cNvSpPr>
            <a:spLocks noGrp="1"/>
          </p:cNvSpPr>
          <p:nvPr/>
        </p:nvSpPr>
        <p:spPr>
          <a:xfrm>
            <a:off x="9715500" y="37338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四侧引脚与中心核心</a:t>
            </a:r>
          </a:p>
        </p:txBody>
      </p:sp>
      <p:sp>
        <p:nvSpPr>
          <p:cNvPr id="69" name="gallery.clock-hourglass.frame.470">
            <a:extLst>
              <a:ext uri="{FF2B5EF4-FFF2-40B4-BE49-F238E27FC236}">
                <a16:creationId id="{7B60216B-75D8-48E3-B02E-38271A3781C3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70" name="gallery.clock-hourglass.heading.471">
            <a:extLst>
              <a:ext uri="{FF2B5EF4-FFF2-40B4-BE49-F238E27FC236}">
                <a16:creationId id="{B8355CE6-0384-4E84-BC6F-4F88D628918D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C29  沙漏</a:t>
            </a:r>
          </a:p>
        </p:txBody>
      </p:sp>
      <p:grpSp>
        <p:nvGrpSpPr>
          <p:cNvPr id="129" name="沙漏"/>
          <p:cNvGrpSpPr/>
          <p:nvPr/>
        </p:nvGrpSpPr>
        <p:grpSpPr>
          <a:xfrm>
            <a:off x="1238250" y="4991100"/>
            <a:ext cx="571500" cy="847725"/>
            <a:chOff x="1238250" y="4991100"/>
            <a:chExt cx="571500" cy="847725"/>
          </a:xfrm>
        </p:grpSpPr>
        <p:sp>
          <p:nvSpPr>
            <p:cNvPr id="71" name="instance.C29.61.glass.472">
              <a:extLst>
                <a:ext uri="{FF2B5EF4-FFF2-40B4-BE49-F238E27FC236}">
                  <a16:creationId id="{692A1CB9-A098-4F03-88DF-5100F037B302}"/>
                </a:ext>
              </a:extLst>
            </p:cNvPr>
            <p:cNvSpPr>
              <a:spLocks noGrp="1"/>
            </p:cNvSpPr>
            <p:nvPr/>
          </p:nvSpPr>
          <p:spPr>
            <a:xfrm>
              <a:off x="1295400" y="5076825"/>
              <a:ext cx="457200" cy="676275"/>
            </a:xfrm>
            <a:custGeom>
              <a:pathLst>
                <a:path w="457200" h="676275">
                  <a:moveTo>
                    <a:pt x="0" y="0"/>
                  </a:moveTo>
                  <a:lnTo>
                    <a:pt x="457200" y="0"/>
                  </a:lnTo>
                  <a:cubicBezTo>
                    <a:pt x="457200" y="161925"/>
                    <a:pt x="381000" y="238125"/>
                    <a:pt x="276225" y="338138"/>
                  </a:cubicBezTo>
                  <a:cubicBezTo>
                    <a:pt x="381000" y="438150"/>
                    <a:pt x="457200" y="514350"/>
                    <a:pt x="457200" y="676275"/>
                  </a:cubicBezTo>
                  <a:lnTo>
                    <a:pt x="0" y="676275"/>
                  </a:lnTo>
                  <a:cubicBezTo>
                    <a:pt x="0" y="514350"/>
                    <a:pt x="76200" y="438150"/>
                    <a:pt x="180975" y="338138"/>
                  </a:cubicBezTo>
                  <a:cubicBezTo>
                    <a:pt x="76200" y="238125"/>
                    <a:pt x="0" y="161925"/>
                    <a:pt x="0" y="0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2" name="instance.C29.61.top.473">
              <a:extLst>
                <a:ext uri="{FF2B5EF4-FFF2-40B4-BE49-F238E27FC236}">
                  <a16:creationId id="{F18E1FDE-DA6F-48D4-ABE6-8372053529C3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" y="4991100"/>
              <a:ext cx="571500" cy="7620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3" name="instance.C29.61.bottom.474">
              <a:extLst>
                <a:ext uri="{FF2B5EF4-FFF2-40B4-BE49-F238E27FC236}">
                  <a16:creationId id="{9288AE9F-A456-4392-AEA7-9B0B1548353E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" y="5762625"/>
              <a:ext cx="571500" cy="7620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74" name="instance.C29.61.sand.top.475">
              <a:extLst>
                <a:ext uri="{FF2B5EF4-FFF2-40B4-BE49-F238E27FC236}">
                  <a16:creationId id="{EF49FDD2-5604-43DF-B423-1232F9B15179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5162550"/>
              <a:ext cx="304800" cy="171450"/>
            </a:xfrm>
            <a:custGeom>
              <a:pathLst>
                <a:path w="304800" h="171450">
                  <a:moveTo>
                    <a:pt x="0" y="0"/>
                  </a:moveTo>
                  <a:lnTo>
                    <a:pt x="304800" y="0"/>
                  </a:lnTo>
                  <a:lnTo>
                    <a:pt x="152400" y="17145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75" name="instance.C29.61.sand.bottom.476">
              <a:extLst>
                <a:ext uri="{FF2B5EF4-FFF2-40B4-BE49-F238E27FC236}">
                  <a16:creationId id="{A8FC25E2-F8CE-42D7-84B7-9741BF289D74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5514975"/>
              <a:ext cx="304800" cy="180975"/>
            </a:xfrm>
            <a:custGeom>
              <a:pathLst>
                <a:path w="304800" h="180975">
                  <a:moveTo>
                    <a:pt x="152400" y="0"/>
                  </a:moveTo>
                  <a:lnTo>
                    <a:pt x="304800" y="180975"/>
                  </a:lnTo>
                  <a:lnTo>
                    <a:pt x="0" y="180975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76" name="instance.C29.61.sand.drop.477">
              <a:extLst>
                <a:ext uri="{FF2B5EF4-FFF2-40B4-BE49-F238E27FC236}">
                  <a16:creationId id="{EDBD68A0-46EE-4220-A2B2-7287F33AD8ED}"/>
                </a:ext>
              </a:extLst>
            </p:cNvPr>
            <p:cNvSpPr>
              <a:spLocks noGrp="1"/>
            </p:cNvSpPr>
            <p:nvPr/>
          </p:nvSpPr>
          <p:spPr>
            <a:xfrm>
              <a:off x="1524000" y="5372100"/>
              <a:ext cx="95" cy="95250"/>
            </a:xfrm>
            <a:custGeom>
              <a:pathLst>
                <a:path w="9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77" name="gallery.clock-hourglass.note.478">
            <a:extLst>
              <a:ext uri="{FF2B5EF4-FFF2-40B4-BE49-F238E27FC236}">
                <a16:creationId id="{5C53C99B-77F0-45CB-8693-2E53B2C1EBAA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上下沙室与收窄通道</a:t>
            </a:r>
          </a:p>
        </p:txBody>
      </p:sp>
      <p:sp>
        <p:nvSpPr>
          <p:cNvPr id="78" name="gallery.cloud-transfer.frame.479">
            <a:extLst>
              <a:ext uri="{FF2B5EF4-FFF2-40B4-BE49-F238E27FC236}">
                <a16:creationId id="{0DA140D1-6056-4FE8-BC98-DD3307D45525}"/>
              </a:ext>
            </a:extLst>
          </p:cNvPr>
          <p:cNvSpPr>
            <a:spLocks noGrp="1"/>
          </p:cNvSpPr>
          <p:nvPr/>
        </p:nvSpPr>
        <p:spPr>
          <a:xfrm>
            <a:off x="2743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79" name="gallery.cloud-transfer.heading.480">
            <a:extLst>
              <a:ext uri="{FF2B5EF4-FFF2-40B4-BE49-F238E27FC236}">
                <a16:creationId id="{4D43FF14-B422-4586-BFD6-AC27C653C038}"/>
              </a:ext>
            </a:extLst>
          </p:cNvPr>
          <p:cNvSpPr>
            <a:spLocks noGrp="1"/>
          </p:cNvSpPr>
          <p:nvPr/>
        </p:nvSpPr>
        <p:spPr>
          <a:xfrm>
            <a:off x="2895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C30  云端传输</a:t>
            </a:r>
          </a:p>
        </p:txBody>
      </p:sp>
      <p:grpSp>
        <p:nvGrpSpPr>
          <p:cNvPr id="130" name="云端传输"/>
          <p:cNvGrpSpPr/>
          <p:nvPr/>
        </p:nvGrpSpPr>
        <p:grpSpPr>
          <a:xfrm>
            <a:off x="3390900" y="5038725"/>
            <a:ext cx="838200" cy="800100"/>
            <a:chOff x="3390900" y="5038725"/>
            <a:chExt cx="838200" cy="800100"/>
          </a:xfrm>
        </p:grpSpPr>
        <p:sp>
          <p:nvSpPr>
            <p:cNvPr id="80" name="instance.C30.62.cloud.481">
              <a:extLst>
                <a:ext uri="{FF2B5EF4-FFF2-40B4-BE49-F238E27FC236}">
                  <a16:creationId id="{EE810D95-B435-4D91-95A5-7CAD25A27581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5038725"/>
              <a:ext cx="838200" cy="485775"/>
            </a:xfrm>
            <a:custGeom>
              <a:pathLst>
                <a:path w="838200" h="485775">
                  <a:moveTo>
                    <a:pt x="167640" y="485775"/>
                  </a:moveTo>
                  <a:cubicBezTo>
                    <a:pt x="58674" y="485775"/>
                    <a:pt x="0" y="408051"/>
                    <a:pt x="0" y="330327"/>
                  </a:cubicBezTo>
                  <a:cubicBezTo>
                    <a:pt x="0" y="242888"/>
                    <a:pt x="67056" y="174879"/>
                    <a:pt x="192786" y="174879"/>
                  </a:cubicBezTo>
                  <a:cubicBezTo>
                    <a:pt x="192786" y="63151"/>
                    <a:pt x="310134" y="0"/>
                    <a:pt x="435864" y="0"/>
                  </a:cubicBezTo>
                  <a:cubicBezTo>
                    <a:pt x="569976" y="0"/>
                    <a:pt x="653796" y="82582"/>
                    <a:pt x="662178" y="174879"/>
                  </a:cubicBezTo>
                  <a:cubicBezTo>
                    <a:pt x="762762" y="170021"/>
                    <a:pt x="838200" y="242888"/>
                    <a:pt x="838200" y="330327"/>
                  </a:cubicBezTo>
                  <a:cubicBezTo>
                    <a:pt x="838200" y="412909"/>
                    <a:pt x="762762" y="485775"/>
                    <a:pt x="645414" y="485775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1" name="instance.C30.62.upload.482">
              <a:extLst>
                <a:ext uri="{FF2B5EF4-FFF2-40B4-BE49-F238E27FC236}">
                  <a16:creationId id="{DDA6EA89-B1F3-407B-8935-876EF67C44EE}"/>
                </a:ext>
              </a:extLst>
            </p:cNvPr>
            <p:cNvSpPr>
              <a:spLocks noGrp="1"/>
            </p:cNvSpPr>
            <p:nvPr/>
          </p:nvSpPr>
          <p:spPr>
            <a:xfrm>
              <a:off x="3514725" y="5362575"/>
              <a:ext cx="247650" cy="409575"/>
            </a:xfrm>
            <a:custGeom>
              <a:pathLst>
                <a:path w="247650" h="409575">
                  <a:moveTo>
                    <a:pt x="123825" y="0"/>
                  </a:moveTo>
                  <a:lnTo>
                    <a:pt x="0" y="142875"/>
                  </a:lnTo>
                  <a:lnTo>
                    <a:pt x="66675" y="142875"/>
                  </a:lnTo>
                  <a:lnTo>
                    <a:pt x="66675" y="409575"/>
                  </a:lnTo>
                  <a:lnTo>
                    <a:pt x="180975" y="409575"/>
                  </a:lnTo>
                  <a:lnTo>
                    <a:pt x="180975" y="142875"/>
                  </a:lnTo>
                  <a:lnTo>
                    <a:pt x="247650" y="142875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2" name="instance.C30.62.download.483">
              <a:extLst>
                <a:ext uri="{FF2B5EF4-FFF2-40B4-BE49-F238E27FC236}">
                  <a16:creationId id="{C552B5E4-E12F-4750-9138-CA99CC598320}"/>
                </a:ext>
              </a:extLst>
            </p:cNvPr>
            <p:cNvSpPr>
              <a:spLocks noGrp="1"/>
            </p:cNvSpPr>
            <p:nvPr/>
          </p:nvSpPr>
          <p:spPr>
            <a:xfrm>
              <a:off x="3857625" y="5429250"/>
              <a:ext cx="247650" cy="409575"/>
            </a:xfrm>
            <a:custGeom>
              <a:pathLst>
                <a:path w="247650" h="409575">
                  <a:moveTo>
                    <a:pt x="123825" y="409575"/>
                  </a:moveTo>
                  <a:lnTo>
                    <a:pt x="0" y="266700"/>
                  </a:lnTo>
                  <a:lnTo>
                    <a:pt x="66675" y="266700"/>
                  </a:lnTo>
                  <a:lnTo>
                    <a:pt x="66675" y="0"/>
                  </a:lnTo>
                  <a:lnTo>
                    <a:pt x="180975" y="0"/>
                  </a:lnTo>
                  <a:lnTo>
                    <a:pt x="180975" y="266700"/>
                  </a:lnTo>
                  <a:lnTo>
                    <a:pt x="247650" y="266700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83" name="gallery.cloud-transfer.note.484">
            <a:extLst>
              <a:ext uri="{FF2B5EF4-FFF2-40B4-BE49-F238E27FC236}">
                <a16:creationId id="{107CD21C-734B-48C6-89E3-E4FB28625CB3}"/>
              </a:ext>
            </a:extLst>
          </p:cNvPr>
          <p:cNvSpPr>
            <a:spLocks noGrp="1"/>
          </p:cNvSpPr>
          <p:nvPr/>
        </p:nvSpPr>
        <p:spPr>
          <a:xfrm>
            <a:off x="2857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云下双向上传与下载</a:t>
            </a:r>
          </a:p>
        </p:txBody>
      </p:sp>
      <p:sp>
        <p:nvSpPr>
          <p:cNvPr id="84" name="gallery.folder-layered.frame.485">
            <a:extLst>
              <a:ext uri="{FF2B5EF4-FFF2-40B4-BE49-F238E27FC236}">
                <a16:creationId id="{81C44CCB-D7F1-4E87-AE76-E5961C4F2C54}"/>
              </a:ext>
            </a:extLst>
          </p:cNvPr>
          <p:cNvSpPr>
            <a:spLocks noGrp="1"/>
          </p:cNvSpPr>
          <p:nvPr/>
        </p:nvSpPr>
        <p:spPr>
          <a:xfrm>
            <a:off x="5029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85" name="gallery.folder-layered.heading.486">
            <a:extLst>
              <a:ext uri="{FF2B5EF4-FFF2-40B4-BE49-F238E27FC236}">
                <a16:creationId id="{97BC5043-79D6-4327-9FE9-DF6EA5B89FBF}"/>
              </a:ext>
            </a:extLst>
          </p:cNvPr>
          <p:cNvSpPr>
            <a:spLocks noGrp="1"/>
          </p:cNvSpPr>
          <p:nvPr/>
        </p:nvSpPr>
        <p:spPr>
          <a:xfrm>
            <a:off x="5181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C31  分层文件夹</a:t>
            </a:r>
          </a:p>
        </p:txBody>
      </p:sp>
      <p:grpSp>
        <p:nvGrpSpPr>
          <p:cNvPr id="131" name="分层文件夹"/>
          <p:cNvGrpSpPr/>
          <p:nvPr/>
        </p:nvGrpSpPr>
        <p:grpSpPr>
          <a:xfrm>
            <a:off x="5686425" y="5038725"/>
            <a:ext cx="809625" cy="800100"/>
            <a:chOff x="5686425" y="5038725"/>
            <a:chExt cx="809625" cy="800100"/>
          </a:xfrm>
        </p:grpSpPr>
        <p:sp>
          <p:nvSpPr>
            <p:cNvPr id="86" name="instance.C31.63.rear.487">
              <a:extLst>
                <a:ext uri="{FF2B5EF4-FFF2-40B4-BE49-F238E27FC236}">
                  <a16:creationId id="{22F27C0A-7D03-437F-B2C5-D8FF3442339E}"/>
                </a:ext>
              </a:extLst>
            </p:cNvPr>
            <p:cNvSpPr>
              <a:spLocks noGrp="1"/>
            </p:cNvSpPr>
            <p:nvPr/>
          </p:nvSpPr>
          <p:spPr>
            <a:xfrm>
              <a:off x="5819775" y="5038725"/>
              <a:ext cx="676275" cy="600075"/>
            </a:xfrm>
            <a:custGeom>
              <a:pathLst>
                <a:path w="676275" h="600075">
                  <a:moveTo>
                    <a:pt x="0" y="0"/>
                  </a:moveTo>
                  <a:lnTo>
                    <a:pt x="228600" y="0"/>
                  </a:lnTo>
                  <a:lnTo>
                    <a:pt x="323850" y="95250"/>
                  </a:lnTo>
                  <a:lnTo>
                    <a:pt x="676275" y="95250"/>
                  </a:lnTo>
                  <a:lnTo>
                    <a:pt x="676275" y="600075"/>
                  </a:lnTo>
                  <a:lnTo>
                    <a:pt x="0" y="600075"/>
                  </a:ln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7" name="instance.C31.63.middle.488">
              <a:extLst>
                <a:ext uri="{FF2B5EF4-FFF2-40B4-BE49-F238E27FC236}">
                  <a16:creationId id="{D7697F1F-D570-47BD-9E98-A0B1D2339CFC}"/>
                </a:ext>
              </a:extLst>
            </p:cNvPr>
            <p:cNvSpPr>
              <a:spLocks noGrp="1"/>
            </p:cNvSpPr>
            <p:nvPr/>
          </p:nvSpPr>
          <p:spPr>
            <a:xfrm>
              <a:off x="5753100" y="5153025"/>
              <a:ext cx="676275" cy="590550"/>
            </a:xfrm>
            <a:custGeom>
              <a:pathLst>
                <a:path w="676275" h="590550">
                  <a:moveTo>
                    <a:pt x="0" y="0"/>
                  </a:moveTo>
                  <a:lnTo>
                    <a:pt x="228600" y="0"/>
                  </a:lnTo>
                  <a:lnTo>
                    <a:pt x="323850" y="95250"/>
                  </a:lnTo>
                  <a:lnTo>
                    <a:pt x="676275" y="95250"/>
                  </a:lnTo>
                  <a:lnTo>
                    <a:pt x="67627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8" name="instance.C31.63.front.back.489">
              <a:extLst>
                <a:ext uri="{FF2B5EF4-FFF2-40B4-BE49-F238E27FC236}">
                  <a16:creationId id="{B4555860-83BF-4BAC-A1AD-1C1AD080195B}"/>
                </a:ext>
              </a:extLst>
            </p:cNvPr>
            <p:cNvSpPr>
              <a:spLocks noGrp="1"/>
            </p:cNvSpPr>
            <p:nvPr/>
          </p:nvSpPr>
          <p:spPr>
            <a:xfrm>
              <a:off x="5686425" y="5276850"/>
              <a:ext cx="676275" cy="552450"/>
            </a:xfrm>
            <a:custGeom>
              <a:pathLst>
                <a:path w="676275" h="552450">
                  <a:moveTo>
                    <a:pt x="0" y="0"/>
                  </a:moveTo>
                  <a:lnTo>
                    <a:pt x="228600" y="0"/>
                  </a:lnTo>
                  <a:lnTo>
                    <a:pt x="323850" y="95250"/>
                  </a:lnTo>
                  <a:lnTo>
                    <a:pt x="676275" y="95250"/>
                  </a:lnTo>
                  <a:lnTo>
                    <a:pt x="676275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89" name="instance.C31.63.front.face.490">
              <a:extLst>
                <a:ext uri="{FF2B5EF4-FFF2-40B4-BE49-F238E27FC236}">
                  <a16:creationId id="{5A4CC5D5-30EA-49F7-9FEA-4FAE748DA66D}"/>
                </a:ext>
              </a:extLst>
            </p:cNvPr>
            <p:cNvSpPr>
              <a:spLocks noGrp="1"/>
            </p:cNvSpPr>
            <p:nvPr/>
          </p:nvSpPr>
          <p:spPr>
            <a:xfrm>
              <a:off x="5686425" y="5467350"/>
              <a:ext cx="714375" cy="371475"/>
            </a:xfrm>
            <a:custGeom>
              <a:pathLst>
                <a:path w="714375" h="371475">
                  <a:moveTo>
                    <a:pt x="0" y="0"/>
                  </a:moveTo>
                  <a:lnTo>
                    <a:pt x="714375" y="0"/>
                  </a:lnTo>
                  <a:lnTo>
                    <a:pt x="647700" y="371475"/>
                  </a:lnTo>
                  <a:lnTo>
                    <a:pt x="0" y="371475"/>
                  </a:lnTo>
                  <a:close/>
                </a:path>
              </a:pathLst>
            </a:cu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90" name="gallery.folder-layered.note.491">
            <a:extLst>
              <a:ext uri="{FF2B5EF4-FFF2-40B4-BE49-F238E27FC236}">
                <a16:creationId id="{2CB17199-94A7-46C4-B15F-76E817655C74}"/>
              </a:ext>
            </a:extLst>
          </p:cNvPr>
          <p:cNvSpPr>
            <a:spLocks noGrp="1"/>
          </p:cNvSpPr>
          <p:nvPr/>
        </p:nvSpPr>
        <p:spPr>
          <a:xfrm>
            <a:off x="5143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多个页签与层叠前片</a:t>
            </a:r>
          </a:p>
        </p:txBody>
      </p:sp>
      <p:sp>
        <p:nvSpPr>
          <p:cNvPr id="91" name="gallery.chart-line.frame.492">
            <a:extLst>
              <a:ext uri="{FF2B5EF4-FFF2-40B4-BE49-F238E27FC236}">
                <a16:creationId id="{6E3D865F-D511-46C4-9FFD-35E9E75043F9}"/>
              </a:ext>
            </a:extLst>
          </p:cNvPr>
          <p:cNvSpPr>
            <a:spLocks noGrp="1"/>
          </p:cNvSpPr>
          <p:nvPr/>
        </p:nvSpPr>
        <p:spPr>
          <a:xfrm>
            <a:off x="7315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92" name="gallery.chart-line.heading.493">
            <a:extLst>
              <a:ext uri="{FF2B5EF4-FFF2-40B4-BE49-F238E27FC236}">
                <a16:creationId id="{CFEC8F25-C72D-4BE8-929F-2746D2D60F07}"/>
              </a:ext>
            </a:extLst>
          </p:cNvPr>
          <p:cNvSpPr>
            <a:spLocks noGrp="1"/>
          </p:cNvSpPr>
          <p:nvPr/>
        </p:nvSpPr>
        <p:spPr>
          <a:xfrm>
            <a:off x="7467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C32  折线统计</a:t>
            </a:r>
          </a:p>
        </p:txBody>
      </p:sp>
      <p:grpSp>
        <p:nvGrpSpPr>
          <p:cNvPr id="132" name="折线统计"/>
          <p:cNvGrpSpPr/>
          <p:nvPr/>
        </p:nvGrpSpPr>
        <p:grpSpPr>
          <a:xfrm>
            <a:off x="8020050" y="5029200"/>
            <a:ext cx="771525" cy="771525"/>
            <a:chOff x="8020050" y="5029200"/>
            <a:chExt cx="771525" cy="771525"/>
          </a:xfrm>
        </p:grpSpPr>
        <p:sp>
          <p:nvSpPr>
            <p:cNvPr id="93" name="instance.C32.64.area.494">
              <a:extLst>
                <a:ext uri="{FF2B5EF4-FFF2-40B4-BE49-F238E27FC236}">
                  <a16:creationId id="{07AA1EE4-6BB4-4BD0-9869-6752A794499A}"/>
                </a:ext>
              </a:extLst>
            </p:cNvPr>
            <p:cNvSpPr>
              <a:spLocks noGrp="1"/>
            </p:cNvSpPr>
            <p:nvPr/>
          </p:nvSpPr>
          <p:spPr>
            <a:xfrm>
              <a:off x="8124825" y="5143500"/>
              <a:ext cx="571500" cy="657225"/>
            </a:xfrm>
            <a:custGeom>
              <a:pathLst>
                <a:path w="571500" h="657225">
                  <a:moveTo>
                    <a:pt x="0" y="476250"/>
                  </a:moveTo>
                  <a:lnTo>
                    <a:pt x="180975" y="219075"/>
                  </a:lnTo>
                  <a:lnTo>
                    <a:pt x="361950" y="352425"/>
                  </a:lnTo>
                  <a:lnTo>
                    <a:pt x="571500" y="0"/>
                  </a:lnTo>
                  <a:lnTo>
                    <a:pt x="571500" y="657225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F2F7FB"/>
            </a:solidFill>
            <a:ln w="0">
              <a:noFill/>
              <a:prstDash val="solid"/>
            </a:ln>
          </p:spPr>
        </p:sp>
        <p:sp>
          <p:nvSpPr>
            <p:cNvPr id="94" name="instance.C32.64.axes.495">
              <a:extLst>
                <a:ext uri="{FF2B5EF4-FFF2-40B4-BE49-F238E27FC236}">
                  <a16:creationId id="{D854D1EE-B467-414E-A5F8-45273115EF4E}"/>
                </a:ext>
              </a:extLst>
            </p:cNvPr>
            <p:cNvSpPr>
              <a:spLocks noGrp="1"/>
            </p:cNvSpPr>
            <p:nvPr/>
          </p:nvSpPr>
          <p:spPr>
            <a:xfrm>
              <a:off x="8020050" y="5029200"/>
              <a:ext cx="771525" cy="771525"/>
            </a:xfrm>
            <a:custGeom>
              <a:pathLst>
                <a:path w="771525" h="771525">
                  <a:moveTo>
                    <a:pt x="0" y="0"/>
                  </a:moveTo>
                  <a:lnTo>
                    <a:pt x="0" y="771525"/>
                  </a:lnTo>
                  <a:lnTo>
                    <a:pt x="771525" y="771525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95" name="instance.C32.64.line.496">
              <a:extLst>
                <a:ext uri="{FF2B5EF4-FFF2-40B4-BE49-F238E27FC236}">
                  <a16:creationId id="{1C19D42D-83B8-4BBE-82FD-FB8EF376CFFA}"/>
                </a:ext>
              </a:extLst>
            </p:cNvPr>
            <p:cNvSpPr>
              <a:spLocks noGrp="1"/>
            </p:cNvSpPr>
            <p:nvPr/>
          </p:nvSpPr>
          <p:spPr>
            <a:xfrm>
              <a:off x="8124825" y="5143500"/>
              <a:ext cx="571500" cy="476250"/>
            </a:xfrm>
            <a:custGeom>
              <a:pathLst>
                <a:path w="571500" h="476250">
                  <a:moveTo>
                    <a:pt x="0" y="476250"/>
                  </a:moveTo>
                  <a:lnTo>
                    <a:pt x="180975" y="219075"/>
                  </a:lnTo>
                  <a:lnTo>
                    <a:pt x="361950" y="352425"/>
                  </a:ln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96" name="instance.C32.64.point0.497">
              <a:extLst>
                <a:ext uri="{FF2B5EF4-FFF2-40B4-BE49-F238E27FC236}">
                  <a16:creationId id="{BDA35157-F938-4C1C-89C2-1ED8C2F9F953}"/>
                </a:ext>
              </a:extLst>
            </p:cNvPr>
            <p:cNvSpPr>
              <a:spLocks noGrp="1"/>
            </p:cNvSpPr>
            <p:nvPr/>
          </p:nvSpPr>
          <p:spPr>
            <a:xfrm>
              <a:off x="8091488" y="5586413"/>
              <a:ext cx="66675" cy="66675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97" name="instance.C32.64.point1.498">
              <a:extLst>
                <a:ext uri="{FF2B5EF4-FFF2-40B4-BE49-F238E27FC236}">
                  <a16:creationId id="{951D655A-2F23-4711-A84D-E16C4186D921}"/>
                </a:ext>
              </a:extLst>
            </p:cNvPr>
            <p:cNvSpPr>
              <a:spLocks noGrp="1"/>
            </p:cNvSpPr>
            <p:nvPr/>
          </p:nvSpPr>
          <p:spPr>
            <a:xfrm>
              <a:off x="8272463" y="5329238"/>
              <a:ext cx="66675" cy="66675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98" name="instance.C32.64.point2.499">
              <a:extLst>
                <a:ext uri="{FF2B5EF4-FFF2-40B4-BE49-F238E27FC236}">
                  <a16:creationId id="{0575CD32-FBBB-4B70-A585-820B57664118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5462588"/>
              <a:ext cx="66675" cy="66675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99" name="instance.C32.64.point3.500">
              <a:extLst>
                <a:ext uri="{FF2B5EF4-FFF2-40B4-BE49-F238E27FC236}">
                  <a16:creationId id="{C70CB0A3-9B4E-4F48-A079-BD4FD1F20222}"/>
                </a:ext>
              </a:extLst>
            </p:cNvPr>
            <p:cNvSpPr>
              <a:spLocks noGrp="1"/>
            </p:cNvSpPr>
            <p:nvPr/>
          </p:nvSpPr>
          <p:spPr>
            <a:xfrm>
              <a:off x="8662988" y="5110163"/>
              <a:ext cx="66675" cy="66675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100" name="gallery.chart-line.note.501">
            <a:extLst>
              <a:ext uri="{FF2B5EF4-FFF2-40B4-BE49-F238E27FC236}">
                <a16:creationId id="{84290224-AEC5-475C-918F-0C1E404EA8D1}"/>
              </a:ext>
            </a:extLst>
          </p:cNvPr>
          <p:cNvSpPr>
            <a:spLocks noGrp="1"/>
          </p:cNvSpPr>
          <p:nvPr/>
        </p:nvSpPr>
        <p:spPr>
          <a:xfrm>
            <a:off x="7429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节点折线与坐标轴</a:t>
            </a:r>
          </a:p>
        </p:txBody>
      </p:sp>
      <p:sp>
        <p:nvSpPr>
          <p:cNvPr id="101" name="gallery.chip-circuit.frame.502">
            <a:extLst>
              <a:ext uri="{FF2B5EF4-FFF2-40B4-BE49-F238E27FC236}">
                <a16:creationId id="{5C5D1AAD-DCDC-4401-A0A1-D22EDE8144F6}"/>
              </a:ext>
            </a:extLst>
          </p:cNvPr>
          <p:cNvSpPr>
            <a:spLocks noGrp="1"/>
          </p:cNvSpPr>
          <p:nvPr/>
        </p:nvSpPr>
        <p:spPr>
          <a:xfrm>
            <a:off x="9601200" y="4286250"/>
            <a:ext cx="21336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02" name="gallery.chip-circuit.heading.503">
            <a:extLst>
              <a:ext uri="{FF2B5EF4-FFF2-40B4-BE49-F238E27FC236}">
                <a16:creationId id="{8C228F28-1667-422D-A9C0-3CCFFF90F5D0}"/>
              </a:ext>
            </a:extLst>
          </p:cNvPr>
          <p:cNvSpPr>
            <a:spLocks noGrp="1"/>
          </p:cNvSpPr>
          <p:nvPr/>
        </p:nvSpPr>
        <p:spPr>
          <a:xfrm>
            <a:off x="9753600" y="43624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C33  电路芯片</a:t>
            </a:r>
          </a:p>
        </p:txBody>
      </p:sp>
      <p:grpSp>
        <p:nvGrpSpPr>
          <p:cNvPr id="133" name="电路芯片"/>
          <p:cNvGrpSpPr/>
          <p:nvPr/>
        </p:nvGrpSpPr>
        <p:grpSpPr>
          <a:xfrm>
            <a:off x="10241756" y="5003006"/>
            <a:ext cx="871538" cy="842963"/>
            <a:chOff x="10241756" y="5003006"/>
            <a:chExt cx="871538" cy="842963"/>
          </a:xfrm>
        </p:grpSpPr>
        <p:sp>
          <p:nvSpPr>
            <p:cNvPr id="103" name="instance.C33.65.trace0.504">
              <a:extLst>
                <a:ext uri="{FF2B5EF4-FFF2-40B4-BE49-F238E27FC236}">
                  <a16:creationId id="{8F8D45D0-CA8C-4D5D-881E-FBBDD4D25191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5095875"/>
              <a:ext cx="180975" cy="200025"/>
            </a:xfrm>
            <a:custGeom>
              <a:pathLst>
                <a:path w="180975" h="200025">
                  <a:moveTo>
                    <a:pt x="180975" y="200025"/>
                  </a:moveTo>
                  <a:lnTo>
                    <a:pt x="95250" y="200025"/>
                  </a:lnTo>
                  <a:lnTo>
                    <a:pt x="95250" y="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04" name="instance.C33.65.terminal0.505">
              <a:extLst>
                <a:ext uri="{FF2B5EF4-FFF2-40B4-BE49-F238E27FC236}">
                  <a16:creationId id="{1373CC8C-F5C8-4BC4-A2AE-725F011BC794}"/>
                </a:ext>
              </a:extLst>
            </p:cNvPr>
            <p:cNvSpPr>
              <a:spLocks noGrp="1"/>
            </p:cNvSpPr>
            <p:nvPr/>
          </p:nvSpPr>
          <p:spPr>
            <a:xfrm>
              <a:off x="10260806" y="5069681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05" name="instance.C33.65.trace1.506">
              <a:extLst>
                <a:ext uri="{FF2B5EF4-FFF2-40B4-BE49-F238E27FC236}">
                  <a16:creationId id="{360B88A8-2B30-439F-A030-C1043FE077AF}"/>
                </a:ext>
              </a:extLst>
            </p:cNvPr>
            <p:cNvSpPr>
              <a:spLocks noGrp="1"/>
            </p:cNvSpPr>
            <p:nvPr/>
          </p:nvSpPr>
          <p:spPr>
            <a:xfrm>
              <a:off x="10267950" y="5524500"/>
              <a:ext cx="200025" cy="209550"/>
            </a:xfrm>
            <a:custGeom>
              <a:pathLst>
                <a:path w="200025" h="209550">
                  <a:moveTo>
                    <a:pt x="200025" y="0"/>
                  </a:moveTo>
                  <a:lnTo>
                    <a:pt x="95250" y="0"/>
                  </a:lnTo>
                  <a:lnTo>
                    <a:pt x="95250" y="209550"/>
                  </a:lnTo>
                  <a:lnTo>
                    <a:pt x="0" y="2095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06" name="instance.C33.65.terminal1.507">
              <a:extLst>
                <a:ext uri="{FF2B5EF4-FFF2-40B4-BE49-F238E27FC236}">
                  <a16:creationId id="{F78D382D-3515-4740-B3DF-B035806C1805}"/>
                </a:ext>
              </a:extLst>
            </p:cNvPr>
            <p:cNvSpPr>
              <a:spLocks noGrp="1"/>
            </p:cNvSpPr>
            <p:nvPr/>
          </p:nvSpPr>
          <p:spPr>
            <a:xfrm>
              <a:off x="10241756" y="5707856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07" name="instance.C33.65.trace2.508">
              <a:extLst>
                <a:ext uri="{FF2B5EF4-FFF2-40B4-BE49-F238E27FC236}">
                  <a16:creationId id="{01B526E6-22CE-4D8F-8B9D-AD9A84B17B5B}"/>
                </a:ext>
              </a:extLst>
            </p:cNvPr>
            <p:cNvSpPr>
              <a:spLocks noGrp="1"/>
            </p:cNvSpPr>
            <p:nvPr/>
          </p:nvSpPr>
          <p:spPr>
            <a:xfrm>
              <a:off x="10868025" y="5095875"/>
              <a:ext cx="200025" cy="200025"/>
            </a:xfrm>
            <a:custGeom>
              <a:pathLst>
                <a:path w="200025" h="200025">
                  <a:moveTo>
                    <a:pt x="0" y="200025"/>
                  </a:moveTo>
                  <a:lnTo>
                    <a:pt x="104775" y="200025"/>
                  </a:lnTo>
                  <a:lnTo>
                    <a:pt x="104775" y="0"/>
                  </a:lnTo>
                  <a:lnTo>
                    <a:pt x="200025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08" name="instance.C33.65.terminal2.509">
              <a:extLst>
                <a:ext uri="{FF2B5EF4-FFF2-40B4-BE49-F238E27FC236}">
                  <a16:creationId id="{FD11B716-3E3C-4A07-B3D4-A9B4B15A2422}"/>
                </a:ext>
              </a:extLst>
            </p:cNvPr>
            <p:cNvSpPr>
              <a:spLocks noGrp="1"/>
            </p:cNvSpPr>
            <p:nvPr/>
          </p:nvSpPr>
          <p:spPr>
            <a:xfrm>
              <a:off x="11041856" y="5069681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09" name="instance.C33.65.trace3.510">
              <a:extLst>
                <a:ext uri="{FF2B5EF4-FFF2-40B4-BE49-F238E27FC236}">
                  <a16:creationId id="{E84A4AAA-FCD7-4CC1-ACDE-E0804779CF2C}"/>
                </a:ext>
              </a:extLst>
            </p:cNvPr>
            <p:cNvSpPr>
              <a:spLocks noGrp="1"/>
            </p:cNvSpPr>
            <p:nvPr/>
          </p:nvSpPr>
          <p:spPr>
            <a:xfrm>
              <a:off x="10868025" y="5524500"/>
              <a:ext cx="219075" cy="209550"/>
            </a:xfrm>
            <a:custGeom>
              <a:pathLst>
                <a:path w="219075" h="209550">
                  <a:moveTo>
                    <a:pt x="0" y="0"/>
                  </a:moveTo>
                  <a:lnTo>
                    <a:pt x="123825" y="0"/>
                  </a:lnTo>
                  <a:lnTo>
                    <a:pt x="123825" y="209550"/>
                  </a:lnTo>
                  <a:lnTo>
                    <a:pt x="219075" y="20955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10" name="instance.C33.65.terminal3.511">
              <a:extLst>
                <a:ext uri="{FF2B5EF4-FFF2-40B4-BE49-F238E27FC236}">
                  <a16:creationId id="{849B1CB5-71B2-4669-A5B9-D37CAF11054B}"/>
                </a:ext>
              </a:extLst>
            </p:cNvPr>
            <p:cNvSpPr>
              <a:spLocks noGrp="1"/>
            </p:cNvSpPr>
            <p:nvPr/>
          </p:nvSpPr>
          <p:spPr>
            <a:xfrm>
              <a:off x="11060906" y="5707856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11" name="instance.C33.65.trace4.512">
              <a:extLst>
                <a:ext uri="{FF2B5EF4-FFF2-40B4-BE49-F238E27FC236}">
                  <a16:creationId id="{AD5DFDFA-6969-4489-9587-AE68C9C310C6}"/>
                </a:ext>
              </a:extLst>
            </p:cNvPr>
            <p:cNvSpPr>
              <a:spLocks noGrp="1"/>
            </p:cNvSpPr>
            <p:nvPr/>
          </p:nvSpPr>
          <p:spPr>
            <a:xfrm>
              <a:off x="10601325" y="5029200"/>
              <a:ext cx="95" cy="161925"/>
            </a:xfrm>
            <a:custGeom>
              <a:pathLst>
                <a:path w="95" h="161925">
                  <a:moveTo>
                    <a:pt x="0" y="16192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12" name="instance.C33.65.terminal4.513">
              <a:extLst>
                <a:ext uri="{FF2B5EF4-FFF2-40B4-BE49-F238E27FC236}">
                  <a16:creationId id="{B1C14E55-7E6C-4F68-BC45-43C54C381C74}"/>
                </a:ext>
              </a:extLst>
            </p:cNvPr>
            <p:cNvSpPr>
              <a:spLocks noGrp="1"/>
            </p:cNvSpPr>
            <p:nvPr/>
          </p:nvSpPr>
          <p:spPr>
            <a:xfrm>
              <a:off x="10575131" y="5003006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13" name="instance.C33.65.trace5.514">
              <a:extLst>
                <a:ext uri="{FF2B5EF4-FFF2-40B4-BE49-F238E27FC236}">
                  <a16:creationId id="{91103549-C2DF-4666-9E72-227E58EB0107}"/>
                </a:ext>
              </a:extLst>
            </p:cNvPr>
            <p:cNvSpPr>
              <a:spLocks noGrp="1"/>
            </p:cNvSpPr>
            <p:nvPr/>
          </p:nvSpPr>
          <p:spPr>
            <a:xfrm>
              <a:off x="10734675" y="5629275"/>
              <a:ext cx="95" cy="190500"/>
            </a:xfrm>
            <a:custGeom>
              <a:pathLst>
                <a:path w="9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14" name="instance.C33.65.terminal5.515">
              <a:extLst>
                <a:ext uri="{FF2B5EF4-FFF2-40B4-BE49-F238E27FC236}">
                  <a16:creationId id="{681B4DC3-1E96-4EC3-AD09-12050ECE08E4}"/>
                </a:ext>
              </a:extLst>
            </p:cNvPr>
            <p:cNvSpPr>
              <a:spLocks noGrp="1"/>
            </p:cNvSpPr>
            <p:nvPr/>
          </p:nvSpPr>
          <p:spPr>
            <a:xfrm>
              <a:off x="10708481" y="5793581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15" name="instance.C33.65.trace6.516">
              <a:extLst>
                <a:ext uri="{FF2B5EF4-FFF2-40B4-BE49-F238E27FC236}">
                  <a16:creationId id="{7F5C0951-7803-40D8-8052-A157208F12FC}"/>
                </a:ext>
              </a:extLst>
            </p:cNvPr>
            <p:cNvSpPr>
              <a:spLocks noGrp="1"/>
            </p:cNvSpPr>
            <p:nvPr/>
          </p:nvSpPr>
          <p:spPr>
            <a:xfrm>
              <a:off x="10267950" y="5410200"/>
              <a:ext cx="200025" cy="95"/>
            </a:xfrm>
            <a:custGeom>
              <a:pathLst>
                <a:path w="200025" h="95">
                  <a:moveTo>
                    <a:pt x="200025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16" name="instance.C33.65.terminal6.517">
              <a:extLst>
                <a:ext uri="{FF2B5EF4-FFF2-40B4-BE49-F238E27FC236}">
                  <a16:creationId id="{7680114C-750B-4759-BA6F-3DF54CA9D8EF}"/>
                </a:ext>
              </a:extLst>
            </p:cNvPr>
            <p:cNvSpPr>
              <a:spLocks noGrp="1"/>
            </p:cNvSpPr>
            <p:nvPr/>
          </p:nvSpPr>
          <p:spPr>
            <a:xfrm>
              <a:off x="10241756" y="5384006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17" name="instance.C33.65.trace7.518">
              <a:extLst>
                <a:ext uri="{FF2B5EF4-FFF2-40B4-BE49-F238E27FC236}">
                  <a16:creationId id="{D44B68C9-90C4-4870-A38F-C4CA7A166A4C}"/>
                </a:ext>
              </a:extLst>
            </p:cNvPr>
            <p:cNvSpPr>
              <a:spLocks noGrp="1"/>
            </p:cNvSpPr>
            <p:nvPr/>
          </p:nvSpPr>
          <p:spPr>
            <a:xfrm>
              <a:off x="10868025" y="5410200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18" name="instance.C33.65.terminal7.519">
              <a:extLst>
                <a:ext uri="{FF2B5EF4-FFF2-40B4-BE49-F238E27FC236}">
                  <a16:creationId id="{6665F12F-B4A8-4509-885F-A6A158AF2E62}"/>
                </a:ext>
              </a:extLst>
            </p:cNvPr>
            <p:cNvSpPr>
              <a:spLocks noGrp="1"/>
            </p:cNvSpPr>
            <p:nvPr/>
          </p:nvSpPr>
          <p:spPr>
            <a:xfrm>
              <a:off x="11041856" y="5384006"/>
              <a:ext cx="52388" cy="5238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19" name="instance.C33.65.body.520">
              <a:extLst>
                <a:ext uri="{FF2B5EF4-FFF2-40B4-BE49-F238E27FC236}">
                  <a16:creationId id="{C9C26AAC-7A3E-4656-8F11-77D88B477C25}"/>
                </a:ext>
              </a:extLst>
            </p:cNvPr>
            <p:cNvSpPr>
              <a:spLocks noGrp="1"/>
            </p:cNvSpPr>
            <p:nvPr/>
          </p:nvSpPr>
          <p:spPr>
            <a:xfrm>
              <a:off x="10467975" y="5191125"/>
              <a:ext cx="400050" cy="438150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20" name="instance.C33.65.core.521">
              <a:extLst>
                <a:ext uri="{FF2B5EF4-FFF2-40B4-BE49-F238E27FC236}">
                  <a16:creationId id="{167FFA8A-5C2A-40E4-AA34-3604017D26FA}"/>
                </a:ext>
              </a:extLst>
            </p:cNvPr>
            <p:cNvSpPr>
              <a:spLocks noGrp="1"/>
            </p:cNvSpPr>
            <p:nvPr/>
          </p:nvSpPr>
          <p:spPr>
            <a:xfrm>
              <a:off x="10572750" y="5305425"/>
              <a:ext cx="190500" cy="209550"/>
            </a:xfrm>
            <a:prstGeom prst="rect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121" name="gallery.chip-circuit.note.522">
            <a:extLst>
              <a:ext uri="{FF2B5EF4-FFF2-40B4-BE49-F238E27FC236}">
                <a16:creationId id="{F4C76F02-3D75-4714-A49F-111CCF880A81}"/>
              </a:ext>
            </a:extLst>
          </p:cNvPr>
          <p:cNvSpPr>
            <a:spLocks noGrp="1"/>
          </p:cNvSpPr>
          <p:nvPr/>
        </p:nvSpPr>
        <p:spPr>
          <a:xfrm>
            <a:off x="9715500" y="62103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芯片连接分支电路</a:t>
            </a:r>
          </a:p>
        </p:txBody>
      </p:sp>
      <p:sp>
        <p:nvSpPr>
          <p:cNvPr id="134" name="navigation.rule.2664">
            <a:extLst>
              <a:ext uri="{FF2B5EF4-FFF2-40B4-BE49-F238E27FC236}">
                <a16:creationId id="{946B8A8E-45DC-47C1-9453-87C880581D8D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35" name="navigation.section.2665">
            <a:extLst>
              <a:ext uri="{FF2B5EF4-FFF2-40B4-BE49-F238E27FC236}">
                <a16:creationId id="{802C7E86-E4A2-4D7D-886E-BEE7CAA4951D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136" name="navigation.page.2666">
            <a:extLst>
              <a:ext uri="{FF2B5EF4-FFF2-40B4-BE49-F238E27FC236}">
                <a16:creationId id="{5AB643B8-D4A1-4B79-A9AA-36C91DD4CDF4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14 / 53</a:t>
            </a:r>
          </a:p>
        </p:txBody>
      </p:sp>
    </p:spTree>
    <p:extLst>
      <p:ext uri="{BB962C8B-B14F-4D97-AF65-F5344CB8AC3E}">
        <p14:creationId val="1212243918"/>
      </p:ext>
    </p:extLst>
  </p:cSld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3" name="3.6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2" name="header.accent.523">
              <a:extLst>
                <a:ext uri="{FF2B5EF4-FFF2-40B4-BE49-F238E27FC236}">
                  <a16:creationId id="{66A1EBEF-857B-429A-8550-2B7AAFE6425A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524">
              <a:extLst>
                <a:ext uri="{FF2B5EF4-FFF2-40B4-BE49-F238E27FC236}">
                  <a16:creationId id="{74DAD26F-A3F3-40BB-8AC8-1B7F3795011A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3.6</a:t>
              </a:r>
            </a:p>
          </p:txBody>
        </p:sp>
        <p:sp>
          <p:nvSpPr>
            <p:cNvPr id="3" name="header.gradient.525">
              <a:extLst>
                <a:ext uri="{FF2B5EF4-FFF2-40B4-BE49-F238E27FC236}">
                  <a16:creationId id="{F0C2934D-3EAB-4CED-9DB0-352EDC977E5D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526">
              <a:extLst>
                <a:ext uri="{FF2B5EF4-FFF2-40B4-BE49-F238E27FC236}">
                  <a16:creationId id="{F019F79D-ADF4-42B5-8093-B1E3E45448DE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标签轮廓补充</a:t>
              </a:r>
            </a:p>
          </p:txBody>
        </p:sp>
        <p:sp>
          <p:nvSpPr>
            <p:cNvPr id="5" name="header.library.527">
              <a:extLst>
                <a:ext uri="{FF2B5EF4-FFF2-40B4-BE49-F238E27FC236}">
                  <a16:creationId id="{AB6F4490-53B8-445A-B6FD-9890239D2E0E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4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528">
              <a:extLst>
                <a:ext uri="{FF2B5EF4-FFF2-40B4-BE49-F238E27FC236}">
                  <a16:creationId id="{7C24E079-FCED-4D1A-98B8-AA35417F14D3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529">
              <a:extLst>
                <a:ext uri="{FF2B5EF4-FFF2-40B4-BE49-F238E27FC236}">
                  <a16:creationId id="{591C01BB-BD55-4685-80C5-36AC05517F8A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530">
              <a:extLst>
                <a:ext uri="{FF2B5EF4-FFF2-40B4-BE49-F238E27FC236}">
                  <a16:creationId id="{7C56A9E8-3762-4B74-B71E-D37DBEF75310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531">
              <a:extLst>
                <a:ext uri="{FF2B5EF4-FFF2-40B4-BE49-F238E27FC236}">
                  <a16:creationId id="{56FA35AC-BB39-465E-88B5-853FFAE382DE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斜边、多边形、双缺口、尖尾、内嵌边与底线形成六种标签轮廓。</a:t>
              </a:r>
            </a:p>
          </p:txBody>
        </p:sp>
      </p:grpSp>
      <p:sp>
        <p:nvSpPr>
          <p:cNvPr id="10" name="gallery.slanted.frame.532">
            <a:extLst>
              <a:ext uri="{FF2B5EF4-FFF2-40B4-BE49-F238E27FC236}">
                <a16:creationId id="{B6B6FD0C-B47C-4CE9-9C88-4D4DE97BF3A8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slanted.heading.533">
            <a:extLst>
              <a:ext uri="{FF2B5EF4-FFF2-40B4-BE49-F238E27FC236}">
                <a16:creationId id="{8E2395F9-0367-4C53-B45F-1B127BA3379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平行四边形标签</a:t>
            </a:r>
          </a:p>
        </p:txBody>
      </p:sp>
      <p:grpSp>
        <p:nvGrpSpPr>
          <p:cNvPr id="45" name="平行四边形标签"/>
          <p:cNvGrpSpPr/>
          <p:nvPr/>
        </p:nvGrpSpPr>
        <p:grpSpPr>
          <a:xfrm>
            <a:off x="962025" y="2590800"/>
            <a:ext cx="2571750" cy="762000"/>
            <a:chOff x="962025" y="2590800"/>
            <a:chExt cx="2571750" cy="762000"/>
          </a:xfrm>
        </p:grpSpPr>
        <p:sp>
          <p:nvSpPr>
            <p:cNvPr id="12" name="instance.C03.66.body.534">
              <a:extLst>
                <a:ext uri="{FF2B5EF4-FFF2-40B4-BE49-F238E27FC236}">
                  <a16:creationId id="{794B5E4E-3777-402D-B5C2-61B4D5A03FD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2590800"/>
              <a:ext cx="2571750" cy="762000"/>
            </a:xfrm>
            <a:custGeom>
              <a:pathLst>
                <a:path w="2571750" h="762000">
                  <a:moveTo>
                    <a:pt x="274320" y="0"/>
                  </a:moveTo>
                  <a:lnTo>
                    <a:pt x="2571750" y="0"/>
                  </a:lnTo>
                  <a:lnTo>
                    <a:pt x="229743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3" name="instance.C03.66.label.535">
              <a:extLst>
                <a:ext uri="{FF2B5EF4-FFF2-40B4-BE49-F238E27FC236}">
                  <a16:creationId id="{41BB0D07-6876-4088-BE2A-B0E5B6403D1F}"/>
                </a:ext>
              </a:extLst>
            </p:cNvPr>
            <p:cNvSpPr>
              <a:spLocks noGrp="1"/>
            </p:cNvSpPr>
            <p:nvPr/>
          </p:nvSpPr>
          <p:spPr>
            <a:xfrm>
              <a:off x="1331595" y="2638425"/>
              <a:ext cx="183261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14" name="gallery.slanted.note.536">
            <a:extLst>
              <a:ext uri="{FF2B5EF4-FFF2-40B4-BE49-F238E27FC236}">
                <a16:creationId id="{48B14138-E7EB-4895-AE10-CBADBA3F2AFE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两侧采用同向斜边</a:t>
            </a:r>
          </a:p>
        </p:txBody>
      </p:sp>
      <p:sp>
        <p:nvSpPr>
          <p:cNvPr id="15" name="gallery.hexagon.frame.537">
            <a:extLst>
              <a:ext uri="{FF2B5EF4-FFF2-40B4-BE49-F238E27FC236}">
                <a16:creationId id="{3E43E493-4FEC-4BF5-88F3-558C96BD2B8A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6" name="gallery.hexagon.heading.538">
            <a:extLst>
              <a:ext uri="{FF2B5EF4-FFF2-40B4-BE49-F238E27FC236}">
                <a16:creationId id="{865CB939-72EE-494C-9207-3AA7363AD309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六边形标签</a:t>
            </a:r>
          </a:p>
        </p:txBody>
      </p:sp>
      <p:grpSp>
        <p:nvGrpSpPr>
          <p:cNvPr id="46" name="六边形标签"/>
          <p:cNvGrpSpPr/>
          <p:nvPr/>
        </p:nvGrpSpPr>
        <p:grpSpPr>
          <a:xfrm>
            <a:off x="4810125" y="2590800"/>
            <a:ext cx="2571750" cy="762000"/>
            <a:chOff x="4810125" y="2590800"/>
            <a:chExt cx="2571750" cy="762000"/>
          </a:xfrm>
        </p:grpSpPr>
        <p:sp>
          <p:nvSpPr>
            <p:cNvPr id="17" name="instance.C03.67.body.539">
              <a:extLst>
                <a:ext uri="{FF2B5EF4-FFF2-40B4-BE49-F238E27FC236}">
                  <a16:creationId id="{47CBEDA7-8558-4B96-884C-5A01B79D7107}"/>
                </a:ext>
              </a:extLst>
            </p:cNvPr>
            <p:cNvSpPr>
              <a:spLocks noGrp="1"/>
            </p:cNvSpPr>
            <p:nvPr/>
          </p:nvSpPr>
          <p:spPr>
            <a:xfrm>
              <a:off x="4810125" y="2590800"/>
              <a:ext cx="2571750" cy="762000"/>
            </a:xfrm>
            <a:custGeom>
              <a:pathLst>
                <a:path w="2571750" h="762000">
                  <a:moveTo>
                    <a:pt x="320040" y="0"/>
                  </a:moveTo>
                  <a:lnTo>
                    <a:pt x="2251710" y="0"/>
                  </a:lnTo>
                  <a:lnTo>
                    <a:pt x="2571750" y="381000"/>
                  </a:lnTo>
                  <a:lnTo>
                    <a:pt x="2251710" y="762000"/>
                  </a:lnTo>
                  <a:lnTo>
                    <a:pt x="32004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8" name="instance.C03.67.label.540">
              <a:extLst>
                <a:ext uri="{FF2B5EF4-FFF2-40B4-BE49-F238E27FC236}">
                  <a16:creationId id="{024B14CF-DD03-4ACB-8230-075A7C7A7AC7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2638425"/>
              <a:ext cx="179832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19" name="gallery.hexagon.note.541">
            <a:extLst>
              <a:ext uri="{FF2B5EF4-FFF2-40B4-BE49-F238E27FC236}">
                <a16:creationId id="{FE19A270-E0BD-476D-92FA-3023125205EE}"/>
              </a:ext>
            </a:extLst>
          </p:cNvPr>
          <p:cNvSpPr>
            <a:spLocks noGrp="1"/>
          </p:cNvSpPr>
          <p:nvPr/>
        </p:nvSpPr>
        <p:spPr>
          <a:xfrm>
            <a:off x="44196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两侧对称收尖的六边轮廓</a:t>
            </a:r>
          </a:p>
        </p:txBody>
      </p:sp>
      <p:sp>
        <p:nvSpPr>
          <p:cNvPr id="20" name="gallery.double-notch.frame.542">
            <a:extLst>
              <a:ext uri="{FF2B5EF4-FFF2-40B4-BE49-F238E27FC236}">
                <a16:creationId id="{C08A8F51-BF27-4B3C-8C2E-650E49A0B66F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gallery.double-notch.heading.543">
            <a:extLst>
              <a:ext uri="{FF2B5EF4-FFF2-40B4-BE49-F238E27FC236}">
                <a16:creationId id="{DB942E44-2D58-4115-A5E2-061813912ED9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双燕尾标签</a:t>
            </a:r>
          </a:p>
        </p:txBody>
      </p:sp>
      <p:grpSp>
        <p:nvGrpSpPr>
          <p:cNvPr id="47" name="双燕尾标签"/>
          <p:cNvGrpSpPr/>
          <p:nvPr/>
        </p:nvGrpSpPr>
        <p:grpSpPr>
          <a:xfrm>
            <a:off x="8658225" y="2590800"/>
            <a:ext cx="2571750" cy="762000"/>
            <a:chOff x="8658225" y="2590800"/>
            <a:chExt cx="2571750" cy="762000"/>
          </a:xfrm>
        </p:grpSpPr>
        <p:sp>
          <p:nvSpPr>
            <p:cNvPr id="22" name="instance.C03.68.body.544">
              <a:extLst>
                <a:ext uri="{FF2B5EF4-FFF2-40B4-BE49-F238E27FC236}">
                  <a16:creationId id="{0969581E-59A9-432B-B1F3-966CF1959B0C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2590800"/>
              <a:ext cx="2571750" cy="762000"/>
            </a:xfrm>
            <a:custGeom>
              <a:pathLst>
                <a:path w="2571750" h="762000">
                  <a:moveTo>
                    <a:pt x="0" y="0"/>
                  </a:moveTo>
                  <a:lnTo>
                    <a:pt x="2571750" y="0"/>
                  </a:lnTo>
                  <a:lnTo>
                    <a:pt x="2314575" y="381000"/>
                  </a:lnTo>
                  <a:lnTo>
                    <a:pt x="2571750" y="762000"/>
                  </a:lnTo>
                  <a:lnTo>
                    <a:pt x="0" y="762000"/>
                  </a:lnTo>
                  <a:lnTo>
                    <a:pt x="257175" y="3810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3" name="instance.C03.68.label.545">
              <a:extLst>
                <a:ext uri="{FF2B5EF4-FFF2-40B4-BE49-F238E27FC236}">
                  <a16:creationId id="{B71449C2-E8FE-4500-A6DE-BB1E9FA033AE}"/>
                </a:ext>
              </a:extLst>
            </p:cNvPr>
            <p:cNvSpPr>
              <a:spLocks noGrp="1"/>
            </p:cNvSpPr>
            <p:nvPr/>
          </p:nvSpPr>
          <p:spPr>
            <a:xfrm>
              <a:off x="9010650" y="2638425"/>
              <a:ext cx="186690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24" name="gallery.double-notch.note.546">
            <a:extLst>
              <a:ext uri="{FF2B5EF4-FFF2-40B4-BE49-F238E27FC236}">
                <a16:creationId id="{B61D7770-2127-470B-B848-4DF11A1B740E}"/>
              </a:ext>
            </a:extLst>
          </p:cNvPr>
          <p:cNvSpPr>
            <a:spLocks noGrp="1"/>
          </p:cNvSpPr>
          <p:nvPr/>
        </p:nvSpPr>
        <p:spPr>
          <a:xfrm>
            <a:off x="82677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左右两端均为 V 形内凹</a:t>
            </a:r>
          </a:p>
        </p:txBody>
      </p:sp>
      <p:sp>
        <p:nvSpPr>
          <p:cNvPr id="25" name="gallery.flag-end.frame.547">
            <a:extLst>
              <a:ext uri="{FF2B5EF4-FFF2-40B4-BE49-F238E27FC236}">
                <a16:creationId id="{61BB6471-7475-4EDE-9DAA-018A48710DB7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6" name="gallery.flag-end.heading.548">
            <a:extLst>
              <a:ext uri="{FF2B5EF4-FFF2-40B4-BE49-F238E27FC236}">
                <a16:creationId id="{AE34122D-C32C-4AAB-87EF-475FB9CFE615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旗形尖尾标签</a:t>
            </a:r>
          </a:p>
        </p:txBody>
      </p:sp>
      <p:grpSp>
        <p:nvGrpSpPr>
          <p:cNvPr id="48" name="旗形尖尾标签"/>
          <p:cNvGrpSpPr/>
          <p:nvPr/>
        </p:nvGrpSpPr>
        <p:grpSpPr>
          <a:xfrm>
            <a:off x="962025" y="5067300"/>
            <a:ext cx="2571750" cy="762000"/>
            <a:chOff x="962025" y="5067300"/>
            <a:chExt cx="2571750" cy="762000"/>
          </a:xfrm>
        </p:grpSpPr>
        <p:sp>
          <p:nvSpPr>
            <p:cNvPr id="27" name="instance.C03.69.body.549">
              <a:extLst>
                <a:ext uri="{FF2B5EF4-FFF2-40B4-BE49-F238E27FC236}">
                  <a16:creationId id="{E0C2BFF8-B438-48EC-AB94-0EA363486B1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5067300"/>
              <a:ext cx="2571750" cy="762000"/>
            </a:xfrm>
            <a:custGeom>
              <a:pathLst>
                <a:path w="2571750" h="762000">
                  <a:moveTo>
                    <a:pt x="0" y="0"/>
                  </a:moveTo>
                  <a:lnTo>
                    <a:pt x="2228850" y="0"/>
                  </a:lnTo>
                  <a:lnTo>
                    <a:pt x="2571750" y="381000"/>
                  </a:lnTo>
                  <a:lnTo>
                    <a:pt x="222885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8" name="instance.C03.69.label.550">
              <a:extLst>
                <a:ext uri="{FF2B5EF4-FFF2-40B4-BE49-F238E27FC236}">
                  <a16:creationId id="{485A1DDB-5235-4B12-BC22-1586BD2802BC}"/>
                </a:ext>
              </a:extLst>
            </p:cNvPr>
            <p:cNvSpPr>
              <a:spLocks noGrp="1"/>
            </p:cNvSpPr>
            <p:nvPr/>
          </p:nvSpPr>
          <p:spPr>
            <a:xfrm>
              <a:off x="1095375" y="5114925"/>
              <a:ext cx="20002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29" name="gallery.flag-end.note.551">
            <a:extLst>
              <a:ext uri="{FF2B5EF4-FFF2-40B4-BE49-F238E27FC236}">
                <a16:creationId id="{A429538E-D94E-4424-9384-4B1E733DB2F8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一侧平直，另一侧向外收尖</a:t>
            </a:r>
          </a:p>
        </p:txBody>
      </p:sp>
      <p:sp>
        <p:nvSpPr>
          <p:cNvPr id="30" name="gallery.outline-inset.frame.552">
            <a:extLst>
              <a:ext uri="{FF2B5EF4-FFF2-40B4-BE49-F238E27FC236}">
                <a16:creationId id="{E1E103EC-97EB-4CE2-A7E3-41C41C92F2E6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1" name="gallery.outline-inset.heading.553">
            <a:extLst>
              <a:ext uri="{FF2B5EF4-FFF2-40B4-BE49-F238E27FC236}">
                <a16:creationId id="{06F2B9ED-5849-43C6-B37C-CF2573F91BA6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双层空心标签</a:t>
            </a:r>
          </a:p>
        </p:txBody>
      </p:sp>
      <p:grpSp>
        <p:nvGrpSpPr>
          <p:cNvPr id="49" name="双层空心标签"/>
          <p:cNvGrpSpPr/>
          <p:nvPr/>
        </p:nvGrpSpPr>
        <p:grpSpPr>
          <a:xfrm>
            <a:off x="4819650" y="5076825"/>
            <a:ext cx="2552700" cy="742950"/>
            <a:chOff x="4819650" y="5076825"/>
            <a:chExt cx="2552700" cy="742950"/>
          </a:xfrm>
        </p:grpSpPr>
        <p:sp>
          <p:nvSpPr>
            <p:cNvPr id="32" name="instance.C03.70.outer.554">
              <a:extLst>
                <a:ext uri="{FF2B5EF4-FFF2-40B4-BE49-F238E27FC236}">
                  <a16:creationId id="{F8F8282D-6561-420B-86D4-8AC5B82ED758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5076825"/>
              <a:ext cx="2552700" cy="7429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3" name="instance.C03.70.inner.555">
              <a:extLst>
                <a:ext uri="{FF2B5EF4-FFF2-40B4-BE49-F238E27FC236}">
                  <a16:creationId id="{E3C06356-9029-4513-945C-10A3963A0D5D}"/>
                </a:ext>
              </a:extLst>
            </p:cNvPr>
            <p:cNvSpPr>
              <a:spLocks noGrp="1"/>
            </p:cNvSpPr>
            <p:nvPr/>
          </p:nvSpPr>
          <p:spPr>
            <a:xfrm>
              <a:off x="4886325" y="5143500"/>
              <a:ext cx="2419350" cy="6096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4" name="instance.C03.70.label.556">
              <a:extLst>
                <a:ext uri="{FF2B5EF4-FFF2-40B4-BE49-F238E27FC236}">
                  <a16:creationId id="{3A12EECF-B63D-4DF3-9328-0DA59E9505EA}"/>
                </a:ext>
              </a:extLst>
            </p:cNvPr>
            <p:cNvSpPr>
              <a:spLocks noGrp="1"/>
            </p:cNvSpPr>
            <p:nvPr/>
          </p:nvSpPr>
          <p:spPr>
            <a:xfrm>
              <a:off x="4981575" y="5181600"/>
              <a:ext cx="222885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35" name="gallery.outline-inset.note.557">
            <a:extLst>
              <a:ext uri="{FF2B5EF4-FFF2-40B4-BE49-F238E27FC236}">
                <a16:creationId id="{F04C8AF9-BC8C-49D5-A4FF-29AA1289005A}"/>
              </a:ext>
            </a:extLst>
          </p:cNvPr>
          <p:cNvSpPr>
            <a:spLocks noGrp="1"/>
          </p:cNvSpPr>
          <p:nvPr/>
        </p:nvSpPr>
        <p:spPr>
          <a:xfrm>
            <a:off x="44196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外框与内框共同围出文字区域</a:t>
            </a:r>
          </a:p>
        </p:txBody>
      </p:sp>
      <p:sp>
        <p:nvSpPr>
          <p:cNvPr id="36" name="gallery.bottom-rule.frame.558">
            <a:extLst>
              <a:ext uri="{FF2B5EF4-FFF2-40B4-BE49-F238E27FC236}">
                <a16:creationId id="{426D9200-E4EC-489D-B2E5-9CC2F412F105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7" name="gallery.bottom-rule.heading.559">
            <a:extLst>
              <a:ext uri="{FF2B5EF4-FFF2-40B4-BE49-F238E27FC236}">
                <a16:creationId id="{F177FDCD-994A-497B-ACFC-0477A3D5B32C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底线牌标签</a:t>
            </a:r>
          </a:p>
        </p:txBody>
      </p:sp>
      <p:grpSp>
        <p:nvGrpSpPr>
          <p:cNvPr id="50" name="底线牌标签"/>
          <p:cNvGrpSpPr/>
          <p:nvPr/>
        </p:nvGrpSpPr>
        <p:grpSpPr>
          <a:xfrm>
            <a:off x="8658225" y="5076825"/>
            <a:ext cx="2571750" cy="752475"/>
            <a:chOff x="8658225" y="5076825"/>
            <a:chExt cx="2571750" cy="752475"/>
          </a:xfrm>
        </p:grpSpPr>
        <p:sp>
          <p:nvSpPr>
            <p:cNvPr id="38" name="instance.C03.71.body.560">
              <a:extLst>
                <a:ext uri="{FF2B5EF4-FFF2-40B4-BE49-F238E27FC236}">
                  <a16:creationId id="{B59A5C16-F2C4-43BF-A323-262C2655063B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5076825"/>
              <a:ext cx="2552700" cy="6477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9" name="instance.C03.71.rule.561">
              <a:extLst>
                <a:ext uri="{FF2B5EF4-FFF2-40B4-BE49-F238E27FC236}">
                  <a16:creationId id="{0021702F-1EFC-40DC-A75F-CD0DAE934884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5772150"/>
              <a:ext cx="2571750" cy="5715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0" name="instance.C03.71.label.562">
              <a:extLst>
                <a:ext uri="{FF2B5EF4-FFF2-40B4-BE49-F238E27FC236}">
                  <a16:creationId id="{9319D6B8-CFA1-4F22-B5B8-C8B649941399}"/>
                </a:ext>
              </a:extLst>
            </p:cNvPr>
            <p:cNvSpPr>
              <a:spLocks noGrp="1"/>
            </p:cNvSpPr>
            <p:nvPr/>
          </p:nvSpPr>
          <p:spPr>
            <a:xfrm>
              <a:off x="8801100" y="5105400"/>
              <a:ext cx="22860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41" name="gallery.bottom-rule.note.563">
            <a:extLst>
              <a:ext uri="{FF2B5EF4-FFF2-40B4-BE49-F238E27FC236}">
                <a16:creationId id="{8E5AA1AD-7CC5-42D7-9C9B-044BDC7AF197}"/>
              </a:ext>
            </a:extLst>
          </p:cNvPr>
          <p:cNvSpPr>
            <a:spLocks noGrp="1"/>
          </p:cNvSpPr>
          <p:nvPr/>
        </p:nvSpPr>
        <p:spPr>
          <a:xfrm>
            <a:off x="82677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边框与独立底线组成牌面</a:t>
            </a:r>
          </a:p>
        </p:txBody>
      </p:sp>
      <p:sp>
        <p:nvSpPr>
          <p:cNvPr id="51" name="navigation.rule.2667">
            <a:extLst>
              <a:ext uri="{FF2B5EF4-FFF2-40B4-BE49-F238E27FC236}">
                <a16:creationId id="{D9A62E0F-EA9A-477D-AD2A-F3CE6991D341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52" name="navigation.section.2668">
            <a:extLst>
              <a:ext uri="{FF2B5EF4-FFF2-40B4-BE49-F238E27FC236}">
                <a16:creationId id="{A83FF218-92F5-4E9F-A8F1-E18658C1F931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53" name="navigation.page.2669">
            <a:extLst>
              <a:ext uri="{FF2B5EF4-FFF2-40B4-BE49-F238E27FC236}">
                <a16:creationId id="{C1E24D67-909C-459A-A7A0-566171EDD4EA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15 / 53</a:t>
            </a:r>
          </a:p>
        </p:txBody>
      </p:sp>
    </p:spTree>
    <p:extLst>
      <p:ext uri="{BB962C8B-B14F-4D97-AF65-F5344CB8AC3E}">
        <p14:creationId val="640229444"/>
      </p:ext>
    </p:extLst>
  </p:cSld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1" name="3.7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0" name="header.accent.564">
              <a:extLst>
                <a:ext uri="{FF2B5EF4-FFF2-40B4-BE49-F238E27FC236}">
                  <a16:creationId id="{F3DA976E-97ED-4B2D-9A0B-A9DF2E02A04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565">
              <a:extLst>
                <a:ext uri="{FF2B5EF4-FFF2-40B4-BE49-F238E27FC236}">
                  <a16:creationId id="{18085B36-CB2C-4BDB-B3FB-E2B087FE78AB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3.7</a:t>
              </a:r>
            </a:p>
          </p:txBody>
        </p:sp>
        <p:sp>
          <p:nvSpPr>
            <p:cNvPr id="3" name="header.gradient.566">
              <a:extLst>
                <a:ext uri="{FF2B5EF4-FFF2-40B4-BE49-F238E27FC236}">
                  <a16:creationId id="{F6BC1078-42BB-4980-A173-00DDECE3A208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567">
              <a:extLst>
                <a:ext uri="{FF2B5EF4-FFF2-40B4-BE49-F238E27FC236}">
                  <a16:creationId id="{5F5C9E34-9921-4810-A6FA-FE8A49391727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标签组合补充</a:t>
              </a:r>
            </a:p>
          </p:txBody>
        </p:sp>
        <p:sp>
          <p:nvSpPr>
            <p:cNvPr id="5" name="header.library.568">
              <a:extLst>
                <a:ext uri="{FF2B5EF4-FFF2-40B4-BE49-F238E27FC236}">
                  <a16:creationId id="{0A5DF499-F680-4113-A213-E83DD3D3BEF8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569">
              <a:extLst>
                <a:ext uri="{FF2B5EF4-FFF2-40B4-BE49-F238E27FC236}">
                  <a16:creationId id="{00DF8732-FD5C-4701-9B61-2030CE2F0BB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570">
              <a:extLst>
                <a:ext uri="{FF2B5EF4-FFF2-40B4-BE49-F238E27FC236}">
                  <a16:creationId id="{E394C98C-F449-4E2D-A69D-355048B9117A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571">
              <a:extLst>
                <a:ext uri="{FF2B5EF4-FFF2-40B4-BE49-F238E27FC236}">
                  <a16:creationId id="{11852D20-A81F-4549-9B3B-EFE25045CC4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572">
              <a:extLst>
                <a:ext uri="{FF2B5EF4-FFF2-40B4-BE49-F238E27FC236}">
                  <a16:creationId id="{69A58F5A-406D-46FE-ACD9-72C01AA1FC26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圆章、侧耳、叠签、括线、双段和折翼丰富标签组合，编号与文字可分别编辑。</a:t>
              </a:r>
            </a:p>
          </p:txBody>
        </p:sp>
      </p:grpSp>
      <p:sp>
        <p:nvSpPr>
          <p:cNvPr id="10" name="gallery.circle-index.frame.573">
            <a:extLst>
              <a:ext uri="{FF2B5EF4-FFF2-40B4-BE49-F238E27FC236}">
                <a16:creationId id="{4AC2136F-2093-44F2-BCB7-9A31FD67E07F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circle-index.heading.574">
            <a:extLst>
              <a:ext uri="{FF2B5EF4-FFF2-40B4-BE49-F238E27FC236}">
                <a16:creationId id="{78284394-E75B-4406-B082-353F59B8926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圆章编号标签</a:t>
            </a:r>
          </a:p>
        </p:txBody>
      </p:sp>
      <p:grpSp>
        <p:nvGrpSpPr>
          <p:cNvPr id="53" name="圆章编号标签"/>
          <p:cNvGrpSpPr/>
          <p:nvPr/>
        </p:nvGrpSpPr>
        <p:grpSpPr>
          <a:xfrm>
            <a:off x="962025" y="2624614"/>
            <a:ext cx="2562225" cy="694373"/>
            <a:chOff x="962025" y="2624614"/>
            <a:chExt cx="2562225" cy="694373"/>
          </a:xfrm>
        </p:grpSpPr>
        <p:sp>
          <p:nvSpPr>
            <p:cNvPr id="12" name="instance.C03.72.label-body.575">
              <a:extLst>
                <a:ext uri="{FF2B5EF4-FFF2-40B4-BE49-F238E27FC236}">
                  <a16:creationId id="{04DAB2C5-2DD9-4A91-BFE6-EF33AF8469AE}"/>
                </a:ext>
              </a:extLst>
            </p:cNvPr>
            <p:cNvSpPr>
              <a:spLocks noGrp="1"/>
            </p:cNvSpPr>
            <p:nvPr/>
          </p:nvSpPr>
          <p:spPr>
            <a:xfrm>
              <a:off x="1461973" y="2705100"/>
              <a:ext cx="2062277" cy="533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3" name="instance.C03.72.disc.576">
              <a:extLst>
                <a:ext uri="{FF2B5EF4-FFF2-40B4-BE49-F238E27FC236}">
                  <a16:creationId id="{5233F55C-19C8-487B-9225-6FF19E949D6A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2624614"/>
              <a:ext cx="694373" cy="694373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instance.C03.72.number.577">
              <a:extLst>
                <a:ext uri="{FF2B5EF4-FFF2-40B4-BE49-F238E27FC236}">
                  <a16:creationId id="{BEC55D08-65E4-4EDE-97DB-8FF534730A8F}"/>
                </a:ext>
              </a:extLst>
            </p:cNvPr>
            <p:cNvSpPr>
              <a:spLocks noGrp="1"/>
            </p:cNvSpPr>
            <p:nvPr/>
          </p:nvSpPr>
          <p:spPr>
            <a:xfrm>
              <a:off x="1000125" y="2662714"/>
              <a:ext cx="618173" cy="6181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01</a:t>
              </a:r>
            </a:p>
          </p:txBody>
        </p:sp>
        <p:sp>
          <p:nvSpPr>
            <p:cNvPr id="15" name="instance.C03.72.label.578">
              <a:extLst>
                <a:ext uri="{FF2B5EF4-FFF2-40B4-BE49-F238E27FC236}">
                  <a16:creationId id="{906D53AC-B550-412E-BCBA-F6B9E174B64D}"/>
                </a:ext>
              </a:extLst>
            </p:cNvPr>
            <p:cNvSpPr>
              <a:spLocks noGrp="1"/>
            </p:cNvSpPr>
            <p:nvPr/>
          </p:nvSpPr>
          <p:spPr>
            <a:xfrm>
              <a:off x="1732598" y="2743200"/>
              <a:ext cx="1686878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16" name="gallery.circle-index.note.579">
            <a:extLst>
              <a:ext uri="{FF2B5EF4-FFF2-40B4-BE49-F238E27FC236}">
                <a16:creationId id="{7AD5EC1B-0BE1-47F4-A3C1-8F40E574C58B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圆形编号章与文字牌衔接</a:t>
            </a:r>
          </a:p>
        </p:txBody>
      </p:sp>
      <p:sp>
        <p:nvSpPr>
          <p:cNvPr id="17" name="gallery.side-tab.frame.580">
            <a:extLst>
              <a:ext uri="{FF2B5EF4-FFF2-40B4-BE49-F238E27FC236}">
                <a16:creationId id="{186FD1A4-AEE7-49CB-A279-7F0926BA67A6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" name="gallery.side-tab.heading.581">
            <a:extLst>
              <a:ext uri="{FF2B5EF4-FFF2-40B4-BE49-F238E27FC236}">
                <a16:creationId id="{6A881FE6-E177-4571-B330-B6BF0A0D193E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侧凸耳标签</a:t>
            </a:r>
          </a:p>
        </p:txBody>
      </p:sp>
      <p:grpSp>
        <p:nvGrpSpPr>
          <p:cNvPr id="54" name="侧凸耳标签"/>
          <p:cNvGrpSpPr/>
          <p:nvPr/>
        </p:nvGrpSpPr>
        <p:grpSpPr>
          <a:xfrm>
            <a:off x="4810125" y="2590800"/>
            <a:ext cx="2571750" cy="762000"/>
            <a:chOff x="4810125" y="2590800"/>
            <a:chExt cx="2571750" cy="762000"/>
          </a:xfrm>
        </p:grpSpPr>
        <p:sp>
          <p:nvSpPr>
            <p:cNvPr id="19" name="instance.C03.73.body.582">
              <a:extLst>
                <a:ext uri="{FF2B5EF4-FFF2-40B4-BE49-F238E27FC236}">
                  <a16:creationId id="{DDB3552C-F188-472E-83F1-02F1C22E1A09}"/>
                </a:ext>
              </a:extLst>
            </p:cNvPr>
            <p:cNvSpPr>
              <a:spLocks noGrp="1"/>
            </p:cNvSpPr>
            <p:nvPr/>
          </p:nvSpPr>
          <p:spPr>
            <a:xfrm>
              <a:off x="4810125" y="2590800"/>
              <a:ext cx="2571750" cy="762000"/>
            </a:xfrm>
            <a:custGeom>
              <a:pathLst>
                <a:path w="2571750" h="762000">
                  <a:moveTo>
                    <a:pt x="266700" y="0"/>
                  </a:moveTo>
                  <a:lnTo>
                    <a:pt x="2571750" y="0"/>
                  </a:lnTo>
                  <a:lnTo>
                    <a:pt x="2571750" y="762000"/>
                  </a:lnTo>
                  <a:lnTo>
                    <a:pt x="266700" y="762000"/>
                  </a:lnTo>
                  <a:lnTo>
                    <a:pt x="266700" y="556260"/>
                  </a:lnTo>
                  <a:lnTo>
                    <a:pt x="0" y="556260"/>
                  </a:lnTo>
                  <a:lnTo>
                    <a:pt x="0" y="205740"/>
                  </a:lnTo>
                  <a:lnTo>
                    <a:pt x="266700" y="20574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0" name="instance.C03.73.label.583">
              <a:extLst>
                <a:ext uri="{FF2B5EF4-FFF2-40B4-BE49-F238E27FC236}">
                  <a16:creationId id="{5D0460BA-DDA1-4349-888A-110234F2044D}"/>
                </a:ext>
              </a:extLst>
            </p:cNvPr>
            <p:cNvSpPr>
              <a:spLocks noGrp="1"/>
            </p:cNvSpPr>
            <p:nvPr/>
          </p:nvSpPr>
          <p:spPr>
            <a:xfrm>
              <a:off x="5191125" y="2638425"/>
              <a:ext cx="20764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21" name="gallery.side-tab.note.584">
            <a:extLst>
              <a:ext uri="{FF2B5EF4-FFF2-40B4-BE49-F238E27FC236}">
                <a16:creationId id="{2844AF25-7FA5-405C-8CD6-EEBADD580EC3}"/>
              </a:ext>
            </a:extLst>
          </p:cNvPr>
          <p:cNvSpPr>
            <a:spLocks noGrp="1"/>
          </p:cNvSpPr>
          <p:nvPr/>
        </p:nvSpPr>
        <p:spPr>
          <a:xfrm>
            <a:off x="44196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侧边凸耳与主体连成整体</a:t>
            </a:r>
          </a:p>
        </p:txBody>
      </p:sp>
      <p:sp>
        <p:nvSpPr>
          <p:cNvPr id="22" name="gallery.stacked-label.frame.585">
            <a:extLst>
              <a:ext uri="{FF2B5EF4-FFF2-40B4-BE49-F238E27FC236}">
                <a16:creationId id="{A05C8306-CC04-420F-9F49-3B1C7142D9D1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stacked-label.heading.586">
            <a:extLst>
              <a:ext uri="{FF2B5EF4-FFF2-40B4-BE49-F238E27FC236}">
                <a16:creationId id="{2FC98BE5-6329-4928-A60C-FB00CEF03D82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错位叠签</a:t>
            </a:r>
          </a:p>
        </p:txBody>
      </p:sp>
      <p:grpSp>
        <p:nvGrpSpPr>
          <p:cNvPr id="55" name="错位叠签"/>
          <p:cNvGrpSpPr/>
          <p:nvPr/>
        </p:nvGrpSpPr>
        <p:grpSpPr>
          <a:xfrm>
            <a:off x="8658225" y="2600325"/>
            <a:ext cx="2562225" cy="752475"/>
            <a:chOff x="8658225" y="2600325"/>
            <a:chExt cx="2562225" cy="752475"/>
          </a:xfrm>
        </p:grpSpPr>
        <p:sp>
          <p:nvSpPr>
            <p:cNvPr id="24" name="instance.C03.74.back.587">
              <a:extLst>
                <a:ext uri="{FF2B5EF4-FFF2-40B4-BE49-F238E27FC236}">
                  <a16:creationId id="{8AB7E4E9-097C-4834-A4A7-BDD9BD56A565}"/>
                </a:ext>
              </a:extLst>
            </p:cNvPr>
            <p:cNvSpPr>
              <a:spLocks noGrp="1"/>
            </p:cNvSpPr>
            <p:nvPr/>
          </p:nvSpPr>
          <p:spPr>
            <a:xfrm>
              <a:off x="8791575" y="2600325"/>
              <a:ext cx="2428875" cy="619125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5" name="instance.C03.74.front.588">
              <a:extLst>
                <a:ext uri="{FF2B5EF4-FFF2-40B4-BE49-F238E27FC236}">
                  <a16:creationId id="{684AFE72-5B91-4A1D-82E3-C17FF495BDC7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2724150"/>
              <a:ext cx="2438400" cy="62865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6" name="instance.C03.74.label.589">
              <a:extLst>
                <a:ext uri="{FF2B5EF4-FFF2-40B4-BE49-F238E27FC236}">
                  <a16:creationId id="{DBE4D84A-CA08-46F8-B4EE-48E05688DCCC}"/>
                </a:ext>
              </a:extLst>
            </p:cNvPr>
            <p:cNvSpPr>
              <a:spLocks noGrp="1"/>
            </p:cNvSpPr>
            <p:nvPr/>
          </p:nvSpPr>
          <p:spPr>
            <a:xfrm>
              <a:off x="8791575" y="2762250"/>
              <a:ext cx="2171700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27" name="gallery.stacked-label.note.590">
            <a:extLst>
              <a:ext uri="{FF2B5EF4-FFF2-40B4-BE49-F238E27FC236}">
                <a16:creationId id="{36DAE5BD-4043-4F09-B4B8-2AAD96F9E598}"/>
              </a:ext>
            </a:extLst>
          </p:cNvPr>
          <p:cNvSpPr>
            <a:spLocks noGrp="1"/>
          </p:cNvSpPr>
          <p:nvPr/>
        </p:nvSpPr>
        <p:spPr>
          <a:xfrm>
            <a:off x="82677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两张平面标签错位叠放</a:t>
            </a:r>
          </a:p>
        </p:txBody>
      </p:sp>
      <p:sp>
        <p:nvSpPr>
          <p:cNvPr id="28" name="gallery.bracket-label.frame.591">
            <a:extLst>
              <a:ext uri="{FF2B5EF4-FFF2-40B4-BE49-F238E27FC236}">
                <a16:creationId id="{8C0770C7-9C9A-4E96-9DEA-4EDC0EE5DEF1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9" name="gallery.bracket-label.heading.592">
            <a:extLst>
              <a:ext uri="{FF2B5EF4-FFF2-40B4-BE49-F238E27FC236}">
                <a16:creationId id="{10526BAE-93C5-4508-9D4E-FD7B053AE009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两侧括签</a:t>
            </a:r>
          </a:p>
        </p:txBody>
      </p:sp>
      <p:grpSp>
        <p:nvGrpSpPr>
          <p:cNvPr id="56" name="两侧括签"/>
          <p:cNvGrpSpPr/>
          <p:nvPr/>
        </p:nvGrpSpPr>
        <p:grpSpPr>
          <a:xfrm>
            <a:off x="973455" y="5078730"/>
            <a:ext cx="2548890" cy="739140"/>
            <a:chOff x="973455" y="5078730"/>
            <a:chExt cx="2548890" cy="739140"/>
          </a:xfrm>
        </p:grpSpPr>
        <p:sp>
          <p:nvSpPr>
            <p:cNvPr id="30" name="instance.C03.75.left-bracket.593">
              <a:extLst>
                <a:ext uri="{FF2B5EF4-FFF2-40B4-BE49-F238E27FC236}">
                  <a16:creationId id="{E4618482-184F-4AF7-9FDF-5EC7B27ADC8A}"/>
                </a:ext>
              </a:extLst>
            </p:cNvPr>
            <p:cNvSpPr>
              <a:spLocks noGrp="1"/>
            </p:cNvSpPr>
            <p:nvPr/>
          </p:nvSpPr>
          <p:spPr>
            <a:xfrm>
              <a:off x="973455" y="5078730"/>
              <a:ext cx="190500" cy="739140"/>
            </a:xfrm>
            <a:custGeom>
              <a:pathLst>
                <a:path w="190500" h="739140">
                  <a:moveTo>
                    <a:pt x="190500" y="0"/>
                  </a:moveTo>
                  <a:lnTo>
                    <a:pt x="0" y="0"/>
                  </a:lnTo>
                  <a:lnTo>
                    <a:pt x="0" y="739140"/>
                  </a:lnTo>
                  <a:lnTo>
                    <a:pt x="190500" y="739140"/>
                  </a:lnTo>
                </a:path>
              </a:pathLst>
            </a:cu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31" name="instance.C03.75.right-bracket.594">
              <a:extLst>
                <a:ext uri="{FF2B5EF4-FFF2-40B4-BE49-F238E27FC236}">
                  <a16:creationId id="{E16E6668-374F-45D2-B74C-C1E71D1278C7}"/>
                </a:ext>
              </a:extLst>
            </p:cNvPr>
            <p:cNvSpPr>
              <a:spLocks noGrp="1"/>
            </p:cNvSpPr>
            <p:nvPr/>
          </p:nvSpPr>
          <p:spPr>
            <a:xfrm>
              <a:off x="3331845" y="5078730"/>
              <a:ext cx="190500" cy="739140"/>
            </a:xfrm>
            <a:custGeom>
              <a:pathLst>
                <a:path w="190500" h="739140">
                  <a:moveTo>
                    <a:pt x="0" y="0"/>
                  </a:moveTo>
                  <a:lnTo>
                    <a:pt x="190500" y="0"/>
                  </a:lnTo>
                  <a:lnTo>
                    <a:pt x="190500" y="739140"/>
                  </a:lnTo>
                  <a:lnTo>
                    <a:pt x="0" y="739140"/>
                  </a:lnTo>
                </a:path>
              </a:pathLst>
            </a:cu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32" name="instance.C03.75.label.595">
              <a:extLst>
                <a:ext uri="{FF2B5EF4-FFF2-40B4-BE49-F238E27FC236}">
                  <a16:creationId id="{0BF72E6C-8CF1-4AD7-883B-8F9B9FA4409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" y="5114925"/>
              <a:ext cx="19621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33" name="gallery.bracket-label.note.596">
            <a:extLst>
              <a:ext uri="{FF2B5EF4-FFF2-40B4-BE49-F238E27FC236}">
                <a16:creationId id="{8356D1BA-C240-4B47-B17D-DAD773E55A34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开放的左右括线围出文字</a:t>
            </a:r>
          </a:p>
        </p:txBody>
      </p:sp>
      <p:sp>
        <p:nvSpPr>
          <p:cNvPr id="34" name="gallery.split-caption.frame.597">
            <a:extLst>
              <a:ext uri="{FF2B5EF4-FFF2-40B4-BE49-F238E27FC236}">
                <a16:creationId id="{7B3D4DBC-9EBA-4931-80A5-82AEC28DD6A7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5" name="gallery.split-caption.heading.598">
            <a:extLst>
              <a:ext uri="{FF2B5EF4-FFF2-40B4-BE49-F238E27FC236}">
                <a16:creationId id="{5FD09E19-1E0E-4C9B-9647-FB34820D1D72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上下双段标签</a:t>
            </a:r>
          </a:p>
        </p:txBody>
      </p:sp>
      <p:grpSp>
        <p:nvGrpSpPr>
          <p:cNvPr id="57" name="上下双段标签"/>
          <p:cNvGrpSpPr/>
          <p:nvPr/>
        </p:nvGrpSpPr>
        <p:grpSpPr>
          <a:xfrm>
            <a:off x="4810125" y="5067300"/>
            <a:ext cx="2571750" cy="752475"/>
            <a:chOff x="4810125" y="5067300"/>
            <a:chExt cx="2571750" cy="752475"/>
          </a:xfrm>
        </p:grpSpPr>
        <p:sp>
          <p:nvSpPr>
            <p:cNvPr id="36" name="instance.C03.76.frame.599">
              <a:extLst>
                <a:ext uri="{FF2B5EF4-FFF2-40B4-BE49-F238E27FC236}">
                  <a16:creationId id="{084B2B9D-7414-428F-936D-4B030B9D2289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5076825"/>
              <a:ext cx="2552700" cy="7429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37" name="instance.C03.76.main-band.600">
              <a:extLst>
                <a:ext uri="{FF2B5EF4-FFF2-40B4-BE49-F238E27FC236}">
                  <a16:creationId id="{ADCDABD6-062E-426B-87EA-D0387264F062}"/>
                </a:ext>
              </a:extLst>
            </p:cNvPr>
            <p:cNvSpPr>
              <a:spLocks noGrp="1"/>
            </p:cNvSpPr>
            <p:nvPr/>
          </p:nvSpPr>
          <p:spPr>
            <a:xfrm>
              <a:off x="4810125" y="5067300"/>
              <a:ext cx="2571750" cy="42672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8" name="instance.C03.76.secondary.601">
              <a:extLst>
                <a:ext uri="{FF2B5EF4-FFF2-40B4-BE49-F238E27FC236}">
                  <a16:creationId id="{42B8AE41-62EB-4CAB-B1FD-C2EFBD0031BF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5522595"/>
              <a:ext cx="2305050" cy="26860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补充说明</a:t>
              </a:r>
            </a:p>
          </p:txBody>
        </p:sp>
        <p:sp>
          <p:nvSpPr>
            <p:cNvPr id="39" name="instance.C03.76.label.602">
              <a:extLst>
                <a:ext uri="{FF2B5EF4-FFF2-40B4-BE49-F238E27FC236}">
                  <a16:creationId id="{71F1B99C-F2EB-4C4B-A30E-2654A8621802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5095875"/>
              <a:ext cx="2305050" cy="369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40" name="gallery.split-caption.note.603">
            <a:extLst>
              <a:ext uri="{FF2B5EF4-FFF2-40B4-BE49-F238E27FC236}">
                <a16:creationId id="{F3AEF1A7-F8BD-4201-BF17-F2F409DB0B35}"/>
              </a:ext>
            </a:extLst>
          </p:cNvPr>
          <p:cNvSpPr>
            <a:spLocks noGrp="1"/>
          </p:cNvSpPr>
          <p:nvPr/>
        </p:nvSpPr>
        <p:spPr>
          <a:xfrm>
            <a:off x="44196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主标签与补充文字上下分段</a:t>
            </a:r>
          </a:p>
        </p:txBody>
      </p:sp>
      <p:sp>
        <p:nvSpPr>
          <p:cNvPr id="41" name="gallery.folded-ribbon.frame.604">
            <a:extLst>
              <a:ext uri="{FF2B5EF4-FFF2-40B4-BE49-F238E27FC236}">
                <a16:creationId id="{FA38E60A-C357-46F4-930D-C9C09145B39F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2" name="gallery.folded-ribbon.heading.605">
            <a:extLst>
              <a:ext uri="{FF2B5EF4-FFF2-40B4-BE49-F238E27FC236}">
                <a16:creationId id="{47E7E56A-8AB5-4DF4-A7BA-F20FBA22F981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C03  折翼缎带标签</a:t>
            </a:r>
          </a:p>
        </p:txBody>
      </p:sp>
      <p:grpSp>
        <p:nvGrpSpPr>
          <p:cNvPr id="58" name="折翼缎带标签"/>
          <p:cNvGrpSpPr/>
          <p:nvPr/>
        </p:nvGrpSpPr>
        <p:grpSpPr>
          <a:xfrm>
            <a:off x="8658225" y="5067300"/>
            <a:ext cx="2571750" cy="762000"/>
            <a:chOff x="8658225" y="5067300"/>
            <a:chExt cx="2571750" cy="762000"/>
          </a:xfrm>
        </p:grpSpPr>
        <p:sp>
          <p:nvSpPr>
            <p:cNvPr id="43" name="instance.C03.77.left-wing.606">
              <a:extLst>
                <a:ext uri="{FF2B5EF4-FFF2-40B4-BE49-F238E27FC236}">
                  <a16:creationId id="{208AF875-C73C-4C79-8940-1C341609DF77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5210175"/>
              <a:ext cx="400050" cy="619125"/>
            </a:xfrm>
            <a:custGeom>
              <a:pathLst>
                <a:path w="400050" h="619125">
                  <a:moveTo>
                    <a:pt x="0" y="0"/>
                  </a:moveTo>
                  <a:lnTo>
                    <a:pt x="400050" y="0"/>
                  </a:lnTo>
                  <a:lnTo>
                    <a:pt x="400050" y="619125"/>
                  </a:lnTo>
                  <a:lnTo>
                    <a:pt x="0" y="619125"/>
                  </a:lnTo>
                  <a:lnTo>
                    <a:pt x="114300" y="309563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4" name="instance.C03.77.right-wing.607">
              <a:extLst>
                <a:ext uri="{FF2B5EF4-FFF2-40B4-BE49-F238E27FC236}">
                  <a16:creationId id="{4D9721F5-919D-48F4-A3B3-B6E2139DB43C}"/>
                </a:ext>
              </a:extLst>
            </p:cNvPr>
            <p:cNvSpPr>
              <a:spLocks noGrp="1"/>
            </p:cNvSpPr>
            <p:nvPr/>
          </p:nvSpPr>
          <p:spPr>
            <a:xfrm>
              <a:off x="10829925" y="5210175"/>
              <a:ext cx="400050" cy="619125"/>
            </a:xfrm>
            <a:custGeom>
              <a:pathLst>
                <a:path w="400050" h="619125">
                  <a:moveTo>
                    <a:pt x="0" y="0"/>
                  </a:moveTo>
                  <a:lnTo>
                    <a:pt x="400050" y="0"/>
                  </a:lnTo>
                  <a:lnTo>
                    <a:pt x="285750" y="309563"/>
                  </a:lnTo>
                  <a:lnTo>
                    <a:pt x="400050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5" name="instance.C03.77.left-fold.608">
              <a:extLst>
                <a:ext uri="{FF2B5EF4-FFF2-40B4-BE49-F238E27FC236}">
                  <a16:creationId id="{6B9774F0-8DED-4962-B348-49ABC3949D95}"/>
                </a:ext>
              </a:extLst>
            </p:cNvPr>
            <p:cNvSpPr>
              <a:spLocks noGrp="1"/>
            </p:cNvSpPr>
            <p:nvPr/>
          </p:nvSpPr>
          <p:spPr>
            <a:xfrm>
              <a:off x="8858250" y="5686425"/>
              <a:ext cx="200025" cy="142875"/>
            </a:xfrm>
            <a:custGeom>
              <a:pathLst>
                <a:path w="200025" h="142875">
                  <a:moveTo>
                    <a:pt x="0" y="0"/>
                  </a:moveTo>
                  <a:lnTo>
                    <a:pt x="200025" y="0"/>
                  </a:lnTo>
                  <a:lnTo>
                    <a:pt x="200025" y="142875"/>
                  </a:lnTo>
                  <a:close/>
                </a:path>
              </a:pathLst>
            </a:custGeom>
            <a:solidFill>
              <a:srgbClr val="074A9B"/>
            </a:solidFill>
            <a:ln w="0">
              <a:noFill/>
              <a:prstDash val="solid"/>
            </a:ln>
          </p:spPr>
        </p:sp>
        <p:sp>
          <p:nvSpPr>
            <p:cNvPr id="46" name="instance.C03.77.right-fold.609">
              <a:extLst>
                <a:ext uri="{FF2B5EF4-FFF2-40B4-BE49-F238E27FC236}">
                  <a16:creationId id="{BB7E30B1-EA43-4367-B2F6-8F1D49626A32}"/>
                </a:ext>
              </a:extLst>
            </p:cNvPr>
            <p:cNvSpPr>
              <a:spLocks noGrp="1"/>
            </p:cNvSpPr>
            <p:nvPr/>
          </p:nvSpPr>
          <p:spPr>
            <a:xfrm>
              <a:off x="10829925" y="5686425"/>
              <a:ext cx="200025" cy="142875"/>
            </a:xfrm>
            <a:custGeom>
              <a:pathLst>
                <a:path w="200025" h="142875">
                  <a:moveTo>
                    <a:pt x="0" y="0"/>
                  </a:moveTo>
                  <a:lnTo>
                    <a:pt x="200025" y="0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074A9B"/>
            </a:solidFill>
            <a:ln w="0">
              <a:noFill/>
              <a:prstDash val="solid"/>
            </a:ln>
          </p:spPr>
        </p:sp>
        <p:sp>
          <p:nvSpPr>
            <p:cNvPr id="47" name="instance.C03.77.front.610">
              <a:extLst>
                <a:ext uri="{FF2B5EF4-FFF2-40B4-BE49-F238E27FC236}">
                  <a16:creationId id="{29522772-C9CD-4EF0-A43F-3D4412961E83}"/>
                </a:ext>
              </a:extLst>
            </p:cNvPr>
            <p:cNvSpPr>
              <a:spLocks noGrp="1"/>
            </p:cNvSpPr>
            <p:nvPr/>
          </p:nvSpPr>
          <p:spPr>
            <a:xfrm>
              <a:off x="8858250" y="5067300"/>
              <a:ext cx="2171700" cy="61912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8" name="instance.C03.77.label.611">
              <a:extLst>
                <a:ext uri="{FF2B5EF4-FFF2-40B4-BE49-F238E27FC236}">
                  <a16:creationId id="{1C1915DC-A9E4-4806-ADEC-3C5E7A7252DE}"/>
                </a:ext>
              </a:extLst>
            </p:cNvPr>
            <p:cNvSpPr>
              <a:spLocks noGrp="1"/>
            </p:cNvSpPr>
            <p:nvPr/>
          </p:nvSpPr>
          <p:spPr>
            <a:xfrm>
              <a:off x="8982075" y="5105400"/>
              <a:ext cx="1924050" cy="542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分类标签</a:t>
              </a:r>
            </a:p>
          </p:txBody>
        </p:sp>
      </p:grpSp>
      <p:sp>
        <p:nvSpPr>
          <p:cNvPr id="49" name="gallery.folded-ribbon.note.612">
            <a:extLst>
              <a:ext uri="{FF2B5EF4-FFF2-40B4-BE49-F238E27FC236}">
                <a16:creationId id="{BE3C8C8E-3512-4DED-A455-07A626DCABDF}"/>
              </a:ext>
            </a:extLst>
          </p:cNvPr>
          <p:cNvSpPr>
            <a:spLocks noGrp="1"/>
          </p:cNvSpPr>
          <p:nvPr/>
        </p:nvSpPr>
        <p:spPr>
          <a:xfrm>
            <a:off x="82677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中央标签与两侧折翼组成轮廓</a:t>
            </a:r>
          </a:p>
        </p:txBody>
      </p:sp>
      <p:sp>
        <p:nvSpPr>
          <p:cNvPr id="59" name="navigation.rule.2670">
            <a:extLst>
              <a:ext uri="{FF2B5EF4-FFF2-40B4-BE49-F238E27FC236}">
                <a16:creationId id="{D977A6ED-967D-4AA5-A5DF-37510CB6FD6D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0" name="navigation.section.2671">
            <a:extLst>
              <a:ext uri="{FF2B5EF4-FFF2-40B4-BE49-F238E27FC236}">
                <a16:creationId id="{4986D922-B75D-468F-83F5-67304F17F448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61" name="navigation.page.2672">
            <a:extLst>
              <a:ext uri="{FF2B5EF4-FFF2-40B4-BE49-F238E27FC236}">
                <a16:creationId id="{D5888315-33BD-41CA-BA54-F040477ACE42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16 / 53</a:t>
            </a:r>
          </a:p>
        </p:txBody>
      </p:sp>
    </p:spTree>
    <p:extLst>
      <p:ext uri="{BB962C8B-B14F-4D97-AF65-F5344CB8AC3E}">
        <p14:creationId val="313713145"/>
      </p:ext>
    </p:extLst>
  </p:cSld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3" name="3.8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2" name="header.accent.613">
              <a:extLst>
                <a:ext uri="{FF2B5EF4-FFF2-40B4-BE49-F238E27FC236}">
                  <a16:creationId id="{95BB9E63-30DD-40EB-AC69-9F186BB4401F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614">
              <a:extLst>
                <a:ext uri="{FF2B5EF4-FFF2-40B4-BE49-F238E27FC236}">
                  <a16:creationId id="{5ACC4E8B-F4D4-4681-942D-4AEEFA05510A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3.8</a:t>
              </a:r>
            </a:p>
          </p:txBody>
        </p:sp>
        <p:sp>
          <p:nvSpPr>
            <p:cNvPr id="3" name="header.gradient.615">
              <a:extLst>
                <a:ext uri="{FF2B5EF4-FFF2-40B4-BE49-F238E27FC236}">
                  <a16:creationId id="{199D59B1-B681-42CC-A6C8-16A3935F05D2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616">
              <a:extLst>
                <a:ext uri="{FF2B5EF4-FFF2-40B4-BE49-F238E27FC236}">
                  <a16:creationId id="{1615361F-473B-4A20-ADE7-424D14371030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信息框边界与标题</a:t>
              </a:r>
            </a:p>
          </p:txBody>
        </p:sp>
        <p:sp>
          <p:nvSpPr>
            <p:cNvPr id="5" name="header.library.617">
              <a:extLst>
                <a:ext uri="{FF2B5EF4-FFF2-40B4-BE49-F238E27FC236}">
                  <a16:creationId id="{F1770561-3E05-447F-B936-BBE2431081EB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4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618">
              <a:extLst>
                <a:ext uri="{FF2B5EF4-FFF2-40B4-BE49-F238E27FC236}">
                  <a16:creationId id="{D261BF5E-745D-4639-B6A4-BB7C10D8E427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619">
              <a:extLst>
                <a:ext uri="{FF2B5EF4-FFF2-40B4-BE49-F238E27FC236}">
                  <a16:creationId id="{69619BF4-60C3-47FA-8EEB-2946BF468942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620">
              <a:extLst>
                <a:ext uri="{FF2B5EF4-FFF2-40B4-BE49-F238E27FC236}">
                  <a16:creationId id="{F44BF946-C9B6-4CE0-9708-3429C544CBA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621">
              <a:extLst>
                <a:ext uri="{FF2B5EF4-FFF2-40B4-BE49-F238E27FC236}">
                  <a16:creationId id="{80160A47-D6B9-4EA4-9B75-29322E202ECF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侧栏、分栏、双框、阶梯、凹口与底部标题条改变信息框的边界和标题位置。</a:t>
              </a:r>
            </a:p>
          </p:txBody>
        </p:sp>
      </p:grpSp>
      <p:sp>
        <p:nvSpPr>
          <p:cNvPr id="10" name="gallery.left-rail.frame.622">
            <a:extLst>
              <a:ext uri="{FF2B5EF4-FFF2-40B4-BE49-F238E27FC236}">
                <a16:creationId id="{EA95290F-2800-4F7C-8734-7359683C7D43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eft-rail.heading.623">
            <a:extLst>
              <a:ext uri="{FF2B5EF4-FFF2-40B4-BE49-F238E27FC236}">
                <a16:creationId id="{9F47800F-C4C2-4C42-B5D8-28D2CD6AA0C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左侧色轨信息框</a:t>
            </a:r>
          </a:p>
        </p:txBody>
      </p:sp>
      <p:grpSp>
        <p:nvGrpSpPr>
          <p:cNvPr id="55" name="左侧色轨信息框"/>
          <p:cNvGrpSpPr/>
          <p:nvPr/>
        </p:nvGrpSpPr>
        <p:grpSpPr>
          <a:xfrm>
            <a:off x="657225" y="2371725"/>
            <a:ext cx="3181350" cy="1295400"/>
            <a:chOff x="657225" y="2371725"/>
            <a:chExt cx="3181350" cy="1295400"/>
          </a:xfrm>
        </p:grpSpPr>
        <p:sp>
          <p:nvSpPr>
            <p:cNvPr id="12" name="instance.C02.78.frame.624">
              <a:extLst>
                <a:ext uri="{FF2B5EF4-FFF2-40B4-BE49-F238E27FC236}">
                  <a16:creationId id="{3E8C4A48-22C4-4F23-995F-EC98627AAA12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23717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3" name="instance.C02.78.rail.625">
              <a:extLst>
                <a:ext uri="{FF2B5EF4-FFF2-40B4-BE49-F238E27FC236}">
                  <a16:creationId id="{535E1F02-B7F2-4C63-BDDE-61C6B3C947AA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2371725"/>
              <a:ext cx="85725" cy="12954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instance.C02.78.title.626">
              <a:extLst>
                <a:ext uri="{FF2B5EF4-FFF2-40B4-BE49-F238E27FC236}">
                  <a16:creationId id="{FAFB81AD-59F0-4F38-9047-7D73B909384D}"/>
                </a:ext>
              </a:extLst>
            </p:cNvPr>
            <p:cNvSpPr>
              <a:spLocks noGrp="1"/>
            </p:cNvSpPr>
            <p:nvPr/>
          </p:nvSpPr>
          <p:spPr>
            <a:xfrm>
              <a:off x="885825" y="2447925"/>
              <a:ext cx="280987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15" name="instance.C02.78.label.627">
              <a:extLst>
                <a:ext uri="{FF2B5EF4-FFF2-40B4-BE49-F238E27FC236}">
                  <a16:creationId id="{4E9A160C-19DC-4323-A6E2-F6D9EDFBF413}"/>
                </a:ext>
              </a:extLst>
            </p:cNvPr>
            <p:cNvSpPr>
              <a:spLocks noGrp="1"/>
            </p:cNvSpPr>
            <p:nvPr/>
          </p:nvSpPr>
          <p:spPr>
            <a:xfrm>
              <a:off x="885825" y="2886075"/>
              <a:ext cx="2809875" cy="638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16" name="gallery.left-rail.note.628">
            <a:extLst>
              <a:ext uri="{FF2B5EF4-FFF2-40B4-BE49-F238E27FC236}">
                <a16:creationId id="{3A1A3070-ABC2-4E3F-AF04-456F2011AC37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窄色轨配合正文区内的标题</a:t>
            </a:r>
          </a:p>
        </p:txBody>
      </p:sp>
      <p:sp>
        <p:nvSpPr>
          <p:cNvPr id="17" name="gallery.side-heading.frame.629">
            <a:extLst>
              <a:ext uri="{FF2B5EF4-FFF2-40B4-BE49-F238E27FC236}">
                <a16:creationId id="{06485C25-7FEA-4E02-AACB-1B577D1B43D6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" name="gallery.side-heading.heading.630">
            <a:extLst>
              <a:ext uri="{FF2B5EF4-FFF2-40B4-BE49-F238E27FC236}">
                <a16:creationId id="{534D66B1-3C75-4E26-8C88-9A6CB3AD315B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左右分栏信息框</a:t>
            </a:r>
          </a:p>
        </p:txBody>
      </p:sp>
      <p:grpSp>
        <p:nvGrpSpPr>
          <p:cNvPr id="56" name="左右分栏信息框"/>
          <p:cNvGrpSpPr/>
          <p:nvPr/>
        </p:nvGrpSpPr>
        <p:grpSpPr>
          <a:xfrm>
            <a:off x="4505325" y="2371725"/>
            <a:ext cx="3181350" cy="1295400"/>
            <a:chOff x="4505325" y="2371725"/>
            <a:chExt cx="3181350" cy="1295400"/>
          </a:xfrm>
        </p:grpSpPr>
        <p:sp>
          <p:nvSpPr>
            <p:cNvPr id="19" name="instance.C02.79.frame.631">
              <a:extLst>
                <a:ext uri="{FF2B5EF4-FFF2-40B4-BE49-F238E27FC236}">
                  <a16:creationId id="{C035B3C2-8684-451F-9ABA-A92436D5245C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23717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0" name="instance.C02.79.heading-pane.632">
              <a:extLst>
                <a:ext uri="{FF2B5EF4-FFF2-40B4-BE49-F238E27FC236}">
                  <a16:creationId id="{4C5EA6CB-0D08-47B8-AF06-7351928E167C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2371725"/>
              <a:ext cx="1120140" cy="1295400"/>
            </a:xfrm>
            <a:prstGeom prst="rect">
              <a:avLst/>
            </a:prstGeom>
            <a:solidFill>
              <a:srgbClr val="F2F7FB"/>
            </a:solidFill>
            <a:ln w="0">
              <a:noFill/>
              <a:prstDash val="solid"/>
            </a:ln>
          </p:spPr>
        </p:sp>
        <p:sp>
          <p:nvSpPr>
            <p:cNvPr id="21" name="instance.C02.79.divider.633">
              <a:extLst>
                <a:ext uri="{FF2B5EF4-FFF2-40B4-BE49-F238E27FC236}">
                  <a16:creationId id="{0C51A232-BE52-47B9-A4CF-1C84B4D45596}"/>
                </a:ext>
              </a:extLst>
            </p:cNvPr>
            <p:cNvSpPr>
              <a:spLocks noGrp="1"/>
            </p:cNvSpPr>
            <p:nvPr/>
          </p:nvSpPr>
          <p:spPr>
            <a:xfrm>
              <a:off x="5625465" y="2371725"/>
              <a:ext cx="0" cy="129540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2" name="instance.C02.79.title.634">
              <a:extLst>
                <a:ext uri="{FF2B5EF4-FFF2-40B4-BE49-F238E27FC236}">
                  <a16:creationId id="{3519EB1A-9E7A-4964-B3BE-C6C92F1A7B49}"/>
                </a:ext>
              </a:extLst>
            </p:cNvPr>
            <p:cNvSpPr>
              <a:spLocks noGrp="1"/>
            </p:cNvSpPr>
            <p:nvPr/>
          </p:nvSpPr>
          <p:spPr>
            <a:xfrm>
              <a:off x="4591050" y="2505075"/>
              <a:ext cx="948690" cy="1028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23" name="instance.C02.79.label.635">
              <a:extLst>
                <a:ext uri="{FF2B5EF4-FFF2-40B4-BE49-F238E27FC236}">
                  <a16:creationId id="{C07CF00B-6A4F-4C9E-A323-A024F508BD58}"/>
                </a:ext>
              </a:extLst>
            </p:cNvPr>
            <p:cNvSpPr>
              <a:spLocks noGrp="1"/>
            </p:cNvSpPr>
            <p:nvPr/>
          </p:nvSpPr>
          <p:spPr>
            <a:xfrm>
              <a:off x="5758815" y="2514600"/>
              <a:ext cx="1794510" cy="1009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24" name="gallery.side-heading.note.636">
            <a:extLst>
              <a:ext uri="{FF2B5EF4-FFF2-40B4-BE49-F238E27FC236}">
                <a16:creationId id="{6FEB5021-E0D9-4503-90EA-B92537FF4BB6}"/>
              </a:ext>
            </a:extLst>
          </p:cNvPr>
          <p:cNvSpPr>
            <a:spLocks noGrp="1"/>
          </p:cNvSpPr>
          <p:nvPr/>
        </p:nvSpPr>
        <p:spPr>
          <a:xfrm>
            <a:off x="44196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横排标题与正文左右分区</a:t>
            </a:r>
          </a:p>
        </p:txBody>
      </p:sp>
      <p:sp>
        <p:nvSpPr>
          <p:cNvPr id="25" name="gallery.double-frame.frame.637">
            <a:extLst>
              <a:ext uri="{FF2B5EF4-FFF2-40B4-BE49-F238E27FC236}">
                <a16:creationId id="{5F711E83-6DE6-4C9E-8FE3-9280DCA87FB4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6" name="gallery.double-frame.heading.638">
            <a:extLst>
              <a:ext uri="{FF2B5EF4-FFF2-40B4-BE49-F238E27FC236}">
                <a16:creationId id="{0B25A013-F9A2-45C8-9798-203C290B8933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内外双框信息框</a:t>
            </a:r>
          </a:p>
        </p:txBody>
      </p:sp>
      <p:grpSp>
        <p:nvGrpSpPr>
          <p:cNvPr id="57" name="内外双框信息框"/>
          <p:cNvGrpSpPr/>
          <p:nvPr/>
        </p:nvGrpSpPr>
        <p:grpSpPr>
          <a:xfrm>
            <a:off x="8353425" y="2371725"/>
            <a:ext cx="3181350" cy="1295400"/>
            <a:chOff x="8353425" y="2371725"/>
            <a:chExt cx="3181350" cy="1295400"/>
          </a:xfrm>
        </p:grpSpPr>
        <p:sp>
          <p:nvSpPr>
            <p:cNvPr id="27" name="instance.C02.80.outer.639">
              <a:extLst>
                <a:ext uri="{FF2B5EF4-FFF2-40B4-BE49-F238E27FC236}">
                  <a16:creationId id="{2F3823CE-277D-4EF4-B350-3FB57E29C270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23717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8" name="instance.C02.80.inner.640">
              <a:extLst>
                <a:ext uri="{FF2B5EF4-FFF2-40B4-BE49-F238E27FC236}">
                  <a16:creationId id="{F82245D4-1642-428E-A541-59718A05D8C7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438400"/>
              <a:ext cx="3048000" cy="11620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9" name="instance.C02.80.title.641">
              <a:extLst>
                <a:ext uri="{FF2B5EF4-FFF2-40B4-BE49-F238E27FC236}">
                  <a16:creationId id="{27D40010-5E89-4D91-9DDC-33728E474712}"/>
                </a:ext>
              </a:extLst>
            </p:cNvPr>
            <p:cNvSpPr>
              <a:spLocks noGrp="1"/>
            </p:cNvSpPr>
            <p:nvPr/>
          </p:nvSpPr>
          <p:spPr>
            <a:xfrm>
              <a:off x="8534400" y="2495550"/>
              <a:ext cx="28194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30" name="instance.C02.80.label.642">
              <a:extLst>
                <a:ext uri="{FF2B5EF4-FFF2-40B4-BE49-F238E27FC236}">
                  <a16:creationId id="{B5846D78-1F8A-468F-9B5C-E7C582CC05AB}"/>
                </a:ext>
              </a:extLst>
            </p:cNvPr>
            <p:cNvSpPr>
              <a:spLocks noGrp="1"/>
            </p:cNvSpPr>
            <p:nvPr/>
          </p:nvSpPr>
          <p:spPr>
            <a:xfrm>
              <a:off x="8534400" y="2924175"/>
              <a:ext cx="28194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31" name="gallery.double-frame.note.643">
            <a:extLst>
              <a:ext uri="{FF2B5EF4-FFF2-40B4-BE49-F238E27FC236}">
                <a16:creationId id="{43B7B782-46AB-4056-AE96-DC13E0F8B07B}"/>
              </a:ext>
            </a:extLst>
          </p:cNvPr>
          <p:cNvSpPr>
            <a:spLocks noGrp="1"/>
          </p:cNvSpPr>
          <p:nvPr/>
        </p:nvSpPr>
        <p:spPr>
          <a:xfrm>
            <a:off x="82677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内外边框形成两层留白</a:t>
            </a:r>
          </a:p>
        </p:txBody>
      </p:sp>
      <p:sp>
        <p:nvSpPr>
          <p:cNvPr id="32" name="gallery.stepped-header.frame.644">
            <a:extLst>
              <a:ext uri="{FF2B5EF4-FFF2-40B4-BE49-F238E27FC236}">
                <a16:creationId id="{2252CCC1-D4AE-4967-9606-4EEBF665D70A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3" name="gallery.stepped-header.heading.645">
            <a:extLst>
              <a:ext uri="{FF2B5EF4-FFF2-40B4-BE49-F238E27FC236}">
                <a16:creationId id="{8AE3C8B8-8580-483D-B4C8-F7FB2EC1BE3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阶梯标题信息框</a:t>
            </a:r>
          </a:p>
        </p:txBody>
      </p:sp>
      <p:grpSp>
        <p:nvGrpSpPr>
          <p:cNvPr id="58" name="阶梯标题信息框"/>
          <p:cNvGrpSpPr/>
          <p:nvPr/>
        </p:nvGrpSpPr>
        <p:grpSpPr>
          <a:xfrm>
            <a:off x="657225" y="4848225"/>
            <a:ext cx="3181350" cy="1295400"/>
            <a:chOff x="657225" y="4848225"/>
            <a:chExt cx="3181350" cy="1295400"/>
          </a:xfrm>
        </p:grpSpPr>
        <p:sp>
          <p:nvSpPr>
            <p:cNvPr id="34" name="instance.C02.81.frame.646">
              <a:extLst>
                <a:ext uri="{FF2B5EF4-FFF2-40B4-BE49-F238E27FC236}">
                  <a16:creationId id="{680D1946-8C10-4CAA-B6BF-4437C9B240B4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48482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5" name="instance.C02.81.stepped-band.647">
              <a:extLst>
                <a:ext uri="{FF2B5EF4-FFF2-40B4-BE49-F238E27FC236}">
                  <a16:creationId id="{494F932F-7CF7-4AB6-96A3-8260A16367BE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4848225"/>
              <a:ext cx="3181350" cy="409575"/>
            </a:xfrm>
            <a:custGeom>
              <a:pathLst>
                <a:path w="3181350" h="409575">
                  <a:moveTo>
                    <a:pt x="0" y="0"/>
                  </a:moveTo>
                  <a:lnTo>
                    <a:pt x="1813370" y="0"/>
                  </a:lnTo>
                  <a:lnTo>
                    <a:pt x="1813370" y="114300"/>
                  </a:lnTo>
                  <a:lnTo>
                    <a:pt x="3181350" y="114300"/>
                  </a:lnTo>
                  <a:lnTo>
                    <a:pt x="3181350" y="409575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6" name="instance.C02.81.title.648">
              <a:extLst>
                <a:ext uri="{FF2B5EF4-FFF2-40B4-BE49-F238E27FC236}">
                  <a16:creationId id="{BAA266D1-AE89-4688-B770-770F0D4954B5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4905375"/>
              <a:ext cx="1543812" cy="3143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37" name="instance.C02.81.label.649">
              <a:extLst>
                <a:ext uri="{FF2B5EF4-FFF2-40B4-BE49-F238E27FC236}">
                  <a16:creationId id="{29577C03-0A0E-41FD-9C3E-6F2127E42E5A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5372100"/>
              <a:ext cx="28956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38" name="gallery.stepped-header.note.650">
            <a:extLst>
              <a:ext uri="{FF2B5EF4-FFF2-40B4-BE49-F238E27FC236}">
                <a16:creationId id="{217769E9-9F54-468A-B4A9-7E7841FAF105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标题区上缘采用阶梯轮廓</a:t>
            </a:r>
          </a:p>
        </p:txBody>
      </p:sp>
      <p:sp>
        <p:nvSpPr>
          <p:cNvPr id="39" name="gallery.top-notch.frame.651">
            <a:extLst>
              <a:ext uri="{FF2B5EF4-FFF2-40B4-BE49-F238E27FC236}">
                <a16:creationId id="{4F0BE323-5720-495C-9B34-3F99DCC733D0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0" name="gallery.top-notch.heading.652">
            <a:extLst>
              <a:ext uri="{FF2B5EF4-FFF2-40B4-BE49-F238E27FC236}">
                <a16:creationId id="{AA854408-DC54-43B5-982A-C04BCAA87A1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凹口标题信息框</a:t>
            </a:r>
          </a:p>
        </p:txBody>
      </p:sp>
      <p:grpSp>
        <p:nvGrpSpPr>
          <p:cNvPr id="59" name="凹口标题信息框"/>
          <p:cNvGrpSpPr/>
          <p:nvPr/>
        </p:nvGrpSpPr>
        <p:grpSpPr>
          <a:xfrm>
            <a:off x="4505325" y="4848225"/>
            <a:ext cx="3181350" cy="1295400"/>
            <a:chOff x="4505325" y="4848225"/>
            <a:chExt cx="3181350" cy="1295400"/>
          </a:xfrm>
        </p:grpSpPr>
        <p:sp>
          <p:nvSpPr>
            <p:cNvPr id="41" name="instance.C02.82.frame.653">
              <a:extLst>
                <a:ext uri="{FF2B5EF4-FFF2-40B4-BE49-F238E27FC236}">
                  <a16:creationId id="{9D133052-9286-4CB8-BAC8-59DBDBE316F7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4848225"/>
              <a:ext cx="3181350" cy="1295400"/>
            </a:xfrm>
            <a:custGeom>
              <a:pathLst>
                <a:path w="3181350" h="1295400">
                  <a:moveTo>
                    <a:pt x="0" y="0"/>
                  </a:moveTo>
                  <a:lnTo>
                    <a:pt x="509016" y="0"/>
                  </a:lnTo>
                  <a:lnTo>
                    <a:pt x="509016" y="314325"/>
                  </a:lnTo>
                  <a:lnTo>
                    <a:pt x="2513267" y="314325"/>
                  </a:lnTo>
                  <a:lnTo>
                    <a:pt x="2513267" y="0"/>
                  </a:lnTo>
                  <a:lnTo>
                    <a:pt x="3181350" y="0"/>
                  </a:lnTo>
                  <a:lnTo>
                    <a:pt x="3181350" y="129540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2" name="instance.C02.82.title.654">
              <a:extLst>
                <a:ext uri="{FF2B5EF4-FFF2-40B4-BE49-F238E27FC236}">
                  <a16:creationId id="{61B8C397-41DF-46B3-8D07-53A988EBD4E8}"/>
                </a:ext>
              </a:extLst>
            </p:cNvPr>
            <p:cNvSpPr>
              <a:spLocks noGrp="1"/>
            </p:cNvSpPr>
            <p:nvPr/>
          </p:nvSpPr>
          <p:spPr>
            <a:xfrm>
              <a:off x="5090541" y="4857750"/>
              <a:ext cx="1851851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43" name="instance.C02.82.label.655">
              <a:extLst>
                <a:ext uri="{FF2B5EF4-FFF2-40B4-BE49-F238E27FC236}">
                  <a16:creationId id="{5D3C1E19-2731-485C-A35D-BAE0A46FDB02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5334000"/>
              <a:ext cx="289560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44" name="gallery.top-notch.note.656">
            <a:extLst>
              <a:ext uri="{FF2B5EF4-FFF2-40B4-BE49-F238E27FC236}">
                <a16:creationId id="{F198E22F-989F-43AC-A33E-1A705E888D7B}"/>
              </a:ext>
            </a:extLst>
          </p:cNvPr>
          <p:cNvSpPr>
            <a:spLocks noGrp="1"/>
          </p:cNvSpPr>
          <p:nvPr/>
        </p:nvSpPr>
        <p:spPr>
          <a:xfrm>
            <a:off x="44196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顶部凹口为标题留出独立空间</a:t>
            </a:r>
          </a:p>
        </p:txBody>
      </p:sp>
      <p:sp>
        <p:nvSpPr>
          <p:cNvPr id="45" name="gallery.bottom-caption.frame.657">
            <a:extLst>
              <a:ext uri="{FF2B5EF4-FFF2-40B4-BE49-F238E27FC236}">
                <a16:creationId id="{2720F455-4C21-47B8-B09A-CEE198EFA44E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6" name="gallery.bottom-caption.heading.658">
            <a:extLst>
              <a:ext uri="{FF2B5EF4-FFF2-40B4-BE49-F238E27FC236}">
                <a16:creationId id="{0C04297A-5BDF-4B69-A1B5-A52C9DE19EAF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底部标题条信息框</a:t>
            </a:r>
          </a:p>
        </p:txBody>
      </p:sp>
      <p:grpSp>
        <p:nvGrpSpPr>
          <p:cNvPr id="60" name="底部标题条信息框"/>
          <p:cNvGrpSpPr/>
          <p:nvPr/>
        </p:nvGrpSpPr>
        <p:grpSpPr>
          <a:xfrm>
            <a:off x="8353425" y="4848225"/>
            <a:ext cx="3181350" cy="1295400"/>
            <a:chOff x="8353425" y="4848225"/>
            <a:chExt cx="3181350" cy="1295400"/>
          </a:xfrm>
        </p:grpSpPr>
        <p:sp>
          <p:nvSpPr>
            <p:cNvPr id="47" name="instance.C02.83.frame.659">
              <a:extLst>
                <a:ext uri="{FF2B5EF4-FFF2-40B4-BE49-F238E27FC236}">
                  <a16:creationId id="{8E818BDF-CC72-452C-BDF0-14CF9BFDB504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48482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8" name="instance.C02.83.caption-band.660">
              <a:extLst>
                <a:ext uri="{FF2B5EF4-FFF2-40B4-BE49-F238E27FC236}">
                  <a16:creationId id="{5A74138C-45B9-449D-8899-C9C94A9FC222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5781675"/>
              <a:ext cx="3181350" cy="36195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9" name="instance.C02.83.title.661">
              <a:extLst>
                <a:ext uri="{FF2B5EF4-FFF2-40B4-BE49-F238E27FC236}">
                  <a16:creationId id="{DB5F97D9-C532-4000-AC62-148CA51A5705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5810250"/>
              <a:ext cx="28956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50" name="instance.C02.83.label.662">
              <a:extLst>
                <a:ext uri="{FF2B5EF4-FFF2-40B4-BE49-F238E27FC236}">
                  <a16:creationId id="{86919DB4-C472-4BA8-B271-12BA29059B64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4962525"/>
              <a:ext cx="2895600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51" name="gallery.bottom-caption.note.663">
            <a:extLst>
              <a:ext uri="{FF2B5EF4-FFF2-40B4-BE49-F238E27FC236}">
                <a16:creationId id="{971C5206-709A-42E7-BCE8-37548AF33E91}"/>
              </a:ext>
            </a:extLst>
          </p:cNvPr>
          <p:cNvSpPr>
            <a:spLocks noGrp="1"/>
          </p:cNvSpPr>
          <p:nvPr/>
        </p:nvSpPr>
        <p:spPr>
          <a:xfrm>
            <a:off x="82677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正文在上，标题条在下</a:t>
            </a:r>
          </a:p>
        </p:txBody>
      </p:sp>
      <p:sp>
        <p:nvSpPr>
          <p:cNvPr id="61" name="navigation.rule.2673">
            <a:extLst>
              <a:ext uri="{FF2B5EF4-FFF2-40B4-BE49-F238E27FC236}">
                <a16:creationId id="{337327D3-3B6F-401C-BD22-C478112A6275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2" name="navigation.section.2674">
            <a:extLst>
              <a:ext uri="{FF2B5EF4-FFF2-40B4-BE49-F238E27FC236}">
                <a16:creationId id="{5A44894C-BFCD-48F0-A20C-8678410AFCF7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63" name="navigation.page.2675">
            <a:extLst>
              <a:ext uri="{FF2B5EF4-FFF2-40B4-BE49-F238E27FC236}">
                <a16:creationId id="{E5B1A860-66DE-4006-90B3-235BC9466B07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17 / 53</a:t>
            </a:r>
          </a:p>
        </p:txBody>
      </p:sp>
    </p:spTree>
    <p:extLst>
      <p:ext uri="{BB962C8B-B14F-4D97-AF65-F5344CB8AC3E}">
        <p14:creationId val="1184563683"/>
      </p:ext>
    </p:extLst>
  </p:cSld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0" name="3.9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9" name="header.accent.664">
              <a:extLst>
                <a:ext uri="{FF2B5EF4-FFF2-40B4-BE49-F238E27FC236}">
                  <a16:creationId id="{FF721969-89D0-4D6A-B3C4-D8F85F17DC1E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665">
              <a:extLst>
                <a:ext uri="{FF2B5EF4-FFF2-40B4-BE49-F238E27FC236}">
                  <a16:creationId id="{90D82C5F-68F6-4E46-9C08-EDFF05C8E094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3.9</a:t>
              </a:r>
            </a:p>
          </p:txBody>
        </p:sp>
        <p:sp>
          <p:nvSpPr>
            <p:cNvPr id="3" name="header.gradient.666">
              <a:extLst>
                <a:ext uri="{FF2B5EF4-FFF2-40B4-BE49-F238E27FC236}">
                  <a16:creationId id="{0307F105-456F-4838-A63D-C2BAC25B4C7E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667">
              <a:extLst>
                <a:ext uri="{FF2B5EF4-FFF2-40B4-BE49-F238E27FC236}">
                  <a16:creationId id="{3545E983-464C-4AD2-B0E0-74D8587A9C87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信息框分区与组合</a:t>
              </a:r>
            </a:p>
          </p:txBody>
        </p:sp>
        <p:sp>
          <p:nvSpPr>
            <p:cNvPr id="5" name="header.library.668">
              <a:extLst>
                <a:ext uri="{FF2B5EF4-FFF2-40B4-BE49-F238E27FC236}">
                  <a16:creationId id="{41DF9C05-E21A-4997-AEDA-18899625F61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1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669">
              <a:extLst>
                <a:ext uri="{FF2B5EF4-FFF2-40B4-BE49-F238E27FC236}">
                  <a16:creationId id="{16B070E2-39F2-4FDA-86B3-0723E3A35B0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670">
              <a:extLst>
                <a:ext uri="{FF2B5EF4-FFF2-40B4-BE49-F238E27FC236}">
                  <a16:creationId id="{94866AE8-4597-4287-B542-C8DDDA8274E3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671">
              <a:extLst>
                <a:ext uri="{FF2B5EF4-FFF2-40B4-BE49-F238E27FC236}">
                  <a16:creationId id="{3410F907-0472-4378-8254-B73BBBD80336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672">
              <a:extLst>
                <a:ext uri="{FF2B5EF4-FFF2-40B4-BE49-F238E27FC236}">
                  <a16:creationId id="{88B27C24-7FFC-4068-9276-2AAEEC25AD52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侧签批注、括线标题、横线笔记、双区正文、圆章与叠页形成不同的信息组织方式。</a:t>
              </a:r>
            </a:p>
          </p:txBody>
        </p:sp>
      </p:grpSp>
      <p:sp>
        <p:nvSpPr>
          <p:cNvPr id="10" name="gallery.side-callout.frame.673">
            <a:extLst>
              <a:ext uri="{FF2B5EF4-FFF2-40B4-BE49-F238E27FC236}">
                <a16:creationId id="{2497B8A0-D98F-4E32-BA44-22CE0748400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side-callout.heading.674">
            <a:extLst>
              <a:ext uri="{FF2B5EF4-FFF2-40B4-BE49-F238E27FC236}">
                <a16:creationId id="{EE99F973-FE55-46EF-96A8-773518961CE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侧签批注信息框</a:t>
            </a:r>
          </a:p>
        </p:txBody>
      </p:sp>
      <p:grpSp>
        <p:nvGrpSpPr>
          <p:cNvPr id="62" name="侧签批注信息框"/>
          <p:cNvGrpSpPr/>
          <p:nvPr/>
        </p:nvGrpSpPr>
        <p:grpSpPr>
          <a:xfrm>
            <a:off x="647700" y="2371725"/>
            <a:ext cx="3190875" cy="1295400"/>
            <a:chOff x="647700" y="2371725"/>
            <a:chExt cx="3190875" cy="1295400"/>
          </a:xfrm>
        </p:grpSpPr>
        <p:sp>
          <p:nvSpPr>
            <p:cNvPr id="12" name="instance.C02.84.body-frame.675">
              <a:extLst>
                <a:ext uri="{FF2B5EF4-FFF2-40B4-BE49-F238E27FC236}">
                  <a16:creationId id="{12184809-25C4-4BB2-AA5F-24F0E283C5CB}"/>
                </a:ext>
              </a:extLst>
            </p:cNvPr>
            <p:cNvSpPr>
              <a:spLocks noGrp="1"/>
            </p:cNvSpPr>
            <p:nvPr/>
          </p:nvSpPr>
          <p:spPr>
            <a:xfrm>
              <a:off x="1752600" y="2371725"/>
              <a:ext cx="2085975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3" name="instance.C02.84.title-sign.676">
              <a:extLst>
                <a:ext uri="{FF2B5EF4-FFF2-40B4-BE49-F238E27FC236}">
                  <a16:creationId id="{38B0D4FB-830A-4E4D-99D1-24FE1A7CB99A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2676525"/>
              <a:ext cx="1028700" cy="685800"/>
            </a:xfrm>
            <a:custGeom>
              <a:pathLst>
                <a:path w="1028700" h="685800">
                  <a:moveTo>
                    <a:pt x="0" y="0"/>
                  </a:moveTo>
                  <a:lnTo>
                    <a:pt x="876300" y="0"/>
                  </a:lnTo>
                  <a:lnTo>
                    <a:pt x="1028700" y="342900"/>
                  </a:lnTo>
                  <a:lnTo>
                    <a:pt x="8763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instance.C02.84.title.677">
              <a:extLst>
                <a:ext uri="{FF2B5EF4-FFF2-40B4-BE49-F238E27FC236}">
                  <a16:creationId id="{DFFEE5E6-E70F-486D-8895-8A69FCB716C2}"/>
                </a:ext>
              </a:extLst>
            </p:cNvPr>
            <p:cNvSpPr>
              <a:spLocks noGrp="1"/>
            </p:cNvSpPr>
            <p:nvPr/>
          </p:nvSpPr>
          <p:spPr>
            <a:xfrm>
              <a:off x="723900" y="2724150"/>
              <a:ext cx="7239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</a:t>
              </a:r>
            </a:p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文字</a:t>
              </a:r>
            </a:p>
          </p:txBody>
        </p:sp>
        <p:sp>
          <p:nvSpPr>
            <p:cNvPr id="15" name="instance.C02.84.label.678">
              <a:extLst>
                <a:ext uri="{FF2B5EF4-FFF2-40B4-BE49-F238E27FC236}">
                  <a16:creationId id="{ECCDC9AF-5E0E-4B94-AD1C-A7F18F528E03}"/>
                </a:ext>
              </a:extLst>
            </p:cNvPr>
            <p:cNvSpPr>
              <a:spLocks noGrp="1"/>
            </p:cNvSpPr>
            <p:nvPr/>
          </p:nvSpPr>
          <p:spPr>
            <a:xfrm>
              <a:off x="1905000" y="2514600"/>
              <a:ext cx="1790700" cy="1009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16" name="gallery.side-callout.note.679">
            <a:extLst>
              <a:ext uri="{FF2B5EF4-FFF2-40B4-BE49-F238E27FC236}">
                <a16:creationId id="{267561DE-86BD-42DE-A017-2B7FC5A484AD}"/>
              </a:ext>
            </a:extLst>
          </p:cNvPr>
          <p:cNvSpPr>
            <a:spLocks noGrp="1"/>
          </p:cNvSpPr>
          <p:nvPr/>
        </p:nvSpPr>
        <p:spPr>
          <a:xfrm>
            <a:off x="5715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独立指向标题签与正文框组合</a:t>
            </a:r>
          </a:p>
        </p:txBody>
      </p:sp>
      <p:sp>
        <p:nvSpPr>
          <p:cNvPr id="17" name="gallery.bracket-heading.frame.680">
            <a:extLst>
              <a:ext uri="{FF2B5EF4-FFF2-40B4-BE49-F238E27FC236}">
                <a16:creationId id="{BC832E0F-2992-4737-B4B0-1F456FFB06ED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" name="gallery.bracket-heading.heading.681">
            <a:extLst>
              <a:ext uri="{FF2B5EF4-FFF2-40B4-BE49-F238E27FC236}">
                <a16:creationId id="{8DB2C36B-68F4-4BFF-BB7D-30D241181C07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标题括线信息框</a:t>
            </a:r>
          </a:p>
        </p:txBody>
      </p:sp>
      <p:grpSp>
        <p:nvGrpSpPr>
          <p:cNvPr id="63" name="标题括线信息框"/>
          <p:cNvGrpSpPr/>
          <p:nvPr/>
        </p:nvGrpSpPr>
        <p:grpSpPr>
          <a:xfrm>
            <a:off x="4505325" y="2371725"/>
            <a:ext cx="3181350" cy="1295400"/>
            <a:chOff x="4505325" y="2371725"/>
            <a:chExt cx="3181350" cy="1295400"/>
          </a:xfrm>
        </p:grpSpPr>
        <p:sp>
          <p:nvSpPr>
            <p:cNvPr id="19" name="instance.C02.85.body-frame.682">
              <a:extLst>
                <a:ext uri="{FF2B5EF4-FFF2-40B4-BE49-F238E27FC236}">
                  <a16:creationId id="{84B01568-C73C-4CF7-9734-35824FA25E34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2781300"/>
              <a:ext cx="3181350" cy="8858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0" name="instance.C02.85.left-bracket.683">
              <a:extLst>
                <a:ext uri="{FF2B5EF4-FFF2-40B4-BE49-F238E27FC236}">
                  <a16:creationId id="{ACBA6462-99FE-47E3-BE27-1CC560814F9C}"/>
                </a:ext>
              </a:extLst>
            </p:cNvPr>
            <p:cNvSpPr>
              <a:spLocks noGrp="1"/>
            </p:cNvSpPr>
            <p:nvPr/>
          </p:nvSpPr>
          <p:spPr>
            <a:xfrm>
              <a:off x="4629150" y="2371725"/>
              <a:ext cx="114300" cy="333375"/>
            </a:xfrm>
            <a:custGeom>
              <a:pathLst>
                <a:path w="114300" h="333375">
                  <a:moveTo>
                    <a:pt x="1143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114300" y="333375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21" name="instance.C02.85.right-bracket.684">
              <a:extLst>
                <a:ext uri="{FF2B5EF4-FFF2-40B4-BE49-F238E27FC236}">
                  <a16:creationId id="{1F82F763-2942-4700-8F7E-1EB5566FB82F}"/>
                </a:ext>
              </a:extLst>
            </p:cNvPr>
            <p:cNvSpPr>
              <a:spLocks noGrp="1"/>
            </p:cNvSpPr>
            <p:nvPr/>
          </p:nvSpPr>
          <p:spPr>
            <a:xfrm>
              <a:off x="7448550" y="2371725"/>
              <a:ext cx="114300" cy="333375"/>
            </a:xfrm>
            <a:custGeom>
              <a:pathLst>
                <a:path w="114300" h="333375">
                  <a:moveTo>
                    <a:pt x="0" y="0"/>
                  </a:moveTo>
                  <a:lnTo>
                    <a:pt x="114300" y="0"/>
                  </a:lnTo>
                  <a:lnTo>
                    <a:pt x="114300" y="333375"/>
                  </a:lnTo>
                  <a:lnTo>
                    <a:pt x="0" y="333375"/>
                  </a:lnTo>
                </a:path>
              </a:pathLst>
            </a:custGeom>
            <a:noFill/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22" name="instance.C02.85.title.685">
              <a:extLst>
                <a:ext uri="{FF2B5EF4-FFF2-40B4-BE49-F238E27FC236}">
                  <a16:creationId id="{D0132873-06E1-447E-ACC9-55B5EBCC2233}"/>
                </a:ext>
              </a:extLst>
            </p:cNvPr>
            <p:cNvSpPr>
              <a:spLocks noGrp="1"/>
            </p:cNvSpPr>
            <p:nvPr/>
          </p:nvSpPr>
          <p:spPr>
            <a:xfrm>
              <a:off x="4829175" y="2381250"/>
              <a:ext cx="253365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23" name="instance.C02.85.label.686">
              <a:extLst>
                <a:ext uri="{FF2B5EF4-FFF2-40B4-BE49-F238E27FC236}">
                  <a16:creationId id="{398BD33C-A79A-43BF-91D8-1EF992AC1561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2905125"/>
              <a:ext cx="2895600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24" name="gallery.bracket-heading.note.687">
            <a:extLst>
              <a:ext uri="{FF2B5EF4-FFF2-40B4-BE49-F238E27FC236}">
                <a16:creationId id="{63D9461A-C921-4E6C-B737-E3EFD2A38F29}"/>
              </a:ext>
            </a:extLst>
          </p:cNvPr>
          <p:cNvSpPr>
            <a:spLocks noGrp="1"/>
          </p:cNvSpPr>
          <p:nvPr/>
        </p:nvSpPr>
        <p:spPr>
          <a:xfrm>
            <a:off x="44196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标题由括线标识，下方单设正文框</a:t>
            </a:r>
          </a:p>
        </p:txBody>
      </p:sp>
      <p:sp>
        <p:nvSpPr>
          <p:cNvPr id="25" name="gallery.ruled-note.frame.688">
            <a:extLst>
              <a:ext uri="{FF2B5EF4-FFF2-40B4-BE49-F238E27FC236}">
                <a16:creationId id="{CC2671FA-C51A-48AC-BBF8-5C2A50866A9D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6" name="gallery.ruled-note.heading.689">
            <a:extLst>
              <a:ext uri="{FF2B5EF4-FFF2-40B4-BE49-F238E27FC236}">
                <a16:creationId id="{D7947023-6241-4D76-A31B-63D8A7A0F795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横线笔记信息框</a:t>
            </a:r>
          </a:p>
        </p:txBody>
      </p:sp>
      <p:grpSp>
        <p:nvGrpSpPr>
          <p:cNvPr id="64" name="横线笔记信息框"/>
          <p:cNvGrpSpPr/>
          <p:nvPr/>
        </p:nvGrpSpPr>
        <p:grpSpPr>
          <a:xfrm>
            <a:off x="8353425" y="2371725"/>
            <a:ext cx="3181350" cy="1295400"/>
            <a:chOff x="8353425" y="2371725"/>
            <a:chExt cx="3181350" cy="1295400"/>
          </a:xfrm>
        </p:grpSpPr>
        <p:sp>
          <p:nvSpPr>
            <p:cNvPr id="27" name="instance.C02.86.frame.690">
              <a:extLst>
                <a:ext uri="{FF2B5EF4-FFF2-40B4-BE49-F238E27FC236}">
                  <a16:creationId id="{C58E2867-B845-406C-9308-0284D7C7E077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23717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8" name="instance.C02.86.label.691">
              <a:extLst>
                <a:ext uri="{FF2B5EF4-FFF2-40B4-BE49-F238E27FC236}">
                  <a16:creationId id="{57175E47-4A59-4034-AD7A-F92950DDB7BC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2809875"/>
              <a:ext cx="28956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  <p:sp>
          <p:nvSpPr>
            <p:cNvPr id="29" name="instance.C02.86.secondary.692">
              <a:extLst>
                <a:ext uri="{FF2B5EF4-FFF2-40B4-BE49-F238E27FC236}">
                  <a16:creationId id="{8FC8A252-7FDF-4AB6-87BD-512A2302314C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3086100"/>
              <a:ext cx="28956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/>
              </a:r>
            </a:p>
          </p:txBody>
        </p:sp>
        <p:sp>
          <p:nvSpPr>
            <p:cNvPr id="30" name="instance.C02.86.rule1.693">
              <a:extLst>
                <a:ext uri="{FF2B5EF4-FFF2-40B4-BE49-F238E27FC236}">
                  <a16:creationId id="{C78C848E-18F4-4D12-8686-ABA8626F53A7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3076575"/>
              <a:ext cx="2895600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1" name="instance.C02.86.rule2.694">
              <a:extLst>
                <a:ext uri="{FF2B5EF4-FFF2-40B4-BE49-F238E27FC236}">
                  <a16:creationId id="{8B99AFCF-839A-4B2F-A520-5F6D0E3B5CFA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3352800"/>
              <a:ext cx="2895600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2" name="instance.C02.86.title.695">
              <a:extLst>
                <a:ext uri="{FF2B5EF4-FFF2-40B4-BE49-F238E27FC236}">
                  <a16:creationId id="{7B60BA7A-7406-4E3C-80D9-255B94C3D60A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2447925"/>
              <a:ext cx="28956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</p:grpSp>
      <p:sp>
        <p:nvSpPr>
          <p:cNvPr id="33" name="gallery.ruled-note.note.696">
            <a:extLst>
              <a:ext uri="{FF2B5EF4-FFF2-40B4-BE49-F238E27FC236}">
                <a16:creationId id="{324012FD-47F5-475A-A1A2-87B9B48CF831}"/>
              </a:ext>
            </a:extLst>
          </p:cNvPr>
          <p:cNvSpPr>
            <a:spLocks noGrp="1"/>
          </p:cNvSpPr>
          <p:nvPr/>
        </p:nvSpPr>
        <p:spPr>
          <a:xfrm>
            <a:off x="8267700" y="37338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分行文字与横线一一对应</a:t>
            </a:r>
          </a:p>
        </p:txBody>
      </p:sp>
      <p:sp>
        <p:nvSpPr>
          <p:cNvPr id="34" name="gallery.split-body.frame.697">
            <a:extLst>
              <a:ext uri="{FF2B5EF4-FFF2-40B4-BE49-F238E27FC236}">
                <a16:creationId id="{6834E848-92A9-40D5-9B85-7B14E3AD2481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5" name="gallery.split-body.heading.698">
            <a:extLst>
              <a:ext uri="{FF2B5EF4-FFF2-40B4-BE49-F238E27FC236}">
                <a16:creationId id="{C0390CFF-4641-41A5-888B-8F2B40D3A212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双正文分区信息框</a:t>
            </a:r>
          </a:p>
        </p:txBody>
      </p:sp>
      <p:grpSp>
        <p:nvGrpSpPr>
          <p:cNvPr id="65" name="双正文分区信息框"/>
          <p:cNvGrpSpPr/>
          <p:nvPr/>
        </p:nvGrpSpPr>
        <p:grpSpPr>
          <a:xfrm>
            <a:off x="657225" y="4848225"/>
            <a:ext cx="3181350" cy="1295400"/>
            <a:chOff x="657225" y="4848225"/>
            <a:chExt cx="3181350" cy="1295400"/>
          </a:xfrm>
        </p:grpSpPr>
        <p:sp>
          <p:nvSpPr>
            <p:cNvPr id="36" name="instance.C02.87.frame.699">
              <a:extLst>
                <a:ext uri="{FF2B5EF4-FFF2-40B4-BE49-F238E27FC236}">
                  <a16:creationId id="{26DD8442-D062-4961-A46B-FFAFF08901C0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4848225"/>
              <a:ext cx="3181350" cy="1295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7" name="instance.C02.87.heading-rule.700">
              <a:extLst>
                <a:ext uri="{FF2B5EF4-FFF2-40B4-BE49-F238E27FC236}">
                  <a16:creationId id="{453B6734-9F42-44CB-A61E-A96E713FA24D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5257800"/>
              <a:ext cx="2895600" cy="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8" name="instance.C02.87.divider.701">
              <a:extLst>
                <a:ext uri="{FF2B5EF4-FFF2-40B4-BE49-F238E27FC236}">
                  <a16:creationId id="{64496168-40B4-44FD-9C45-D93BC92E2222}"/>
                </a:ext>
              </a:extLst>
            </p:cNvPr>
            <p:cNvSpPr>
              <a:spLocks noGrp="1"/>
            </p:cNvSpPr>
            <p:nvPr/>
          </p:nvSpPr>
          <p:spPr>
            <a:xfrm>
              <a:off x="2247900" y="5353050"/>
              <a:ext cx="0" cy="66675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9" name="instance.C02.87.secondary.702">
              <a:extLst>
                <a:ext uri="{FF2B5EF4-FFF2-40B4-BE49-F238E27FC236}">
                  <a16:creationId id="{DD729B05-A653-427B-B2DD-39686FBADEEE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5372100"/>
              <a:ext cx="13144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补充说明</a:t>
              </a:r>
            </a:p>
          </p:txBody>
        </p:sp>
        <p:sp>
          <p:nvSpPr>
            <p:cNvPr id="40" name="instance.C02.87.title.703">
              <a:extLst>
                <a:ext uri="{FF2B5EF4-FFF2-40B4-BE49-F238E27FC236}">
                  <a16:creationId id="{45282BBB-0B99-4962-A739-7E63174E4F06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4924425"/>
              <a:ext cx="28956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41" name="instance.C02.87.label.704">
              <a:extLst>
                <a:ext uri="{FF2B5EF4-FFF2-40B4-BE49-F238E27FC236}">
                  <a16:creationId id="{E723AE8F-72F5-46A7-AE02-17FF2DA3E528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5372100"/>
              <a:ext cx="13335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</a:t>
              </a:r>
            </a:p>
          </p:txBody>
        </p:sp>
      </p:grpSp>
      <p:sp>
        <p:nvSpPr>
          <p:cNvPr id="42" name="gallery.split-body.note.705">
            <a:extLst>
              <a:ext uri="{FF2B5EF4-FFF2-40B4-BE49-F238E27FC236}">
                <a16:creationId id="{64564A2A-F70D-4D54-9B27-3BAD19137619}"/>
              </a:ext>
            </a:extLst>
          </p:cNvPr>
          <p:cNvSpPr>
            <a:spLocks noGrp="1"/>
          </p:cNvSpPr>
          <p:nvPr/>
        </p:nvSpPr>
        <p:spPr>
          <a:xfrm>
            <a:off x="5715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标题下方并列两个正文区域</a:t>
            </a:r>
          </a:p>
        </p:txBody>
      </p:sp>
      <p:sp>
        <p:nvSpPr>
          <p:cNvPr id="43" name="gallery.number-disc.frame.706">
            <a:extLst>
              <a:ext uri="{FF2B5EF4-FFF2-40B4-BE49-F238E27FC236}">
                <a16:creationId id="{0A66258E-9127-4F92-BCF3-98B6E9910F89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4" name="gallery.number-disc.heading.707">
            <a:extLst>
              <a:ext uri="{FF2B5EF4-FFF2-40B4-BE49-F238E27FC236}">
                <a16:creationId id="{AC7CD503-FBB4-4169-AD12-07C6F6AEC51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圆章标题信息框</a:t>
            </a:r>
          </a:p>
        </p:txBody>
      </p:sp>
      <p:grpSp>
        <p:nvGrpSpPr>
          <p:cNvPr id="66" name="圆章标题信息框"/>
          <p:cNvGrpSpPr/>
          <p:nvPr/>
        </p:nvGrpSpPr>
        <p:grpSpPr>
          <a:xfrm>
            <a:off x="4505325" y="4838700"/>
            <a:ext cx="3181350" cy="1304925"/>
            <a:chOff x="4505325" y="4838700"/>
            <a:chExt cx="3181350" cy="1304925"/>
          </a:xfrm>
        </p:grpSpPr>
        <p:sp>
          <p:nvSpPr>
            <p:cNvPr id="45" name="instance.C02.88.frame.708">
              <a:extLst>
                <a:ext uri="{FF2B5EF4-FFF2-40B4-BE49-F238E27FC236}">
                  <a16:creationId id="{45786E6C-C669-4EB6-8067-EE1A00FE05D4}"/>
                </a:ext>
              </a:extLst>
            </p:cNvPr>
            <p:cNvSpPr>
              <a:spLocks noGrp="1"/>
            </p:cNvSpPr>
            <p:nvPr/>
          </p:nvSpPr>
          <p:spPr>
            <a:xfrm>
              <a:off x="4505325" y="5038725"/>
              <a:ext cx="3181350" cy="11049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6" name="instance.C02.88.disc.709">
              <a:extLst>
                <a:ext uri="{FF2B5EF4-FFF2-40B4-BE49-F238E27FC236}">
                  <a16:creationId id="{9BCC732D-6D1A-4D15-B8DA-21B6C16988A6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4838700"/>
              <a:ext cx="438150" cy="438150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7" name="instance.C02.88.number.710">
              <a:extLst>
                <a:ext uri="{FF2B5EF4-FFF2-40B4-BE49-F238E27FC236}">
                  <a16:creationId id="{79698163-8007-4B9C-B913-CB102C17DD0C}"/>
                </a:ext>
              </a:extLst>
            </p:cNvPr>
            <p:cNvSpPr>
              <a:spLocks noGrp="1"/>
            </p:cNvSpPr>
            <p:nvPr/>
          </p:nvSpPr>
          <p:spPr>
            <a:xfrm>
              <a:off x="4686300" y="4876800"/>
              <a:ext cx="36195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01</a:t>
              </a:r>
            </a:p>
          </p:txBody>
        </p:sp>
        <p:sp>
          <p:nvSpPr>
            <p:cNvPr id="48" name="instance.C02.88.title-backplate.711">
              <a:extLst>
                <a:ext uri="{FF2B5EF4-FFF2-40B4-BE49-F238E27FC236}">
                  <a16:creationId id="{D392AA96-1A48-42F4-B439-3096BE37F1EE}"/>
                </a:ext>
              </a:extLst>
            </p:cNvPr>
            <p:cNvSpPr>
              <a:spLocks noGrp="1"/>
            </p:cNvSpPr>
            <p:nvPr/>
          </p:nvSpPr>
          <p:spPr>
            <a:xfrm>
              <a:off x="5191125" y="4857750"/>
              <a:ext cx="2362200" cy="342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49" name="instance.C02.88.title.712">
              <a:extLst>
                <a:ext uri="{FF2B5EF4-FFF2-40B4-BE49-F238E27FC236}">
                  <a16:creationId id="{61A6B842-16DB-41C0-9590-F75C1CD05B8C}"/>
                </a:ext>
              </a:extLst>
            </p:cNvPr>
            <p:cNvSpPr>
              <a:spLocks noGrp="1"/>
            </p:cNvSpPr>
            <p:nvPr/>
          </p:nvSpPr>
          <p:spPr>
            <a:xfrm>
              <a:off x="5229225" y="4876800"/>
              <a:ext cx="231457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50" name="instance.C02.88.label.713">
              <a:extLst>
                <a:ext uri="{FF2B5EF4-FFF2-40B4-BE49-F238E27FC236}">
                  <a16:creationId id="{DE321FFB-9178-4E23-8333-9976F4ADC3E0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5419725"/>
              <a:ext cx="28956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51" name="gallery.number-disc.note.714">
            <a:extLst>
              <a:ext uri="{FF2B5EF4-FFF2-40B4-BE49-F238E27FC236}">
                <a16:creationId id="{36FA2166-16B0-439B-ACB5-963D8526E2A8}"/>
              </a:ext>
            </a:extLst>
          </p:cNvPr>
          <p:cNvSpPr>
            <a:spLocks noGrp="1"/>
          </p:cNvSpPr>
          <p:nvPr/>
        </p:nvSpPr>
        <p:spPr>
          <a:xfrm>
            <a:off x="44196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圆形编号章与标题共同叠在边框上</a:t>
            </a:r>
          </a:p>
        </p:txBody>
      </p:sp>
      <p:sp>
        <p:nvSpPr>
          <p:cNvPr id="52" name="gallery.stacked-card.frame.715">
            <a:extLst>
              <a:ext uri="{FF2B5EF4-FFF2-40B4-BE49-F238E27FC236}">
                <a16:creationId id="{D25EE2FE-CC6E-4D4D-865F-F6F0A0EBBF29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3" name="gallery.stacked-card.heading.716">
            <a:extLst>
              <a:ext uri="{FF2B5EF4-FFF2-40B4-BE49-F238E27FC236}">
                <a16:creationId id="{82B2FB9C-BCB5-4D8C-88DC-0ADEDC8D972D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C02  背页层叠信息框</a:t>
            </a:r>
          </a:p>
        </p:txBody>
      </p:sp>
      <p:grpSp>
        <p:nvGrpSpPr>
          <p:cNvPr id="67" name="背页层叠信息框"/>
          <p:cNvGrpSpPr/>
          <p:nvPr/>
        </p:nvGrpSpPr>
        <p:grpSpPr>
          <a:xfrm>
            <a:off x="8353425" y="4848225"/>
            <a:ext cx="3181350" cy="1295400"/>
            <a:chOff x="8353425" y="4848225"/>
            <a:chExt cx="3181350" cy="1295400"/>
          </a:xfrm>
        </p:grpSpPr>
        <p:sp>
          <p:nvSpPr>
            <p:cNvPr id="54" name="instance.C02.89.back.717">
              <a:extLst>
                <a:ext uri="{FF2B5EF4-FFF2-40B4-BE49-F238E27FC236}">
                  <a16:creationId id="{F2BC9FE6-B29D-4528-AE23-6386E72EDF73}"/>
                </a:ext>
              </a:extLst>
            </p:cNvPr>
            <p:cNvSpPr>
              <a:spLocks noGrp="1"/>
            </p:cNvSpPr>
            <p:nvPr/>
          </p:nvSpPr>
          <p:spPr>
            <a:xfrm>
              <a:off x="8458200" y="4953000"/>
              <a:ext cx="3076575" cy="1190625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5" name="instance.C02.89.front.718">
              <a:extLst>
                <a:ext uri="{FF2B5EF4-FFF2-40B4-BE49-F238E27FC236}">
                  <a16:creationId id="{30039F34-603F-49C2-B4E7-D54286C63408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4848225"/>
              <a:ext cx="3067050" cy="11811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6" name="instance.C02.89.title.719">
              <a:extLst>
                <a:ext uri="{FF2B5EF4-FFF2-40B4-BE49-F238E27FC236}">
                  <a16:creationId id="{5FB4FB3C-D9CC-4D8D-88B8-47C5352577B2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4924425"/>
              <a:ext cx="279082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标题文字</a:t>
              </a:r>
            </a:p>
          </p:txBody>
        </p:sp>
        <p:sp>
          <p:nvSpPr>
            <p:cNvPr id="57" name="instance.C02.89.label.720">
              <a:extLst>
                <a:ext uri="{FF2B5EF4-FFF2-40B4-BE49-F238E27FC236}">
                  <a16:creationId id="{B12527F0-E1A6-4828-85A8-6D89F2CF9EEB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5353050"/>
              <a:ext cx="2790825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说明文字可在此编辑</a:t>
              </a:r>
            </a:p>
          </p:txBody>
        </p:sp>
      </p:grpSp>
      <p:sp>
        <p:nvSpPr>
          <p:cNvPr id="58" name="gallery.stacked-card.note.721">
            <a:extLst>
              <a:ext uri="{FF2B5EF4-FFF2-40B4-BE49-F238E27FC236}">
                <a16:creationId id="{C389116B-57E6-4C6F-8633-4A24F909A924}"/>
              </a:ext>
            </a:extLst>
          </p:cNvPr>
          <p:cNvSpPr>
            <a:spLocks noGrp="1"/>
          </p:cNvSpPr>
          <p:nvPr/>
        </p:nvSpPr>
        <p:spPr>
          <a:xfrm>
            <a:off x="8267700" y="62103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正文页与背页保持错位间隔</a:t>
            </a:r>
          </a:p>
        </p:txBody>
      </p:sp>
      <p:sp>
        <p:nvSpPr>
          <p:cNvPr id="68" name="navigation.rule.2676">
            <a:extLst>
              <a:ext uri="{FF2B5EF4-FFF2-40B4-BE49-F238E27FC236}">
                <a16:creationId id="{975F3B9E-E7EA-4236-96B3-136394E1AE3D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9" name="navigation.section.2677">
            <a:extLst>
              <a:ext uri="{FF2B5EF4-FFF2-40B4-BE49-F238E27FC236}">
                <a16:creationId id="{FF208927-F22D-4374-A688-053B8EE65D86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第3节　图标、标签与信息框</a:t>
            </a:r>
          </a:p>
        </p:txBody>
      </p:sp>
      <p:sp>
        <p:nvSpPr>
          <p:cNvPr id="70" name="navigation.page.2678">
            <a:extLst>
              <a:ext uri="{FF2B5EF4-FFF2-40B4-BE49-F238E27FC236}">
                <a16:creationId id="{4045A0D0-9103-4FBE-94BD-81EE4B0AC5EF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18 / 53</a:t>
            </a:r>
          </a:p>
        </p:txBody>
      </p:sp>
    </p:spTree>
    <p:extLst>
      <p:ext uri="{BB962C8B-B14F-4D97-AF65-F5344CB8AC3E}">
        <p14:creationId val="1999429445"/>
      </p:ext>
    </p:extLst>
  </p:cSld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3" name="编号渐变标题栏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2" name="header.accent.138">
              <a:extLst>
                <a:ext uri="{FF2B5EF4-FFF2-40B4-BE49-F238E27FC236}">
                  <a16:creationId id="{1856E324-F81C-4C55-AC18-A10C05E1CF3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39">
              <a:extLst>
                <a:ext uri="{FF2B5EF4-FFF2-40B4-BE49-F238E27FC236}">
                  <a16:creationId id="{1D49F607-4D3B-42B1-89E4-3C9138BCC011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</a:t>
              </a:r>
            </a:p>
          </p:txBody>
        </p:sp>
        <p:sp>
          <p:nvSpPr>
            <p:cNvPr id="3" name="header.gradient.140">
              <a:extLst>
                <a:ext uri="{FF2B5EF4-FFF2-40B4-BE49-F238E27FC236}">
                  <a16:creationId id="{5A07359E-9416-477F-B44E-C27D9910AF11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41">
              <a:extLst>
                <a:ext uri="{FF2B5EF4-FFF2-40B4-BE49-F238E27FC236}">
                  <a16:creationId id="{7DE723E4-3B1B-4299-A394-3257F2816EB1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流程图组件</a:t>
              </a:r>
            </a:p>
          </p:txBody>
        </p:sp>
        <p:sp>
          <p:nvSpPr>
            <p:cNvPr id="5" name="header.library.142">
              <a:extLst>
                <a:ext uri="{FF2B5EF4-FFF2-40B4-BE49-F238E27FC236}">
                  <a16:creationId id="{98D2EA6B-324E-4E3B-8568-5BBB35EDDE0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4" name="箭头引导概述框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43">
              <a:extLst>
                <a:ext uri="{FF2B5EF4-FFF2-40B4-BE49-F238E27FC236}">
                  <a16:creationId id="{601E6C24-A850-49F7-842C-3A9D90413D4B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44">
              <a:extLst>
                <a:ext uri="{FF2B5EF4-FFF2-40B4-BE49-F238E27FC236}">
                  <a16:creationId id="{7F141C22-50F5-4F8F-9E16-8CC70354A42E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45">
              <a:extLst>
                <a:ext uri="{FF2B5EF4-FFF2-40B4-BE49-F238E27FC236}">
                  <a16:creationId id="{5C3D6B55-F21C-49D4-BC2F-36662F25235B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46">
              <a:extLst>
                <a:ext uri="{FF2B5EF4-FFF2-40B4-BE49-F238E27FC236}">
                  <a16:creationId id="{31B7EAD0-AE90-4A6C-9B4D-B5965A550CFB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流程图围绕 </a:t>
              </a:r>
              <a:r>
                <a:rPr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rPr>
                <a:t>输入、处理、输出与反馈</a:t>
              </a:r>
              <a:r>
                <a:t> 组织，节点之间保留清晰的连接空间。</a:t>
              </a:r>
            </a:p>
          </p:txBody>
        </p:sp>
      </p:grpSp>
      <p:sp>
        <p:nvSpPr>
          <p:cNvPr id="10" name="flow.horizontal.frame.147">
            <a:extLst>
              <a:ext uri="{FF2B5EF4-FFF2-40B4-BE49-F238E27FC236}">
                <a16:creationId id="{09AE4DEF-D725-4387-8DC6-04CFB61F0C36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1277600" cy="148590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11" name="flow.stage.title.148">
            <a:extLst>
              <a:ext uri="{FF2B5EF4-FFF2-40B4-BE49-F238E27FC236}">
                <a16:creationId id="{B5D1854E-7993-46B9-ACDF-C88E82C3B639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C20 横向顺序链</a:t>
            </a:r>
          </a:p>
        </p:txBody>
      </p:sp>
      <p:grpSp>
        <p:nvGrpSpPr>
          <p:cNvPr id="45" name="F01 横向阶段流程"/>
          <p:cNvGrpSpPr/>
          <p:nvPr/>
        </p:nvGrpSpPr>
        <p:grpSpPr>
          <a:xfrm>
            <a:off x="742950" y="2524125"/>
            <a:ext cx="10706101" cy="533400"/>
            <a:chOff x="742950" y="2524125"/>
            <a:chExt cx="10706101" cy="533400"/>
          </a:xfrm>
        </p:grpSpPr>
        <p:sp>
          <p:nvSpPr>
            <p:cNvPr id="12" name="flow.stage.node0.149">
              <a:extLst>
                <a:ext uri="{FF2B5EF4-FFF2-40B4-BE49-F238E27FC236}">
                  <a16:creationId id="{F1225E0C-DB1C-4E8A-ACD2-A121C7642CD6}"/>
                </a:ext>
              </a:extLst>
            </p:cNvPr>
            <p:cNvSpPr>
              <a:spLocks noGrp="1"/>
            </p:cNvSpPr>
            <p:nvPr/>
          </p:nvSpPr>
          <p:spPr>
            <a:xfrm>
              <a:off x="742950" y="2524125"/>
              <a:ext cx="2347913" cy="53340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定义问题</a:t>
              </a:r>
            </a:p>
          </p:txBody>
        </p:sp>
        <p:sp>
          <p:nvSpPr>
            <p:cNvPr id="13" name="flow.stage.node1.150">
              <a:extLst>
                <a:ext uri="{FF2B5EF4-FFF2-40B4-BE49-F238E27FC236}">
                  <a16:creationId id="{363ED773-91E9-4FD7-A528-49715D25108D}"/>
                </a:ext>
              </a:extLst>
            </p:cNvPr>
            <p:cNvSpPr>
              <a:spLocks noGrp="1"/>
            </p:cNvSpPr>
            <p:nvPr/>
          </p:nvSpPr>
          <p:spPr>
            <a:xfrm>
              <a:off x="3529013" y="2524125"/>
              <a:ext cx="2347913" cy="53340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准备数据</a:t>
              </a:r>
            </a:p>
          </p:txBody>
        </p:sp>
        <p:sp>
          <p:nvSpPr>
            <p:cNvPr id="14" name="flow.stage.node2.151">
              <a:extLst>
                <a:ext uri="{FF2B5EF4-FFF2-40B4-BE49-F238E27FC236}">
                  <a16:creationId id="{5BF713BA-E27F-4FEC-BB79-D5785DB8DF42}"/>
                </a:ext>
              </a:extLst>
            </p:cNvPr>
            <p:cNvSpPr>
              <a:spLocks noGrp="1"/>
            </p:cNvSpPr>
            <p:nvPr/>
          </p:nvSpPr>
          <p:spPr>
            <a:xfrm>
              <a:off x="6315075" y="2524125"/>
              <a:ext cx="2347913" cy="53340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构建方法</a:t>
              </a:r>
            </a:p>
          </p:txBody>
        </p:sp>
        <p:sp>
          <p:nvSpPr>
            <p:cNvPr id="15" name="flow.stage.node3.152">
              <a:extLst>
                <a:ext uri="{FF2B5EF4-FFF2-40B4-BE49-F238E27FC236}">
                  <a16:creationId id="{A0ECCD4A-FF16-43D3-A9EF-4B8197BBE7F5}"/>
                </a:ext>
              </a:extLst>
            </p:cNvPr>
            <p:cNvSpPr>
              <a:spLocks noGrp="1"/>
            </p:cNvSpPr>
            <p:nvPr/>
          </p:nvSpPr>
          <p:spPr>
            <a:xfrm>
              <a:off x="9101138" y="2524125"/>
              <a:ext cx="2347913" cy="533400"/>
            </a:xfrm>
            <a:prstGeom prst="rect">
              <a:avLst/>
            </a:prstGeom>
            <a:solidFill>
              <a:srgbClr val="0759BE"/>
            </a:solidFill>
            <a:ln w="13335">
              <a:solidFill>
                <a:srgbClr val="0759BE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评价结果</a:t>
              </a:r>
            </a:p>
          </p:txBody>
        </p:sp>
        <p:cxnSp>
          <p:nvCxnSpPr>
            <p:cNvPr id="16" name="flow.stage.link0">
              <a:extLst>
                <a:ext uri="{FF2B5EF4-FFF2-40B4-BE49-F238E27FC236}">
                  <a16:creationId id="{11FE5765-45E6-4F60-86E7-B09DA59C0E42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3090863" y="2790825"/>
              <a:ext cx="438150" cy="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17" name="flow.stage.link1">
              <a:extLst>
                <a:ext uri="{FF2B5EF4-FFF2-40B4-BE49-F238E27FC236}">
                  <a16:creationId id="{F478B9B2-EA44-475D-B93C-D1F1172E9B36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5876926" y="2790825"/>
              <a:ext cx="438149" cy="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18" name="flow.stage.link2">
              <a:extLst>
                <a:ext uri="{FF2B5EF4-FFF2-40B4-BE49-F238E27FC236}">
                  <a16:creationId id="{9389184A-689B-4C75-A0BA-13478E2AA853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8662988" y="2790825"/>
              <a:ext cx="438150" cy="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</p:grpSp>
      <p:sp>
        <p:nvSpPr>
          <p:cNvPr id="19" name="flow.parallel.frame.153">
            <a:extLst>
              <a:ext uri="{FF2B5EF4-FFF2-40B4-BE49-F238E27FC236}">
                <a16:creationId id="{CFCF8B60-B4F4-43A1-A19F-2D0A91F30188}"/>
              </a:ext>
            </a:extLst>
          </p:cNvPr>
          <p:cNvSpPr>
            <a:spLocks noGrp="1"/>
          </p:cNvSpPr>
          <p:nvPr/>
        </p:nvSpPr>
        <p:spPr>
          <a:xfrm>
            <a:off x="457200" y="3486150"/>
            <a:ext cx="6953250" cy="31051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20" name="flow.parallel.title.154">
            <a:extLst>
              <a:ext uri="{FF2B5EF4-FFF2-40B4-BE49-F238E27FC236}">
                <a16:creationId id="{4EBDAFAA-3F64-4AB4-AA61-34347FF1B37A}"/>
              </a:ext>
            </a:extLst>
          </p:cNvPr>
          <p:cNvSpPr>
            <a:spLocks noGrp="1"/>
          </p:cNvSpPr>
          <p:nvPr/>
        </p:nvSpPr>
        <p:spPr>
          <a:xfrm>
            <a:off x="628650" y="3571875"/>
            <a:ext cx="657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C21 并行汇合结构</a:t>
            </a:r>
          </a:p>
        </p:txBody>
      </p:sp>
      <p:grpSp>
        <p:nvGrpSpPr>
          <p:cNvPr id="46" name="F02 双路特征提取与融合"/>
          <p:cNvGrpSpPr/>
          <p:nvPr/>
        </p:nvGrpSpPr>
        <p:grpSpPr>
          <a:xfrm>
            <a:off x="695325" y="4314825"/>
            <a:ext cx="6400800" cy="1514475"/>
            <a:chOff x="695325" y="4314825"/>
            <a:chExt cx="6400800" cy="1514475"/>
          </a:xfrm>
        </p:grpSpPr>
        <p:sp>
          <p:nvSpPr>
            <p:cNvPr id="21" name="flow.parallel.image.155">
              <a:extLst>
                <a:ext uri="{FF2B5EF4-FFF2-40B4-BE49-F238E27FC236}">
                  <a16:creationId id="{0FDE0BA5-46F7-4C5A-971D-037A42AA91C6}"/>
                </a:ext>
              </a:extLst>
            </p:cNvPr>
            <p:cNvSpPr>
              <a:spLocks noGrp="1"/>
            </p:cNvSpPr>
            <p:nvPr/>
          </p:nvSpPr>
          <p:spPr>
            <a:xfrm>
              <a:off x="695325" y="4314825"/>
              <a:ext cx="1409700" cy="54292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图像资料</a:t>
              </a:r>
            </a:p>
          </p:txBody>
        </p:sp>
        <p:sp>
          <p:nvSpPr>
            <p:cNvPr id="22" name="flow.parallel.text.156">
              <a:extLst>
                <a:ext uri="{FF2B5EF4-FFF2-40B4-BE49-F238E27FC236}">
                  <a16:creationId id="{222A9C93-1055-4101-BC74-6F07E2CC8A77}"/>
                </a:ext>
              </a:extLst>
            </p:cNvPr>
            <p:cNvSpPr>
              <a:spLocks noGrp="1"/>
            </p:cNvSpPr>
            <p:nvPr/>
          </p:nvSpPr>
          <p:spPr>
            <a:xfrm>
              <a:off x="695325" y="5286375"/>
              <a:ext cx="1409700" cy="54292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文本资料</a:t>
              </a:r>
            </a:p>
          </p:txBody>
        </p:sp>
        <p:sp>
          <p:nvSpPr>
            <p:cNvPr id="23" name="flow.parallel.visual.157">
              <a:extLst>
                <a:ext uri="{FF2B5EF4-FFF2-40B4-BE49-F238E27FC236}">
                  <a16:creationId id="{9C1B66FE-3A07-4505-926A-6EF08690D98D}"/>
                </a:ext>
              </a:extLst>
            </p:cNvPr>
            <p:cNvSpPr>
              <a:spLocks noGrp="1"/>
            </p:cNvSpPr>
            <p:nvPr/>
          </p:nvSpPr>
          <p:spPr>
            <a:xfrm>
              <a:off x="2724150" y="4314825"/>
              <a:ext cx="1447800" cy="54292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图像特征</a:t>
              </a:r>
            </a:p>
          </p:txBody>
        </p:sp>
        <p:sp>
          <p:nvSpPr>
            <p:cNvPr id="24" name="flow.parallel.semantic.158">
              <a:extLst>
                <a:ext uri="{FF2B5EF4-FFF2-40B4-BE49-F238E27FC236}">
                  <a16:creationId id="{7AF3EA7E-7E74-44D4-8288-0EFB9885BDB7}"/>
                </a:ext>
              </a:extLst>
            </p:cNvPr>
            <p:cNvSpPr>
              <a:spLocks noGrp="1"/>
            </p:cNvSpPr>
            <p:nvPr/>
          </p:nvSpPr>
          <p:spPr>
            <a:xfrm>
              <a:off x="2724150" y="5286375"/>
              <a:ext cx="1447800" cy="54292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文本特征</a:t>
              </a:r>
            </a:p>
          </p:txBody>
        </p:sp>
        <p:sp>
          <p:nvSpPr>
            <p:cNvPr id="25" name="flow.parallel.output.159">
              <a:extLst>
                <a:ext uri="{FF2B5EF4-FFF2-40B4-BE49-F238E27FC236}">
                  <a16:creationId id="{D4BD0559-6FC7-49D2-9640-7E1DC1F7E6AB}"/>
                </a:ext>
              </a:extLst>
            </p:cNvPr>
            <p:cNvSpPr>
              <a:spLocks noGrp="1"/>
            </p:cNvSpPr>
            <p:nvPr/>
          </p:nvSpPr>
          <p:spPr>
            <a:xfrm>
              <a:off x="5486400" y="4810125"/>
              <a:ext cx="1609725" cy="542925"/>
            </a:xfrm>
            <a:prstGeom prst="rect">
              <a:avLst/>
            </a:prstGeom>
            <a:solidFill>
              <a:srgbClr val="0759BE"/>
            </a:solidFill>
            <a:ln w="13335">
              <a:solidFill>
                <a:srgbClr val="0759BE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联合表征</a:t>
              </a:r>
            </a:p>
          </p:txBody>
        </p:sp>
        <p:cxnSp>
          <p:nvCxnSpPr>
            <p:cNvPr id="26" name="flow.parallel.extract-image">
              <a:extLst>
                <a:ext uri="{FF2B5EF4-FFF2-40B4-BE49-F238E27FC236}">
                  <a16:creationId id="{42D04269-DF85-4565-B797-E86013CBC0F1}"/>
                </a:ext>
              </a:extLst>
            </p:cNvPr>
            <p:cNvCxnSpPr>
              <a:stCxn id="21" idx="3"/>
              <a:endCxn id="23" idx="1"/>
            </p:cNvCxnSpPr>
            <p:nvPr/>
          </p:nvCxnSpPr>
          <p:spPr>
            <a:xfrm>
              <a:off x="2105025" y="4586288"/>
              <a:ext cx="619125" cy="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27" name="flow.parallel.extract-text">
              <a:extLst>
                <a:ext uri="{FF2B5EF4-FFF2-40B4-BE49-F238E27FC236}">
                  <a16:creationId id="{6D6F82E0-CCF5-4E9C-82C7-3AAE0D6C3AC3}"/>
                </a:ext>
              </a:extLst>
            </p:cNvPr>
            <p:cNvCxnSpPr>
              <a:stCxn id="22" idx="3"/>
              <a:endCxn id="24" idx="1"/>
            </p:cNvCxnSpPr>
            <p:nvPr/>
          </p:nvCxnSpPr>
          <p:spPr>
            <a:xfrm>
              <a:off x="2105025" y="5557838"/>
              <a:ext cx="619125" cy="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28" name="flow.parallel.merge-image">
              <a:extLst>
                <a:ext uri="{FF2B5EF4-FFF2-40B4-BE49-F238E27FC236}">
                  <a16:creationId id="{8B0CD599-BE99-4957-B94E-8FF45781ADA8}"/>
                </a:ext>
              </a:extLst>
            </p:cNvPr>
            <p:cNvCxnSpPr>
              <a:stCxn id="23" idx="3"/>
              <a:endCxn id="25" idx="1"/>
            </p:cNvCxnSpPr>
            <p:nvPr/>
          </p:nvCxnSpPr>
          <p:spPr>
            <a:xfrm>
              <a:off x="4171950" y="4586288"/>
              <a:ext cx="1314450" cy="49530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29" name="flow.parallel.merge-text">
              <a:extLst>
                <a:ext uri="{FF2B5EF4-FFF2-40B4-BE49-F238E27FC236}">
                  <a16:creationId id="{72C8DC75-8154-44C2-B708-A0AE3B1A0E75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 flipV="1">
              <a:off x="4171950" y="5081588"/>
              <a:ext cx="1314450" cy="476250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</p:grpSp>
      <p:sp>
        <p:nvSpPr>
          <p:cNvPr id="30" name="flow.parallel.annotation.160">
            <a:extLst>
              <a:ext uri="{FF2B5EF4-FFF2-40B4-BE49-F238E27FC236}">
                <a16:creationId id="{AF4BFC8F-9192-40E3-8221-12550AA188C5}"/>
              </a:ext>
            </a:extLst>
          </p:cNvPr>
          <p:cNvSpPr>
            <a:spLocks noGrp="1"/>
          </p:cNvSpPr>
          <p:nvPr/>
        </p:nvSpPr>
        <p:spPr>
          <a:xfrm>
            <a:off x="704850" y="6086475"/>
            <a:ext cx="638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并行分支保留各自的含义，再进入融合节点</a:t>
            </a:r>
          </a:p>
        </p:txBody>
      </p:sp>
      <p:sp>
        <p:nvSpPr>
          <p:cNvPr id="31" name="flow.vertical.frame.161">
            <a:extLst>
              <a:ext uri="{FF2B5EF4-FFF2-40B4-BE49-F238E27FC236}">
                <a16:creationId id="{38361E45-2C2F-463A-9631-5F9334F0E78B}"/>
              </a:ext>
            </a:extLst>
          </p:cNvPr>
          <p:cNvSpPr>
            <a:spLocks noGrp="1"/>
          </p:cNvSpPr>
          <p:nvPr/>
        </p:nvSpPr>
        <p:spPr>
          <a:xfrm>
            <a:off x="7600950" y="3486150"/>
            <a:ext cx="4133850" cy="3105150"/>
          </a:xfrm>
          <a:prstGeom prst="rect">
            <a:avLst/>
          </a:prstGeom>
          <a:solidFill>
            <a:srgbClr val="FFFFFF"/>
          </a:solidFill>
          <a:ln w="13335">
            <a:solidFill>
              <a:srgbClr val="A6B4C0"/>
            </a:solidFill>
            <a:prstDash val="solid"/>
          </a:ln>
        </p:spPr>
      </p:sp>
      <p:sp>
        <p:nvSpPr>
          <p:cNvPr id="32" name="flow.vertical.title.162">
            <a:extLst>
              <a:ext uri="{FF2B5EF4-FFF2-40B4-BE49-F238E27FC236}">
                <a16:creationId id="{3A08EB7C-30D8-4C51-B489-A261F773788F}"/>
              </a:ext>
            </a:extLst>
          </p:cNvPr>
          <p:cNvSpPr>
            <a:spLocks noGrp="1"/>
          </p:cNvSpPr>
          <p:nvPr/>
        </p:nvSpPr>
        <p:spPr>
          <a:xfrm>
            <a:off x="7772400" y="357187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75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C20 顺序链与反馈</a:t>
            </a:r>
          </a:p>
        </p:txBody>
      </p:sp>
      <p:grpSp>
        <p:nvGrpSpPr>
          <p:cNvPr id="47" name="F03 纵向流程与反馈"/>
          <p:cNvGrpSpPr/>
          <p:nvPr/>
        </p:nvGrpSpPr>
        <p:grpSpPr>
          <a:xfrm>
            <a:off x="7762875" y="4076700"/>
            <a:ext cx="3362325" cy="2095500"/>
            <a:chOff x="7762875" y="4076700"/>
            <a:chExt cx="3362325" cy="2095500"/>
          </a:xfrm>
        </p:grpSpPr>
        <p:sp>
          <p:nvSpPr>
            <p:cNvPr id="33" name="flow.vertical.step1.163">
              <a:extLst>
                <a:ext uri="{FF2B5EF4-FFF2-40B4-BE49-F238E27FC236}">
                  <a16:creationId id="{2F0E8354-8C6D-461B-AA12-F4985DD11DF3}"/>
                </a:ext>
              </a:extLst>
            </p:cNvPr>
            <p:cNvSpPr>
              <a:spLocks noGrp="1"/>
            </p:cNvSpPr>
            <p:nvPr/>
          </p:nvSpPr>
          <p:spPr>
            <a:xfrm>
              <a:off x="8867775" y="4076700"/>
              <a:ext cx="2257425" cy="45720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形成方案</a:t>
              </a:r>
            </a:p>
          </p:txBody>
        </p:sp>
        <p:sp>
          <p:nvSpPr>
            <p:cNvPr id="34" name="flow.vertical.step2.164">
              <a:extLst>
                <a:ext uri="{FF2B5EF4-FFF2-40B4-BE49-F238E27FC236}">
                  <a16:creationId id="{2FCAA857-31FD-476B-8AD6-8516754FD23D}"/>
                </a:ext>
              </a:extLst>
            </p:cNvPr>
            <p:cNvSpPr>
              <a:spLocks noGrp="1"/>
            </p:cNvSpPr>
            <p:nvPr/>
          </p:nvSpPr>
          <p:spPr>
            <a:xfrm>
              <a:off x="8867775" y="4895850"/>
              <a:ext cx="2257425" cy="45720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试验验证</a:t>
              </a:r>
            </a:p>
          </p:txBody>
        </p:sp>
        <p:sp>
          <p:nvSpPr>
            <p:cNvPr id="35" name="flow.vertical.step3.165">
              <a:extLst>
                <a:ext uri="{FF2B5EF4-FFF2-40B4-BE49-F238E27FC236}">
                  <a16:creationId id="{8441EABB-F6B6-41CB-B3DA-DCC1CF1EAE8E}"/>
                </a:ext>
              </a:extLst>
            </p:cNvPr>
            <p:cNvSpPr>
              <a:spLocks noGrp="1"/>
            </p:cNvSpPr>
            <p:nvPr/>
          </p:nvSpPr>
          <p:spPr>
            <a:xfrm>
              <a:off x="8867775" y="5715000"/>
              <a:ext cx="2257425" cy="45720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修订方法</a:t>
              </a:r>
            </a:p>
          </p:txBody>
        </p:sp>
        <p:cxnSp>
          <p:nvCxnSpPr>
            <p:cNvPr id="36" name="flow.vertical.link1">
              <a:extLst>
                <a:ext uri="{FF2B5EF4-FFF2-40B4-BE49-F238E27FC236}">
                  <a16:creationId id="{B07A3C0C-0714-4639-B6FA-DE0E88BB4A65}"/>
                </a:ext>
              </a:extLst>
            </p:cNvPr>
            <p:cNvCxnSpPr>
              <a:stCxn id="33" idx="2"/>
              <a:endCxn id="34" idx="0"/>
            </p:cNvCxnSpPr>
            <p:nvPr/>
          </p:nvCxnSpPr>
          <p:spPr>
            <a:xfrm>
              <a:off x="9996488" y="4533900"/>
              <a:ext cx="0" cy="36195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37" name="flow.vertical.link2">
              <a:extLst>
                <a:ext uri="{FF2B5EF4-FFF2-40B4-BE49-F238E27FC236}">
                  <a16:creationId id="{F37E8F39-E4A8-4B7E-AF67-BB753C9E3E58}"/>
                </a:ext>
              </a:extLst>
            </p:cNvPr>
            <p:cNvCxnSpPr>
              <a:stCxn id="34" idx="2"/>
              <a:endCxn id="35" idx="0"/>
            </p:cNvCxnSpPr>
            <p:nvPr/>
          </p:nvCxnSpPr>
          <p:spPr>
            <a:xfrm>
              <a:off x="9996488" y="5353050"/>
              <a:ext cx="0" cy="36195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sp>
          <p:nvSpPr>
            <p:cNvPr id="48" name="flow.feedback.anchor0"/>
            <p:cNvSpPr/>
            <p:nvPr/>
          </p:nvSpPr>
          <p:spPr>
            <a:xfrm>
              <a:off x="8391524" y="5943600"/>
              <a:ext cx="2" cy="2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49" name="flow.feedback.anchor1"/>
            <p:cNvSpPr/>
            <p:nvPr/>
          </p:nvSpPr>
          <p:spPr>
            <a:xfrm>
              <a:off x="8391524" y="4305300"/>
              <a:ext cx="2" cy="2"/>
            </a:xfrm>
            <a:prstGeom prst="rect">
              <a:avLst/>
            </a:prstGeom>
            <a:noFill/>
            <a:ln w="0">
              <a:noFill/>
            </a:ln>
          </p:spPr>
        </p:sp>
        <p:cxnSp>
          <p:nvCxnSpPr>
            <p:cNvPr id="38" name="flow.feedback.bottom.166">
              <a:extLst>
                <a:ext uri="{FF2B5EF4-FFF2-40B4-BE49-F238E27FC236}">
                  <a16:creationId id="{B490F578-B73A-468A-94CE-E21D273F6050}"/>
                </a:ext>
              </a:extLst>
            </p:cNvPr>
            <p:cNvCxnSpPr>
              <a:cxnSpLocks noGrp="1"/>
              <a:stCxn id="35" idx="1"/>
              <a:endCxn id="48" idx="0"/>
            </p:cNvCxnSpPr>
            <p:nvPr/>
          </p:nvCxnSpPr>
          <p:spPr>
            <a:xfrm flipH="1">
              <a:off x="8391525" y="5943600"/>
              <a:ext cx="476250" cy="0"/>
            </a:xfrm>
            <a:prstGeom prst="straightConnector1">
              <a:avLst/>
            </a:prstGeom>
            <a:noFill/>
            <a:ln w="19050">
              <a:solidFill>
                <a:srgbClr val="357596"/>
              </a:solidFill>
              <a:prstDash val="dash"/>
              <a:headEnd type="none" w="med" len="med"/>
              <a:tailEnd type="none" w="med" len="med"/>
            </a:ln>
          </p:spPr>
        </p:cxnSp>
        <p:cxnSp>
          <p:nvCxnSpPr>
            <p:cNvPr id="39" name="flow.feedback.vertical.167">
              <a:extLst>
                <a:ext uri="{FF2B5EF4-FFF2-40B4-BE49-F238E27FC236}">
                  <a16:creationId id="{C25275AD-DAB9-4B4A-A307-77BA2983618D}"/>
                </a:ext>
              </a:extLst>
            </p:cNvPr>
            <p:cNvCxnSpPr>
              <a:cxnSpLocks noGrp="1"/>
              <a:stCxn id="48" idx="0"/>
              <a:endCxn id="49" idx="0"/>
            </p:cNvCxnSpPr>
            <p:nvPr/>
          </p:nvCxnSpPr>
          <p:spPr>
            <a:xfrm flipV="1">
              <a:off x="8391525" y="4305300"/>
              <a:ext cx="0" cy="1638300"/>
            </a:xfrm>
            <a:prstGeom prst="straightConnector1">
              <a:avLst/>
            </a:prstGeom>
            <a:noFill/>
            <a:ln w="19050">
              <a:solidFill>
                <a:srgbClr val="357596"/>
              </a:solidFill>
              <a:prstDash val="dash"/>
              <a:headEnd type="none" w="med" len="med"/>
              <a:tailEnd type="none" w="med" len="med"/>
            </a:ln>
          </p:spPr>
        </p:cxnSp>
        <p:cxnSp>
          <p:nvCxnSpPr>
            <p:cNvPr id="40" name="flow.feedback.return.168">
              <a:extLst>
                <a:ext uri="{FF2B5EF4-FFF2-40B4-BE49-F238E27FC236}">
                  <a16:creationId id="{4EFD0A4B-FA0B-418B-9859-47EE40141798}"/>
                </a:ext>
              </a:extLst>
            </p:cNvPr>
            <p:cNvCxnSpPr>
              <a:stCxn id="49" idx="0"/>
              <a:endCxn id="33" idx="1"/>
            </p:cNvCxnSpPr>
            <p:nvPr/>
          </p:nvCxnSpPr>
          <p:spPr>
            <a:xfrm>
              <a:off x="8391525" y="4305300"/>
              <a:ext cx="476250" cy="0"/>
            </a:xfrm>
            <a:prstGeom prst="straightConnector1">
              <a:avLst/>
            </a:prstGeom>
            <a:ln w="19050">
              <a:solidFill>
                <a:srgbClr val="357596"/>
              </a:solidFill>
              <a:prstDash val="dash"/>
              <a:headEnd type="none" w="med" len="med"/>
              <a:tailEnd type="triangle" w="med" len="med"/>
            </a:ln>
          </p:spPr>
        </p:cxnSp>
        <p:sp>
          <p:nvSpPr>
            <p:cNvPr id="41" name="flow.feedback.label.169">
              <a:extLst>
                <a:ext uri="{FF2B5EF4-FFF2-40B4-BE49-F238E27FC236}">
                  <a16:creationId id="{3FDAA743-87AF-4A83-9CD9-B0E00F79C9EC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4924425"/>
              <a:ext cx="4762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反馈</a:t>
              </a:r>
            </a:p>
          </p:txBody>
        </p:sp>
      </p:grpSp>
      <p:sp>
        <p:nvSpPr>
          <p:cNvPr id="50" name="navigation.rule.2679">
            <a:extLst>
              <a:ext uri="{FF2B5EF4-FFF2-40B4-BE49-F238E27FC236}">
                <a16:creationId id="{85E8A117-BC99-4DB5-816D-95E9387E61EC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51" name="navigation.section.2680">
            <a:extLst>
              <a:ext uri="{FF2B5EF4-FFF2-40B4-BE49-F238E27FC236}">
                <a16:creationId id="{64E230C7-6A49-4BEC-8899-E5342D789DC6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第4节　流程图组件</a:t>
            </a:r>
          </a:p>
        </p:txBody>
      </p:sp>
      <p:sp>
        <p:nvSpPr>
          <p:cNvPr id="52" name="navigation.page.2681">
            <a:extLst>
              <a:ext uri="{FF2B5EF4-FFF2-40B4-BE49-F238E27FC236}">
                <a16:creationId id="{50546B63-FE94-4F50-8320-4EC22ADD7680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19 / 53</a:t>
            </a:r>
          </a:p>
        </p:txBody>
      </p:sp>
    </p:spTree>
    <p:extLst>
      <p:ext uri="{BB962C8B-B14F-4D97-AF65-F5344CB8AC3E}">
        <p14:creationId val="182492577"/>
      </p:ext>
    </p:extLst>
  </p:cSld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0" name="4.1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9" name="header.accent.722">
              <a:extLst>
                <a:ext uri="{FF2B5EF4-FFF2-40B4-BE49-F238E27FC236}">
                  <a16:creationId id="{E63110A7-DA3A-4ABE-A450-BEFC79E187D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723">
              <a:extLst>
                <a:ext uri="{FF2B5EF4-FFF2-40B4-BE49-F238E27FC236}">
                  <a16:creationId id="{154F3B6D-BEC3-4424-92A6-15BA42583E1E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4.1</a:t>
              </a:r>
            </a:p>
          </p:txBody>
        </p:sp>
        <p:sp>
          <p:nvSpPr>
            <p:cNvPr id="3" name="header.gradient.724">
              <a:extLst>
                <a:ext uri="{FF2B5EF4-FFF2-40B4-BE49-F238E27FC236}">
                  <a16:creationId id="{FEB944E4-00C9-46E0-A012-7532B469735D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725">
              <a:extLst>
                <a:ext uri="{FF2B5EF4-FFF2-40B4-BE49-F238E27FC236}">
                  <a16:creationId id="{8F007024-2F6A-4B21-B57E-F298EC9D4A21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条件判断与选择</a:t>
              </a:r>
            </a:p>
          </p:txBody>
        </p:sp>
        <p:sp>
          <p:nvSpPr>
            <p:cNvPr id="5" name="header.library.726">
              <a:extLst>
                <a:ext uri="{FF2B5EF4-FFF2-40B4-BE49-F238E27FC236}">
                  <a16:creationId id="{36AF9D5D-3AC2-4252-8AEA-4F73DC54E90D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71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727">
              <a:extLst>
                <a:ext uri="{FF2B5EF4-FFF2-40B4-BE49-F238E27FC236}">
                  <a16:creationId id="{713082FF-8590-4C74-9F15-E902A5D8B38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728">
              <a:extLst>
                <a:ext uri="{FF2B5EF4-FFF2-40B4-BE49-F238E27FC236}">
                  <a16:creationId id="{1D1BC5AF-B568-413A-B1D6-CF103C75AB1A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729">
              <a:extLst>
                <a:ext uri="{FF2B5EF4-FFF2-40B4-BE49-F238E27FC236}">
                  <a16:creationId id="{9AC02EE2-C576-40DC-9274-F38A2EDEB430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730">
              <a:extLst>
                <a:ext uri="{FF2B5EF4-FFF2-40B4-BE49-F238E27FC236}">
                  <a16:creationId id="{BAA08B42-743B-4520-A096-851D9C35A6E4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判断节点将流程分为互斥路径，条件标签说明各条分支的进入规则。</a:t>
              </a:r>
            </a:p>
          </p:txBody>
        </p:sp>
      </p:grpSp>
      <p:sp>
        <p:nvSpPr>
          <p:cNvPr id="10" name="gallery.decision-binary.frame.731">
            <a:extLst>
              <a:ext uri="{FF2B5EF4-FFF2-40B4-BE49-F238E27FC236}">
                <a16:creationId id="{7DC0E4BA-6728-4FAB-B4C6-75C39B2C5681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decision-binary.heading.732">
            <a:extLst>
              <a:ext uri="{FF2B5EF4-FFF2-40B4-BE49-F238E27FC236}">
                <a16:creationId id="{C1B4DBA1-45B8-45AB-9C9B-E0C21858A6DB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C34  二分支判断</a:t>
            </a:r>
          </a:p>
        </p:txBody>
      </p:sp>
      <p:grpSp>
        <p:nvGrpSpPr>
          <p:cNvPr id="72" name="二分支判断"/>
          <p:cNvGrpSpPr/>
          <p:nvPr/>
        </p:nvGrpSpPr>
        <p:grpSpPr>
          <a:xfrm>
            <a:off x="1047750" y="2409825"/>
            <a:ext cx="4343400" cy="3267075"/>
            <a:chOff x="1047750" y="2409825"/>
            <a:chExt cx="4343400" cy="3267075"/>
          </a:xfrm>
        </p:grpSpPr>
        <p:sp>
          <p:nvSpPr>
            <p:cNvPr id="17" name="instance.C34.90.merge.738">
              <a:extLst>
                <a:ext uri="{FF2B5EF4-FFF2-40B4-BE49-F238E27FC236}">
                  <a16:creationId id="{F78D233D-15EA-46DC-9179-3D28A05B1E57}"/>
                </a:ext>
              </a:extLst>
            </p:cNvPr>
            <p:cNvSpPr>
              <a:spLocks noGrp="1"/>
            </p:cNvSpPr>
            <p:nvPr/>
          </p:nvSpPr>
          <p:spPr>
            <a:xfrm>
              <a:off x="3218974" y="5028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instance.C34.90.condition.yes.point0.739">
              <a:extLst>
                <a:ext uri="{FF2B5EF4-FFF2-40B4-BE49-F238E27FC236}">
                  <a16:creationId id="{B649935C-03E0-4DBF-806E-A12A5AD9E866}"/>
                </a:ext>
              </a:extLst>
            </p:cNvPr>
            <p:cNvSpPr>
              <a:spLocks noGrp="1"/>
            </p:cNvSpPr>
            <p:nvPr/>
          </p:nvSpPr>
          <p:spPr>
            <a:xfrm>
              <a:off x="1675924" y="34570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instance.C34.90.condition.no.point0.740">
              <a:extLst>
                <a:ext uri="{FF2B5EF4-FFF2-40B4-BE49-F238E27FC236}">
                  <a16:creationId id="{ACC2298D-3C1C-4163-89F5-256D0CD4682D}"/>
                </a:ext>
              </a:extLst>
            </p:cNvPr>
            <p:cNvSpPr>
              <a:spLocks noGrp="1"/>
            </p:cNvSpPr>
            <p:nvPr/>
          </p:nvSpPr>
          <p:spPr>
            <a:xfrm>
              <a:off x="4762024" y="34570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instance.C34.90.a.merge.point0.741">
              <a:extLst>
                <a:ext uri="{FF2B5EF4-FFF2-40B4-BE49-F238E27FC236}">
                  <a16:creationId id="{1F86579A-3F36-4D4B-952F-4787505F2A23}"/>
                </a:ext>
              </a:extLst>
            </p:cNvPr>
            <p:cNvSpPr>
              <a:spLocks noGrp="1"/>
            </p:cNvSpPr>
            <p:nvPr/>
          </p:nvSpPr>
          <p:spPr>
            <a:xfrm>
              <a:off x="1675924" y="5028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8" name="instance.C34.90.b.merge.point0.742">
              <a:extLst>
                <a:ext uri="{FF2B5EF4-FFF2-40B4-BE49-F238E27FC236}">
                  <a16:creationId id="{7BFDC89B-6B92-4561-82C3-0F5B30F8EB98}"/>
                </a:ext>
              </a:extLst>
            </p:cNvPr>
            <p:cNvSpPr>
              <a:spLocks noGrp="1"/>
            </p:cNvSpPr>
            <p:nvPr/>
          </p:nvSpPr>
          <p:spPr>
            <a:xfrm>
              <a:off x="4762024" y="5028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18" name="instance.C34.90.input.condition">
              <a:extLst>
                <a:ext uri="{FF2B5EF4-FFF2-40B4-BE49-F238E27FC236}">
                  <a16:creationId id="{4D6F3C93-F77B-4A1E-B853-1338982AA978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3219450" y="2809875"/>
              <a:ext cx="0" cy="28575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0" name="instance.C34.90.condition.yes.edge0">
              <a:extLst>
                <a:ext uri="{FF2B5EF4-FFF2-40B4-BE49-F238E27FC236}">
                  <a16:creationId id="{8B4F4A78-0DE4-4BA7-B27D-7490E9BDD7E5}"/>
                </a:ext>
              </a:extLst>
            </p:cNvPr>
            <p:cNvCxnSpPr>
              <a:stCxn id="13" idx="1"/>
              <a:endCxn id="19" idx="3"/>
            </p:cNvCxnSpPr>
            <p:nvPr/>
          </p:nvCxnSpPr>
          <p:spPr>
            <a:xfrm flipH="1">
              <a:off x="1676877" y="3457575"/>
              <a:ext cx="97107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1" name="instance.C34.90.condition.yes.edge1">
              <a:extLst>
                <a:ext uri="{FF2B5EF4-FFF2-40B4-BE49-F238E27FC236}">
                  <a16:creationId id="{6FB9A237-B8A1-4175-A070-1199BE204E79}"/>
                </a:ext>
              </a:extLst>
            </p:cNvPr>
            <p:cNvCxnSpPr>
              <a:stCxn id="19" idx="2"/>
              <a:endCxn id="14" idx="0"/>
            </p:cNvCxnSpPr>
            <p:nvPr/>
          </p:nvCxnSpPr>
          <p:spPr>
            <a:xfrm flipH="1">
              <a:off x="1676400" y="3458052"/>
              <a:ext cx="1" cy="77104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3" name="instance.C34.90.condition.no.edge0">
              <a:extLst>
                <a:ext uri="{FF2B5EF4-FFF2-40B4-BE49-F238E27FC236}">
                  <a16:creationId id="{751F5ACF-C2B3-4464-8BC5-974F78B763F2}"/>
                </a:ext>
              </a:extLst>
            </p:cNvPr>
            <p:cNvCxnSpPr>
              <a:stCxn id="13" idx="3"/>
              <a:endCxn id="22" idx="1"/>
            </p:cNvCxnSpPr>
            <p:nvPr/>
          </p:nvCxnSpPr>
          <p:spPr>
            <a:xfrm>
              <a:off x="3790950" y="3457575"/>
              <a:ext cx="97107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4" name="instance.C34.90.condition.no.edge1">
              <a:extLst>
                <a:ext uri="{FF2B5EF4-FFF2-40B4-BE49-F238E27FC236}">
                  <a16:creationId id="{C55F8195-6A18-489E-87E4-48A72CF4705F}"/>
                </a:ext>
              </a:extLst>
            </p:cNvPr>
            <p:cNvCxnSpPr>
              <a:stCxn id="22" idx="2"/>
              <a:endCxn id="15" idx="0"/>
            </p:cNvCxnSpPr>
            <p:nvPr/>
          </p:nvCxnSpPr>
          <p:spPr>
            <a:xfrm flipH="1">
              <a:off x="4762500" y="3458052"/>
              <a:ext cx="0" cy="77104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6" name="instance.C34.90.a.merge.edge0">
              <a:extLst>
                <a:ext uri="{FF2B5EF4-FFF2-40B4-BE49-F238E27FC236}">
                  <a16:creationId id="{33ED592E-A760-42A0-B278-B748596F9C08}"/>
                </a:ext>
              </a:extLst>
            </p:cNvPr>
            <p:cNvCxnSpPr>
              <a:stCxn id="14" idx="2"/>
              <a:endCxn id="25" idx="0"/>
            </p:cNvCxnSpPr>
            <p:nvPr/>
          </p:nvCxnSpPr>
          <p:spPr>
            <a:xfrm>
              <a:off x="1676400" y="4686300"/>
              <a:ext cx="1" cy="3424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7" name="instance.C34.90.a.merge.edge1">
              <a:extLst>
                <a:ext uri="{FF2B5EF4-FFF2-40B4-BE49-F238E27FC236}">
                  <a16:creationId id="{E018BA51-9FB4-4F0E-9C84-EC8177412B9D}"/>
                </a:ext>
              </a:extLst>
            </p:cNvPr>
            <p:cNvCxnSpPr>
              <a:stCxn id="25" idx="3"/>
              <a:endCxn id="17" idx="1"/>
            </p:cNvCxnSpPr>
            <p:nvPr/>
          </p:nvCxnSpPr>
          <p:spPr>
            <a:xfrm>
              <a:off x="1676877" y="5029201"/>
              <a:ext cx="154209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9" name="instance.C34.90.b.merge.edge0">
              <a:extLst>
                <a:ext uri="{FF2B5EF4-FFF2-40B4-BE49-F238E27FC236}">
                  <a16:creationId id="{C80E45FD-E3A3-44F1-8FAB-4E4E6C57CB7A}"/>
                </a:ext>
              </a:extLst>
            </p:cNvPr>
            <p:cNvCxnSpPr>
              <a:stCxn id="15" idx="2"/>
              <a:endCxn id="28" idx="0"/>
            </p:cNvCxnSpPr>
            <p:nvPr/>
          </p:nvCxnSpPr>
          <p:spPr>
            <a:xfrm>
              <a:off x="4762500" y="4686300"/>
              <a:ext cx="0" cy="3424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0" name="instance.C34.90.b.merge.edge1">
              <a:extLst>
                <a:ext uri="{FF2B5EF4-FFF2-40B4-BE49-F238E27FC236}">
                  <a16:creationId id="{AB93AE16-98AF-47BE-B31A-6D2D617E3956}"/>
                </a:ext>
              </a:extLst>
            </p:cNvPr>
            <p:cNvCxnSpPr>
              <a:stCxn id="28" idx="1"/>
              <a:endCxn id="17" idx="3"/>
            </p:cNvCxnSpPr>
            <p:nvPr/>
          </p:nvCxnSpPr>
          <p:spPr>
            <a:xfrm flipH="1">
              <a:off x="3219927" y="5029201"/>
              <a:ext cx="154209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1" name="instance.C34.90.merge.output">
              <a:extLst>
                <a:ext uri="{FF2B5EF4-FFF2-40B4-BE49-F238E27FC236}">
                  <a16:creationId id="{E499C763-D928-4968-BDC0-66114CC65977}"/>
                </a:ext>
              </a:extLst>
            </p:cNvPr>
            <p:cNvCxnSpPr>
              <a:stCxn id="17" idx="2"/>
              <a:endCxn id="16" idx="0"/>
            </p:cNvCxnSpPr>
            <p:nvPr/>
          </p:nvCxnSpPr>
          <p:spPr>
            <a:xfrm flipH="1">
              <a:off x="3219450" y="5029677"/>
              <a:ext cx="0" cy="24717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34.90.input.733">
              <a:extLst>
                <a:ext uri="{FF2B5EF4-FFF2-40B4-BE49-F238E27FC236}">
                  <a16:creationId id="{3A906562-9BD3-4D59-AC7B-8E0487BC60B2}"/>
                </a:ext>
              </a:extLst>
            </p:cNvPr>
            <p:cNvSpPr>
              <a:spLocks noGrp="1"/>
            </p:cNvSpPr>
            <p:nvPr/>
          </p:nvSpPr>
          <p:spPr>
            <a:xfrm>
              <a:off x="2695575" y="2409825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13" name="instance.C34.90.condition.734">
              <a:extLst>
                <a:ext uri="{FF2B5EF4-FFF2-40B4-BE49-F238E27FC236}">
                  <a16:creationId id="{846A49CF-C665-4974-883D-1B3A62AFAD00}"/>
                </a:ext>
              </a:extLst>
            </p:cNvPr>
            <p:cNvSpPr>
              <a:spLocks noGrp="1"/>
            </p:cNvSpPr>
            <p:nvPr/>
          </p:nvSpPr>
          <p:spPr>
            <a:xfrm>
              <a:off x="2647950" y="3095625"/>
              <a:ext cx="1143000" cy="72390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14" name="instance.C34.90.stepA.735">
              <a:extLst>
                <a:ext uri="{FF2B5EF4-FFF2-40B4-BE49-F238E27FC236}">
                  <a16:creationId id="{1020A996-35D0-489E-B103-AA285BCD81CC}"/>
                </a:ext>
              </a:extLst>
            </p:cNvPr>
            <p:cNvSpPr>
              <a:spLocks noGrp="1"/>
            </p:cNvSpPr>
            <p:nvPr/>
          </p:nvSpPr>
          <p:spPr>
            <a:xfrm>
              <a:off x="1047750" y="42291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15" name="instance.C34.90.stepB.736">
              <a:extLst>
                <a:ext uri="{FF2B5EF4-FFF2-40B4-BE49-F238E27FC236}">
                  <a16:creationId id="{902F619B-A021-4CC2-B0F3-B35532EF73ED}"/>
                </a:ext>
              </a:extLst>
            </p:cNvPr>
            <p:cNvSpPr>
              <a:spLocks noGrp="1"/>
            </p:cNvSpPr>
            <p:nvPr/>
          </p:nvSpPr>
          <p:spPr>
            <a:xfrm>
              <a:off x="4133850" y="42291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16" name="instance.C34.90.output.737">
              <a:extLst>
                <a:ext uri="{FF2B5EF4-FFF2-40B4-BE49-F238E27FC236}">
                  <a16:creationId id="{72AB7414-EE6A-4608-A8F9-392E131E63A3}"/>
                </a:ext>
              </a:extLst>
            </p:cNvPr>
            <p:cNvSpPr>
              <a:spLocks noGrp="1"/>
            </p:cNvSpPr>
            <p:nvPr/>
          </p:nvSpPr>
          <p:spPr>
            <a:xfrm>
              <a:off x="2695575" y="5276850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32" name="instance.C34.90.yes.surface.743">
              <a:extLst>
                <a:ext uri="{FF2B5EF4-FFF2-40B4-BE49-F238E27FC236}">
                  <a16:creationId id="{21EDBF7F-CF3A-43DF-AC38-E3A86E9B6529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3162300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34" name="instance.C34.90.no.surface.745">
              <a:extLst>
                <a:ext uri="{FF2B5EF4-FFF2-40B4-BE49-F238E27FC236}">
                  <a16:creationId id="{BEA9A3D9-3916-4B3B-9DB8-C844E82D7BEF}"/>
                </a:ext>
              </a:extLst>
            </p:cNvPr>
            <p:cNvSpPr>
              <a:spLocks noGrp="1"/>
            </p:cNvSpPr>
            <p:nvPr/>
          </p:nvSpPr>
          <p:spPr>
            <a:xfrm>
              <a:off x="4086225" y="3162300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33" name="instance.C34.90.yes.744">
              <a:extLst>
                <a:ext uri="{FF2B5EF4-FFF2-40B4-BE49-F238E27FC236}">
                  <a16:creationId id="{7C95C21A-0B3F-439A-BB0E-95AB469C4250}"/>
                </a:ext>
              </a:extLst>
            </p:cNvPr>
            <p:cNvSpPr>
              <a:spLocks noGrp="1"/>
            </p:cNvSpPr>
            <p:nvPr/>
          </p:nvSpPr>
          <p:spPr>
            <a:xfrm>
              <a:off x="1971675" y="3162300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是</a:t>
              </a:r>
            </a:p>
          </p:txBody>
        </p:sp>
        <p:sp>
          <p:nvSpPr>
            <p:cNvPr id="35" name="instance.C34.90.no.746">
              <a:extLst>
                <a:ext uri="{FF2B5EF4-FFF2-40B4-BE49-F238E27FC236}">
                  <a16:creationId id="{92646BC2-BED5-4852-BB81-32A92AA23346}"/>
                </a:ext>
              </a:extLst>
            </p:cNvPr>
            <p:cNvSpPr>
              <a:spLocks noGrp="1"/>
            </p:cNvSpPr>
            <p:nvPr/>
          </p:nvSpPr>
          <p:spPr>
            <a:xfrm>
              <a:off x="4086225" y="3162300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否</a:t>
              </a:r>
            </a:p>
          </p:txBody>
        </p:sp>
      </p:grpSp>
      <p:sp>
        <p:nvSpPr>
          <p:cNvPr id="36" name="gallery.decision-binary.note.747">
            <a:extLst>
              <a:ext uri="{FF2B5EF4-FFF2-40B4-BE49-F238E27FC236}">
                <a16:creationId id="{67953CA4-8FFE-4F15-9EFE-AB548610B33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互斥的是、否分支在输出前合并</a:t>
            </a:r>
          </a:p>
        </p:txBody>
      </p:sp>
      <p:sp>
        <p:nvSpPr>
          <p:cNvPr id="37" name="gallery.decision-multi.frame.748">
            <a:extLst>
              <a:ext uri="{FF2B5EF4-FFF2-40B4-BE49-F238E27FC236}">
                <a16:creationId id="{3341F051-EE54-4BE6-A23E-AD01CE255CF4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8" name="gallery.decision-multi.heading.749">
            <a:extLst>
              <a:ext uri="{FF2B5EF4-FFF2-40B4-BE49-F238E27FC236}">
                <a16:creationId id="{D5B6C7FA-872A-4352-935B-E05690642009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C34  多分支选择</a:t>
            </a:r>
          </a:p>
        </p:txBody>
      </p:sp>
      <p:grpSp>
        <p:nvGrpSpPr>
          <p:cNvPr id="73" name="多分支选择"/>
          <p:cNvGrpSpPr/>
          <p:nvPr/>
        </p:nvGrpSpPr>
        <p:grpSpPr>
          <a:xfrm>
            <a:off x="6572250" y="2409825"/>
            <a:ext cx="4800600" cy="3267075"/>
            <a:chOff x="6572250" y="2409825"/>
            <a:chExt cx="4800600" cy="3267075"/>
          </a:xfrm>
        </p:grpSpPr>
        <p:sp>
          <p:nvSpPr>
            <p:cNvPr id="45" name="instance.C34.91.merge.756">
              <a:extLst>
                <a:ext uri="{FF2B5EF4-FFF2-40B4-BE49-F238E27FC236}">
                  <a16:creationId id="{138AC2FA-5558-45AF-8360-FE4EFFF29C20}"/>
                </a:ext>
              </a:extLst>
            </p:cNvPr>
            <p:cNvSpPr>
              <a:spLocks noGrp="1"/>
            </p:cNvSpPr>
            <p:nvPr/>
          </p:nvSpPr>
          <p:spPr>
            <a:xfrm>
              <a:off x="8972074" y="5028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instance.C34.91.condition.a.point0.757">
              <a:extLst>
                <a:ext uri="{FF2B5EF4-FFF2-40B4-BE49-F238E27FC236}">
                  <a16:creationId id="{C0B92190-9876-4B71-A088-9598BBF54B5A}"/>
                </a:ext>
              </a:extLst>
            </p:cNvPr>
            <p:cNvSpPr>
              <a:spLocks noGrp="1"/>
            </p:cNvSpPr>
            <p:nvPr/>
          </p:nvSpPr>
          <p:spPr>
            <a:xfrm>
              <a:off x="7200424" y="33904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1" name="instance.C34.91.condition.other.point0.758">
              <a:extLst>
                <a:ext uri="{FF2B5EF4-FFF2-40B4-BE49-F238E27FC236}">
                  <a16:creationId id="{86E2419B-65D3-48BA-A2C9-84BC34B3D47C}"/>
                </a:ext>
              </a:extLst>
            </p:cNvPr>
            <p:cNvSpPr>
              <a:spLocks noGrp="1"/>
            </p:cNvSpPr>
            <p:nvPr/>
          </p:nvSpPr>
          <p:spPr>
            <a:xfrm>
              <a:off x="10743724" y="33904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4" name="instance.C34.91.a.merge.point0.759">
              <a:extLst>
                <a:ext uri="{FF2B5EF4-FFF2-40B4-BE49-F238E27FC236}">
                  <a16:creationId id="{6CD424A3-6B49-413A-A5F8-552F8EB15EC4}"/>
                </a:ext>
              </a:extLst>
            </p:cNvPr>
            <p:cNvSpPr>
              <a:spLocks noGrp="1"/>
            </p:cNvSpPr>
            <p:nvPr/>
          </p:nvSpPr>
          <p:spPr>
            <a:xfrm>
              <a:off x="7200424" y="5028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8" name="instance.C34.91.c.merge.point0.760">
              <a:extLst>
                <a:ext uri="{FF2B5EF4-FFF2-40B4-BE49-F238E27FC236}">
                  <a16:creationId id="{980E4211-39D8-471D-8331-A40714C7CEB5}"/>
                </a:ext>
              </a:extLst>
            </p:cNvPr>
            <p:cNvSpPr>
              <a:spLocks noGrp="1"/>
            </p:cNvSpPr>
            <p:nvPr/>
          </p:nvSpPr>
          <p:spPr>
            <a:xfrm>
              <a:off x="10743724" y="5028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46" name="instance.C34.91.input.condition">
              <a:extLst>
                <a:ext uri="{FF2B5EF4-FFF2-40B4-BE49-F238E27FC236}">
                  <a16:creationId id="{C42B3E3C-D40D-4F32-8EA5-3C5CD3BDA89F}"/>
                </a:ext>
              </a:extLst>
            </p:cNvPr>
            <p:cNvCxnSpPr>
              <a:stCxn id="39" idx="2"/>
              <a:endCxn id="40" idx="0"/>
            </p:cNvCxnSpPr>
            <p:nvPr/>
          </p:nvCxnSpPr>
          <p:spPr>
            <a:xfrm>
              <a:off x="8972550" y="2809875"/>
              <a:ext cx="0" cy="2190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8" name="instance.C34.91.condition.a.edge0">
              <a:extLst>
                <a:ext uri="{FF2B5EF4-FFF2-40B4-BE49-F238E27FC236}">
                  <a16:creationId id="{7FF10415-B5B0-4769-9859-49705A5049E4}"/>
                </a:ext>
              </a:extLst>
            </p:cNvPr>
            <p:cNvCxnSpPr>
              <a:stCxn id="40" idx="1"/>
              <a:endCxn id="47" idx="3"/>
            </p:cNvCxnSpPr>
            <p:nvPr/>
          </p:nvCxnSpPr>
          <p:spPr>
            <a:xfrm flipH="1">
              <a:off x="7201377" y="3390900"/>
              <a:ext cx="119967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9" name="instance.C34.91.condition.a.edge1">
              <a:extLst>
                <a:ext uri="{FF2B5EF4-FFF2-40B4-BE49-F238E27FC236}">
                  <a16:creationId id="{50040FB9-4833-4447-87FF-AD83604AD38D}"/>
                </a:ext>
              </a:extLst>
            </p:cNvPr>
            <p:cNvCxnSpPr>
              <a:stCxn id="47" idx="2"/>
              <a:endCxn id="41" idx="0"/>
            </p:cNvCxnSpPr>
            <p:nvPr/>
          </p:nvCxnSpPr>
          <p:spPr>
            <a:xfrm flipH="1">
              <a:off x="7200900" y="3391377"/>
              <a:ext cx="1" cy="79962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0" name="instance.C34.91.condition.b">
              <a:extLst>
                <a:ext uri="{FF2B5EF4-FFF2-40B4-BE49-F238E27FC236}">
                  <a16:creationId id="{B321A7E1-BB98-471E-90F0-83EE1ACDB7C6}"/>
                </a:ext>
              </a:extLst>
            </p:cNvPr>
            <p:cNvCxnSpPr>
              <a:stCxn id="40" idx="2"/>
              <a:endCxn id="42" idx="0"/>
            </p:cNvCxnSpPr>
            <p:nvPr/>
          </p:nvCxnSpPr>
          <p:spPr>
            <a:xfrm>
              <a:off x="8972550" y="3752850"/>
              <a:ext cx="0" cy="43815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2" name="instance.C34.91.condition.other.edge0">
              <a:extLst>
                <a:ext uri="{FF2B5EF4-FFF2-40B4-BE49-F238E27FC236}">
                  <a16:creationId id="{17D62027-5E6C-44F4-9313-43E7D8ABEE54}"/>
                </a:ext>
              </a:extLst>
            </p:cNvPr>
            <p:cNvCxnSpPr>
              <a:stCxn id="40" idx="3"/>
              <a:endCxn id="51" idx="1"/>
            </p:cNvCxnSpPr>
            <p:nvPr/>
          </p:nvCxnSpPr>
          <p:spPr>
            <a:xfrm>
              <a:off x="9544050" y="3390900"/>
              <a:ext cx="119967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3" name="instance.C34.91.condition.other.edge1">
              <a:extLst>
                <a:ext uri="{FF2B5EF4-FFF2-40B4-BE49-F238E27FC236}">
                  <a16:creationId id="{270C3D14-8595-487A-9139-300D2CC03EE6}"/>
                </a:ext>
              </a:extLst>
            </p:cNvPr>
            <p:cNvCxnSpPr>
              <a:stCxn id="51" idx="2"/>
              <a:endCxn id="43" idx="0"/>
            </p:cNvCxnSpPr>
            <p:nvPr/>
          </p:nvCxnSpPr>
          <p:spPr>
            <a:xfrm flipH="1">
              <a:off x="10744200" y="3391377"/>
              <a:ext cx="1" cy="79962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5" name="instance.C34.91.a.merge.edge0">
              <a:extLst>
                <a:ext uri="{FF2B5EF4-FFF2-40B4-BE49-F238E27FC236}">
                  <a16:creationId id="{CC212385-C430-44DB-9416-F7144F4B38A3}"/>
                </a:ext>
              </a:extLst>
            </p:cNvPr>
            <p:cNvCxnSpPr>
              <a:stCxn id="41" idx="2"/>
              <a:endCxn id="54" idx="0"/>
            </p:cNvCxnSpPr>
            <p:nvPr/>
          </p:nvCxnSpPr>
          <p:spPr>
            <a:xfrm>
              <a:off x="7200900" y="4648200"/>
              <a:ext cx="1" cy="3805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6" name="instance.C34.91.a.merge.edge1">
              <a:extLst>
                <a:ext uri="{FF2B5EF4-FFF2-40B4-BE49-F238E27FC236}">
                  <a16:creationId id="{5FCBCA87-BEE0-4B24-BBA9-650CDA2E4333}"/>
                </a:ext>
              </a:extLst>
            </p:cNvPr>
            <p:cNvCxnSpPr>
              <a:stCxn id="54" idx="3"/>
              <a:endCxn id="45" idx="1"/>
            </p:cNvCxnSpPr>
            <p:nvPr/>
          </p:nvCxnSpPr>
          <p:spPr>
            <a:xfrm>
              <a:off x="7201377" y="5029201"/>
              <a:ext cx="177069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7" name="instance.C34.91.b.merge">
              <a:extLst>
                <a:ext uri="{FF2B5EF4-FFF2-40B4-BE49-F238E27FC236}">
                  <a16:creationId id="{D71C4400-7642-4576-A90F-FFFA49FE65A3}"/>
                </a:ext>
              </a:extLst>
            </p:cNvPr>
            <p:cNvCxnSpPr>
              <a:stCxn id="42" idx="2"/>
              <a:endCxn id="45" idx="0"/>
            </p:cNvCxnSpPr>
            <p:nvPr/>
          </p:nvCxnSpPr>
          <p:spPr>
            <a:xfrm>
              <a:off x="8972550" y="4648200"/>
              <a:ext cx="1" cy="3805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9" name="instance.C34.91.c.merge.edge0">
              <a:extLst>
                <a:ext uri="{FF2B5EF4-FFF2-40B4-BE49-F238E27FC236}">
                  <a16:creationId id="{5FA9FE3B-3247-4FFD-86C9-785AC6B12D74}"/>
                </a:ext>
              </a:extLst>
            </p:cNvPr>
            <p:cNvCxnSpPr>
              <a:stCxn id="43" idx="2"/>
              <a:endCxn id="58" idx="0"/>
            </p:cNvCxnSpPr>
            <p:nvPr/>
          </p:nvCxnSpPr>
          <p:spPr>
            <a:xfrm>
              <a:off x="10744200" y="4648200"/>
              <a:ext cx="1" cy="3805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60" name="instance.C34.91.c.merge.edge1">
              <a:extLst>
                <a:ext uri="{FF2B5EF4-FFF2-40B4-BE49-F238E27FC236}">
                  <a16:creationId id="{562DCC97-C28F-4681-8CC7-B7CDFD67832E}"/>
                </a:ext>
              </a:extLst>
            </p:cNvPr>
            <p:cNvCxnSpPr>
              <a:stCxn id="58" idx="1"/>
              <a:endCxn id="45" idx="3"/>
            </p:cNvCxnSpPr>
            <p:nvPr/>
          </p:nvCxnSpPr>
          <p:spPr>
            <a:xfrm flipH="1">
              <a:off x="8973027" y="5029201"/>
              <a:ext cx="177069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61" name="instance.C34.91.merge.output">
              <a:extLst>
                <a:ext uri="{FF2B5EF4-FFF2-40B4-BE49-F238E27FC236}">
                  <a16:creationId id="{3914F860-3490-44D0-9350-A51EC4411A95}"/>
                </a:ext>
              </a:extLst>
            </p:cNvPr>
            <p:cNvCxnSpPr>
              <a:stCxn id="45" idx="2"/>
              <a:endCxn id="44" idx="0"/>
            </p:cNvCxnSpPr>
            <p:nvPr/>
          </p:nvCxnSpPr>
          <p:spPr>
            <a:xfrm flipH="1">
              <a:off x="8972550" y="5029677"/>
              <a:ext cx="1" cy="24717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39" name="instance.C34.91.input.750">
              <a:extLst>
                <a:ext uri="{FF2B5EF4-FFF2-40B4-BE49-F238E27FC236}">
                  <a16:creationId id="{9F0B1626-CEAB-4CE6-8A97-03C8D39C2C58}"/>
                </a:ext>
              </a:extLst>
            </p:cNvPr>
            <p:cNvSpPr>
              <a:spLocks noGrp="1"/>
            </p:cNvSpPr>
            <p:nvPr/>
          </p:nvSpPr>
          <p:spPr>
            <a:xfrm>
              <a:off x="8448675" y="2409825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40" name="instance.C34.91.condition.751">
              <a:extLst>
                <a:ext uri="{FF2B5EF4-FFF2-40B4-BE49-F238E27FC236}">
                  <a16:creationId id="{9C06873F-106F-41E7-A9E4-5568FA618194}"/>
                </a:ext>
              </a:extLst>
            </p:cNvPr>
            <p:cNvSpPr>
              <a:spLocks noGrp="1"/>
            </p:cNvSpPr>
            <p:nvPr/>
          </p:nvSpPr>
          <p:spPr>
            <a:xfrm>
              <a:off x="8401050" y="3028950"/>
              <a:ext cx="1143000" cy="72390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41" name="instance.C34.91.stepA.752">
              <a:extLst>
                <a:ext uri="{FF2B5EF4-FFF2-40B4-BE49-F238E27FC236}">
                  <a16:creationId id="{E7B4686D-108F-4781-BFBE-D357B9C118A9}"/>
                </a:ext>
              </a:extLst>
            </p:cNvPr>
            <p:cNvSpPr>
              <a:spLocks noGrp="1"/>
            </p:cNvSpPr>
            <p:nvPr/>
          </p:nvSpPr>
          <p:spPr>
            <a:xfrm>
              <a:off x="6572250" y="41910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42" name="instance.C34.91.stepB.753">
              <a:extLst>
                <a:ext uri="{FF2B5EF4-FFF2-40B4-BE49-F238E27FC236}">
                  <a16:creationId id="{70995DE6-154A-4B45-A2B7-2F5F5F524664}"/>
                </a:ext>
              </a:extLst>
            </p:cNvPr>
            <p:cNvSpPr>
              <a:spLocks noGrp="1"/>
            </p:cNvSpPr>
            <p:nvPr/>
          </p:nvSpPr>
          <p:spPr>
            <a:xfrm>
              <a:off x="8343900" y="41910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43" name="instance.C34.91.stepC.754">
              <a:extLst>
                <a:ext uri="{FF2B5EF4-FFF2-40B4-BE49-F238E27FC236}">
                  <a16:creationId id="{34B01F7A-E88A-46B1-A12B-EC38E059B070}"/>
                </a:ext>
              </a:extLst>
            </p:cNvPr>
            <p:cNvSpPr>
              <a:spLocks noGrp="1"/>
            </p:cNvSpPr>
            <p:nvPr/>
          </p:nvSpPr>
          <p:spPr>
            <a:xfrm>
              <a:off x="10115550" y="41910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C</a:t>
              </a:r>
            </a:p>
          </p:txBody>
        </p:sp>
        <p:sp>
          <p:nvSpPr>
            <p:cNvPr id="44" name="instance.C34.91.output.755">
              <a:extLst>
                <a:ext uri="{FF2B5EF4-FFF2-40B4-BE49-F238E27FC236}">
                  <a16:creationId id="{3789F958-11AB-415C-A4D4-3FB929CF4263}"/>
                </a:ext>
              </a:extLst>
            </p:cNvPr>
            <p:cNvSpPr>
              <a:spLocks noGrp="1"/>
            </p:cNvSpPr>
            <p:nvPr/>
          </p:nvSpPr>
          <p:spPr>
            <a:xfrm>
              <a:off x="8448675" y="5276850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62" name="instance.C34.91.branchA.surface.761">
              <a:extLst>
                <a:ext uri="{FF2B5EF4-FFF2-40B4-BE49-F238E27FC236}">
                  <a16:creationId id="{1760696F-F868-4C3E-B78D-F319CA674B4D}"/>
                </a:ext>
              </a:extLst>
            </p:cNvPr>
            <p:cNvSpPr>
              <a:spLocks noGrp="1"/>
            </p:cNvSpPr>
            <p:nvPr/>
          </p:nvSpPr>
          <p:spPr>
            <a:xfrm>
              <a:off x="7610475" y="3095625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64" name="instance.C34.91.branchB.surface.763">
              <a:extLst>
                <a:ext uri="{FF2B5EF4-FFF2-40B4-BE49-F238E27FC236}">
                  <a16:creationId id="{31D95BA5-C70D-4AE3-9984-EC8E084AFE9B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3819525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66" name="instance.C34.91.branchOther.surface.765">
              <a:extLst>
                <a:ext uri="{FF2B5EF4-FFF2-40B4-BE49-F238E27FC236}">
                  <a16:creationId id="{AE9C851E-6F88-4F3E-9F66-4CF5B5BDCE2B}"/>
                </a:ext>
              </a:extLst>
            </p:cNvPr>
            <p:cNvSpPr>
              <a:spLocks noGrp="1"/>
            </p:cNvSpPr>
            <p:nvPr/>
          </p:nvSpPr>
          <p:spPr>
            <a:xfrm>
              <a:off x="9801225" y="3095625"/>
              <a:ext cx="5715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63" name="instance.C34.91.branchA.762">
              <a:extLst>
                <a:ext uri="{FF2B5EF4-FFF2-40B4-BE49-F238E27FC236}">
                  <a16:creationId id="{47FB653C-9B32-404C-97A9-D7483615FD1E}"/>
                </a:ext>
              </a:extLst>
            </p:cNvPr>
            <p:cNvSpPr>
              <a:spLocks noGrp="1"/>
            </p:cNvSpPr>
            <p:nvPr/>
          </p:nvSpPr>
          <p:spPr>
            <a:xfrm>
              <a:off x="7610475" y="3095625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A</a:t>
              </a:r>
            </a:p>
          </p:txBody>
        </p:sp>
        <p:sp>
          <p:nvSpPr>
            <p:cNvPr id="65" name="instance.C34.91.branchB.764">
              <a:extLst>
                <a:ext uri="{FF2B5EF4-FFF2-40B4-BE49-F238E27FC236}">
                  <a16:creationId id="{05E64FA4-5690-4DAD-ADA5-1795946A7CD8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3819525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B</a:t>
              </a:r>
            </a:p>
          </p:txBody>
        </p:sp>
        <p:sp>
          <p:nvSpPr>
            <p:cNvPr id="67" name="instance.C34.91.branchOther.766">
              <a:extLst>
                <a:ext uri="{FF2B5EF4-FFF2-40B4-BE49-F238E27FC236}">
                  <a16:creationId id="{6069F0FD-4C81-4AD2-A8E1-2B463A1E483E}"/>
                </a:ext>
              </a:extLst>
            </p:cNvPr>
            <p:cNvSpPr>
              <a:spLocks noGrp="1"/>
            </p:cNvSpPr>
            <p:nvPr/>
          </p:nvSpPr>
          <p:spPr>
            <a:xfrm>
              <a:off x="9801225" y="3095625"/>
              <a:ext cx="571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其他</a:t>
              </a:r>
            </a:p>
          </p:txBody>
        </p:sp>
      </p:grpSp>
      <p:sp>
        <p:nvSpPr>
          <p:cNvPr id="68" name="gallery.decision-multi.note.767">
            <a:extLst>
              <a:ext uri="{FF2B5EF4-FFF2-40B4-BE49-F238E27FC236}">
                <a16:creationId id="{B1ABFEFE-E598-4D53-B1ED-BC84DA2AAA33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A、B、其他三路选择在末端合并</a:t>
            </a:r>
          </a:p>
        </p:txBody>
      </p:sp>
      <p:sp>
        <p:nvSpPr>
          <p:cNvPr id="74" name="navigation.rule.2682">
            <a:extLst>
              <a:ext uri="{FF2B5EF4-FFF2-40B4-BE49-F238E27FC236}">
                <a16:creationId id="{140B0BE4-C0D4-432D-9D6A-5F4B8AED2D04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5" name="navigation.section.2683">
            <a:extLst>
              <a:ext uri="{FF2B5EF4-FFF2-40B4-BE49-F238E27FC236}">
                <a16:creationId id="{826C78BE-1135-4098-A6DF-1E795456B84B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第4节　流程图组件</a:t>
            </a:r>
          </a:p>
        </p:txBody>
      </p:sp>
      <p:sp>
        <p:nvSpPr>
          <p:cNvPr id="76" name="navigation.page.2684">
            <a:extLst>
              <a:ext uri="{FF2B5EF4-FFF2-40B4-BE49-F238E27FC236}">
                <a16:creationId id="{4D4102E8-4180-49F4-BD24-76815015CD5B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20 / 53</a:t>
            </a:r>
          </a:p>
        </p:txBody>
      </p:sp>
    </p:spTree>
    <p:extLst>
      <p:ext uri="{BB962C8B-B14F-4D97-AF65-F5344CB8AC3E}">
        <p14:creationId val="769583036"/>
      </p:ext>
    </p:extLst>
  </p:cSld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1" name="4.2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0" name="header.accent.768">
              <a:extLst>
                <a:ext uri="{FF2B5EF4-FFF2-40B4-BE49-F238E27FC236}">
                  <a16:creationId id="{4E1FFD85-3C93-4800-B473-D991C1F6E3E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769">
              <a:extLst>
                <a:ext uri="{FF2B5EF4-FFF2-40B4-BE49-F238E27FC236}">
                  <a16:creationId id="{64610D4A-7E1C-4BD5-ABC4-EEA106F6DD6E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4.2</a:t>
              </a:r>
            </a:p>
          </p:txBody>
        </p:sp>
        <p:sp>
          <p:nvSpPr>
            <p:cNvPr id="3" name="header.gradient.770">
              <a:extLst>
                <a:ext uri="{FF2B5EF4-FFF2-40B4-BE49-F238E27FC236}">
                  <a16:creationId id="{E43CAF44-BCE2-4EB6-B772-DB207E714FA6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771">
              <a:extLst>
                <a:ext uri="{FF2B5EF4-FFF2-40B4-BE49-F238E27FC236}">
                  <a16:creationId id="{5674C1F4-C1E8-4FC2-80DF-9916D17BA4D5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循环与反馈</a:t>
              </a:r>
            </a:p>
          </p:txBody>
        </p:sp>
        <p:sp>
          <p:nvSpPr>
            <p:cNvPr id="5" name="header.library.772">
              <a:extLst>
                <a:ext uri="{FF2B5EF4-FFF2-40B4-BE49-F238E27FC236}">
                  <a16:creationId id="{0E2C09EC-4CFE-4CB8-8EFD-7771A6D2D05D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773">
              <a:extLst>
                <a:ext uri="{FF2B5EF4-FFF2-40B4-BE49-F238E27FC236}">
                  <a16:creationId id="{1639EA01-6AF6-458F-87B6-7AA7A295D4DB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774">
              <a:extLst>
                <a:ext uri="{FF2B5EF4-FFF2-40B4-BE49-F238E27FC236}">
                  <a16:creationId id="{7F7C95DF-2DC6-4378-B28C-66A73B171CA6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775">
              <a:extLst>
                <a:ext uri="{FF2B5EF4-FFF2-40B4-BE49-F238E27FC236}">
                  <a16:creationId id="{F4FDFDBF-E143-46A4-AA9F-98B2594C76C8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776">
              <a:extLst>
                <a:ext uri="{FF2B5EF4-FFF2-40B4-BE49-F238E27FC236}">
                  <a16:creationId id="{B92FD8AA-25AB-4DD7-8D7D-BEDA93B96472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前置判断与后置判断改变循环的执行顺序，回路线和退出路径分别标明。</a:t>
              </a:r>
            </a:p>
          </p:txBody>
        </p:sp>
      </p:grpSp>
      <p:sp>
        <p:nvSpPr>
          <p:cNvPr id="10" name="gallery.loop-pre.frame.777">
            <a:extLst>
              <a:ext uri="{FF2B5EF4-FFF2-40B4-BE49-F238E27FC236}">
                <a16:creationId id="{283ECE32-15E6-49AC-A4CA-4C20CD6EFF65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oop-pre.heading.778">
            <a:extLst>
              <a:ext uri="{FF2B5EF4-FFF2-40B4-BE49-F238E27FC236}">
                <a16:creationId id="{903F0D69-D7E1-43A8-A0F2-900D3BB7C3F4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C35  前置判断循环</a:t>
            </a:r>
          </a:p>
        </p:txBody>
      </p:sp>
      <p:grpSp>
        <p:nvGrpSpPr>
          <p:cNvPr id="53" name="前置判断循环"/>
          <p:cNvGrpSpPr/>
          <p:nvPr/>
        </p:nvGrpSpPr>
        <p:grpSpPr>
          <a:xfrm>
            <a:off x="1761649" y="2409825"/>
            <a:ext cx="3848576" cy="2943702"/>
            <a:chOff x="1761649" y="2409825"/>
            <a:chExt cx="3848576" cy="2943702"/>
          </a:xfrm>
        </p:grpSpPr>
        <p:sp>
          <p:nvSpPr>
            <p:cNvPr id="19" name="instance.C35.92.a.repeat.point0.783">
              <a:extLst>
                <a:ext uri="{FF2B5EF4-FFF2-40B4-BE49-F238E27FC236}">
                  <a16:creationId id="{F2281662-7739-43ED-B89C-E30644DE82B0}"/>
                </a:ext>
              </a:extLst>
            </p:cNvPr>
            <p:cNvSpPr>
              <a:spLocks noGrp="1"/>
            </p:cNvSpPr>
            <p:nvPr/>
          </p:nvSpPr>
          <p:spPr>
            <a:xfrm>
              <a:off x="3218974" y="53525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instance.C35.92.a.repeat.point1.784">
              <a:extLst>
                <a:ext uri="{FF2B5EF4-FFF2-40B4-BE49-F238E27FC236}">
                  <a16:creationId id="{E90082FB-659B-450C-92F2-582F6C98ABE8}"/>
                </a:ext>
              </a:extLst>
            </p:cNvPr>
            <p:cNvSpPr>
              <a:spLocks noGrp="1"/>
            </p:cNvSpPr>
            <p:nvPr/>
          </p:nvSpPr>
          <p:spPr>
            <a:xfrm>
              <a:off x="1761649" y="53525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instance.C35.92.a.repeat.point2.785">
              <a:extLst>
                <a:ext uri="{FF2B5EF4-FFF2-40B4-BE49-F238E27FC236}">
                  <a16:creationId id="{0BC4F226-3080-413E-9EA2-CDD963F8750E}"/>
                </a:ext>
              </a:extLst>
            </p:cNvPr>
            <p:cNvSpPr>
              <a:spLocks noGrp="1"/>
            </p:cNvSpPr>
            <p:nvPr/>
          </p:nvSpPr>
          <p:spPr>
            <a:xfrm>
              <a:off x="1761649" y="35428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16" name="instance.C35.92.input.condition">
              <a:extLst>
                <a:ext uri="{FF2B5EF4-FFF2-40B4-BE49-F238E27FC236}">
                  <a16:creationId id="{F8CB33B2-7593-4943-A339-B835F8D42F38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3219450" y="2809875"/>
              <a:ext cx="0" cy="3524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7" name="instance.C35.92.condition.yes">
              <a:extLst>
                <a:ext uri="{FF2B5EF4-FFF2-40B4-BE49-F238E27FC236}">
                  <a16:creationId id="{6B95A4A5-D2B9-449D-803F-FF432D843177}"/>
                </a:ext>
              </a:extLst>
            </p:cNvPr>
            <p:cNvCxnSpPr>
              <a:stCxn id="13" idx="2"/>
              <a:endCxn id="14" idx="0"/>
            </p:cNvCxnSpPr>
            <p:nvPr/>
          </p:nvCxnSpPr>
          <p:spPr>
            <a:xfrm>
              <a:off x="3219450" y="3924300"/>
              <a:ext cx="0" cy="5238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8" name="instance.C35.92.condition.no">
              <a:extLst>
                <a:ext uri="{FF2B5EF4-FFF2-40B4-BE49-F238E27FC236}">
                  <a16:creationId id="{4AD6EEBC-66D7-4B12-9A79-543A52CDF3FA}"/>
                </a:ext>
              </a:extLst>
            </p:cNvPr>
            <p:cNvCxnSpPr>
              <a:stCxn id="13" idx="3"/>
              <a:endCxn id="15" idx="1"/>
            </p:cNvCxnSpPr>
            <p:nvPr/>
          </p:nvCxnSpPr>
          <p:spPr>
            <a:xfrm>
              <a:off x="3838575" y="3543300"/>
              <a:ext cx="7048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2" name="instance.C35.92.a.repeat.edge0">
              <a:extLst>
                <a:ext uri="{FF2B5EF4-FFF2-40B4-BE49-F238E27FC236}">
                  <a16:creationId id="{652DD888-8CC2-46A2-B5FC-73C4F1EB4619}"/>
                </a:ext>
              </a:extLst>
            </p:cNvPr>
            <p:cNvCxnSpPr>
              <a:stCxn id="14" idx="2"/>
              <a:endCxn id="19" idx="0"/>
            </p:cNvCxnSpPr>
            <p:nvPr/>
          </p:nvCxnSpPr>
          <p:spPr>
            <a:xfrm>
              <a:off x="3219450" y="4905375"/>
              <a:ext cx="0" cy="447199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3" name="instance.C35.92.a.repeat.edge1">
              <a:extLst>
                <a:ext uri="{FF2B5EF4-FFF2-40B4-BE49-F238E27FC236}">
                  <a16:creationId id="{4E9D2C65-23F1-4925-84BF-0F0F5C0A55E4}"/>
                </a:ext>
              </a:extLst>
            </p:cNvPr>
            <p:cNvCxnSpPr>
              <a:stCxn id="19" idx="1"/>
              <a:endCxn id="20" idx="3"/>
            </p:cNvCxnSpPr>
            <p:nvPr/>
          </p:nvCxnSpPr>
          <p:spPr>
            <a:xfrm flipH="1">
              <a:off x="1762602" y="5353051"/>
              <a:ext cx="1456372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4" name="instance.C35.92.a.repeat.edge2">
              <a:extLst>
                <a:ext uri="{FF2B5EF4-FFF2-40B4-BE49-F238E27FC236}">
                  <a16:creationId id="{A130F229-4D54-4964-8A96-3C3EF8659F68}"/>
                </a:ext>
              </a:extLst>
            </p:cNvPr>
            <p:cNvCxnSpPr>
              <a:stCxn id="20" idx="0"/>
              <a:endCxn id="21" idx="2"/>
            </p:cNvCxnSpPr>
            <p:nvPr/>
          </p:nvCxnSpPr>
          <p:spPr>
            <a:xfrm flipV="1">
              <a:off x="1762126" y="3543777"/>
              <a:ext cx="0" cy="180879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5" name="instance.C35.92.a.repeat.edge3">
              <a:extLst>
                <a:ext uri="{FF2B5EF4-FFF2-40B4-BE49-F238E27FC236}">
                  <a16:creationId id="{44EB67D5-516F-4544-8634-420359752DBB}"/>
                </a:ext>
              </a:extLst>
            </p:cNvPr>
            <p:cNvCxnSpPr>
              <a:stCxn id="21" idx="3"/>
              <a:endCxn id="13" idx="1"/>
            </p:cNvCxnSpPr>
            <p:nvPr/>
          </p:nvCxnSpPr>
          <p:spPr>
            <a:xfrm flipV="1">
              <a:off x="1762602" y="3543300"/>
              <a:ext cx="83772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35.92.input.779">
              <a:extLst>
                <a:ext uri="{FF2B5EF4-FFF2-40B4-BE49-F238E27FC236}">
                  <a16:creationId id="{5531F254-2AE8-4130-98DD-01F1017F051B}"/>
                </a:ext>
              </a:extLst>
            </p:cNvPr>
            <p:cNvSpPr>
              <a:spLocks noGrp="1"/>
            </p:cNvSpPr>
            <p:nvPr/>
          </p:nvSpPr>
          <p:spPr>
            <a:xfrm>
              <a:off x="2695575" y="2409825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13" name="instance.C35.92.condition.780">
              <a:extLst>
                <a:ext uri="{FF2B5EF4-FFF2-40B4-BE49-F238E27FC236}">
                  <a16:creationId id="{F2E48F21-A8F7-4685-9EB6-7A7CB4B7B42F}"/>
                </a:ext>
              </a:extLst>
            </p:cNvPr>
            <p:cNvSpPr>
              <a:spLocks noGrp="1"/>
            </p:cNvSpPr>
            <p:nvPr/>
          </p:nvSpPr>
          <p:spPr>
            <a:xfrm>
              <a:off x="2600325" y="3162300"/>
              <a:ext cx="1238250" cy="76200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14" name="instance.C35.92.stepA.781">
              <a:extLst>
                <a:ext uri="{FF2B5EF4-FFF2-40B4-BE49-F238E27FC236}">
                  <a16:creationId id="{667D5D4C-AEA2-4C86-B403-C3FB0363CCB4}"/>
                </a:ext>
              </a:extLst>
            </p:cNvPr>
            <p:cNvSpPr>
              <a:spLocks noGrp="1"/>
            </p:cNvSpPr>
            <p:nvPr/>
          </p:nvSpPr>
          <p:spPr>
            <a:xfrm>
              <a:off x="2590800" y="4448175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15" name="instance.C35.92.output.782">
              <a:extLst>
                <a:ext uri="{FF2B5EF4-FFF2-40B4-BE49-F238E27FC236}">
                  <a16:creationId id="{D37BA1EA-9B1D-483D-9282-DC880669B19D}"/>
                </a:ext>
              </a:extLst>
            </p:cNvPr>
            <p:cNvSpPr>
              <a:spLocks noGrp="1"/>
            </p:cNvSpPr>
            <p:nvPr/>
          </p:nvSpPr>
          <p:spPr>
            <a:xfrm>
              <a:off x="4543425" y="3333750"/>
              <a:ext cx="1066800" cy="419100"/>
            </a:xfrm>
            <a:prstGeom prst="roundRect">
              <a:avLst>
                <a:gd name="adj" fmla="val 40909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26" name="instance.C35.92.yes.surface.786">
              <a:extLst>
                <a:ext uri="{FF2B5EF4-FFF2-40B4-BE49-F238E27FC236}">
                  <a16:creationId id="{0E0C2349-47CF-46F5-8A28-39CB73CC06A6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4038600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28" name="instance.C35.92.no.surface.788">
              <a:extLst>
                <a:ext uri="{FF2B5EF4-FFF2-40B4-BE49-F238E27FC236}">
                  <a16:creationId id="{5A3973B6-B0CD-4963-806F-B6E4E6C53AE0}"/>
                </a:ext>
              </a:extLst>
            </p:cNvPr>
            <p:cNvSpPr>
              <a:spLocks noGrp="1"/>
            </p:cNvSpPr>
            <p:nvPr/>
          </p:nvSpPr>
          <p:spPr>
            <a:xfrm>
              <a:off x="3990975" y="3219450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27" name="instance.C35.92.yes.787">
              <a:extLst>
                <a:ext uri="{FF2B5EF4-FFF2-40B4-BE49-F238E27FC236}">
                  <a16:creationId id="{E7A82A5C-FC25-4BA5-AE49-6D6F3C0441C9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4038600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是</a:t>
              </a:r>
            </a:p>
          </p:txBody>
        </p:sp>
        <p:sp>
          <p:nvSpPr>
            <p:cNvPr id="29" name="instance.C35.92.no.789">
              <a:extLst>
                <a:ext uri="{FF2B5EF4-FFF2-40B4-BE49-F238E27FC236}">
                  <a16:creationId id="{AC229134-E7E2-45AA-854F-68F4B4B8E75F}"/>
                </a:ext>
              </a:extLst>
            </p:cNvPr>
            <p:cNvSpPr>
              <a:spLocks noGrp="1"/>
            </p:cNvSpPr>
            <p:nvPr/>
          </p:nvSpPr>
          <p:spPr>
            <a:xfrm>
              <a:off x="3990975" y="3219450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否</a:t>
              </a:r>
            </a:p>
          </p:txBody>
        </p:sp>
      </p:grpSp>
      <p:sp>
        <p:nvSpPr>
          <p:cNvPr id="30" name="gallery.loop-pre.note.790">
            <a:extLst>
              <a:ext uri="{FF2B5EF4-FFF2-40B4-BE49-F238E27FC236}">
                <a16:creationId id="{C88B7A75-1677-4648-A2AB-3708C640BF3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先判断再执行，否分支直接输出</a:t>
            </a:r>
          </a:p>
        </p:txBody>
      </p:sp>
      <p:sp>
        <p:nvSpPr>
          <p:cNvPr id="31" name="gallery.loop-post.frame.791">
            <a:extLst>
              <a:ext uri="{FF2B5EF4-FFF2-40B4-BE49-F238E27FC236}">
                <a16:creationId id="{E3B07B33-A3EA-4256-879A-D8F98EF70165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2" name="gallery.loop-post.heading.792">
            <a:extLst>
              <a:ext uri="{FF2B5EF4-FFF2-40B4-BE49-F238E27FC236}">
                <a16:creationId id="{FAFF9CA7-854E-4DCE-AB26-5998678FDD5B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C35  后置判断循环</a:t>
            </a:r>
          </a:p>
        </p:txBody>
      </p:sp>
      <p:grpSp>
        <p:nvGrpSpPr>
          <p:cNvPr id="54" name="后置判断循环"/>
          <p:cNvGrpSpPr/>
          <p:nvPr/>
        </p:nvGrpSpPr>
        <p:grpSpPr>
          <a:xfrm>
            <a:off x="8343900" y="2409825"/>
            <a:ext cx="2229327" cy="3267075"/>
            <a:chOff x="8343900" y="2409825"/>
            <a:chExt cx="2229327" cy="3267075"/>
          </a:xfrm>
        </p:grpSpPr>
        <p:sp>
          <p:nvSpPr>
            <p:cNvPr id="40" name="instance.C35.93.condition.repeat.point0.797">
              <a:extLst>
                <a:ext uri="{FF2B5EF4-FFF2-40B4-BE49-F238E27FC236}">
                  <a16:creationId id="{5CA764CF-DAE6-4B6C-989F-23F32FC600E5}"/>
                </a:ext>
              </a:extLst>
            </p:cNvPr>
            <p:cNvSpPr>
              <a:spLocks noGrp="1"/>
            </p:cNvSpPr>
            <p:nvPr/>
          </p:nvSpPr>
          <p:spPr>
            <a:xfrm>
              <a:off x="10572274" y="45143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1" name="instance.C35.93.condition.repeat.point1.798">
              <a:extLst>
                <a:ext uri="{FF2B5EF4-FFF2-40B4-BE49-F238E27FC236}">
                  <a16:creationId id="{06BC0965-C9F9-4E16-A82F-39A7B736ADAE}"/>
                </a:ext>
              </a:extLst>
            </p:cNvPr>
            <p:cNvSpPr>
              <a:spLocks noGrp="1"/>
            </p:cNvSpPr>
            <p:nvPr/>
          </p:nvSpPr>
          <p:spPr>
            <a:xfrm>
              <a:off x="10572274" y="34285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37" name="instance.C35.93.input.step">
              <a:extLst>
                <a:ext uri="{FF2B5EF4-FFF2-40B4-BE49-F238E27FC236}">
                  <a16:creationId id="{194D5254-C2C9-49AE-9149-CA959F194EE2}"/>
                </a:ext>
              </a:extLst>
            </p:cNvPr>
            <p:cNvCxnSpPr>
              <a:stCxn id="33" idx="2"/>
              <a:endCxn id="34" idx="0"/>
            </p:cNvCxnSpPr>
            <p:nvPr/>
          </p:nvCxnSpPr>
          <p:spPr>
            <a:xfrm>
              <a:off x="8972550" y="2809875"/>
              <a:ext cx="0" cy="3905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8" name="instance.C35.93.step.condition">
              <a:extLst>
                <a:ext uri="{FF2B5EF4-FFF2-40B4-BE49-F238E27FC236}">
                  <a16:creationId id="{25DB9F8E-E80B-4FCF-AEC4-EE1DC644D326}"/>
                </a:ext>
              </a:extLst>
            </p:cNvPr>
            <p:cNvCxnSpPr>
              <a:stCxn id="34" idx="2"/>
              <a:endCxn id="35" idx="0"/>
            </p:cNvCxnSpPr>
            <p:nvPr/>
          </p:nvCxnSpPr>
          <p:spPr>
            <a:xfrm>
              <a:off x="8972550" y="3657600"/>
              <a:ext cx="0" cy="47625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9" name="instance.C35.93.condition.no">
              <a:extLst>
                <a:ext uri="{FF2B5EF4-FFF2-40B4-BE49-F238E27FC236}">
                  <a16:creationId id="{68C4AB5A-8BE2-46CD-983E-CD99CDE2463F}"/>
                </a:ext>
              </a:extLst>
            </p:cNvPr>
            <p:cNvCxnSpPr>
              <a:stCxn id="35" idx="2"/>
              <a:endCxn id="36" idx="0"/>
            </p:cNvCxnSpPr>
            <p:nvPr/>
          </p:nvCxnSpPr>
          <p:spPr>
            <a:xfrm>
              <a:off x="8972550" y="4895850"/>
              <a:ext cx="0" cy="38100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2" name="instance.C35.93.condition.repeat.edge0">
              <a:extLst>
                <a:ext uri="{FF2B5EF4-FFF2-40B4-BE49-F238E27FC236}">
                  <a16:creationId id="{49F3AD57-B929-494F-9B14-E7AA69CA12FD}"/>
                </a:ext>
              </a:extLst>
            </p:cNvPr>
            <p:cNvCxnSpPr>
              <a:stCxn id="35" idx="3"/>
              <a:endCxn id="40" idx="1"/>
            </p:cNvCxnSpPr>
            <p:nvPr/>
          </p:nvCxnSpPr>
          <p:spPr>
            <a:xfrm>
              <a:off x="9591675" y="4514850"/>
              <a:ext cx="980599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3" name="instance.C35.93.condition.repeat.edge1">
              <a:extLst>
                <a:ext uri="{FF2B5EF4-FFF2-40B4-BE49-F238E27FC236}">
                  <a16:creationId id="{6A057DB6-9410-41B3-BC5C-8F06F6A126C6}"/>
                </a:ext>
              </a:extLst>
            </p:cNvPr>
            <p:cNvCxnSpPr>
              <a:stCxn id="40" idx="0"/>
              <a:endCxn id="41" idx="2"/>
            </p:cNvCxnSpPr>
            <p:nvPr/>
          </p:nvCxnSpPr>
          <p:spPr>
            <a:xfrm flipV="1">
              <a:off x="10572751" y="3429477"/>
              <a:ext cx="0" cy="108489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4" name="instance.C35.93.condition.repeat.edge2">
              <a:extLst>
                <a:ext uri="{FF2B5EF4-FFF2-40B4-BE49-F238E27FC236}">
                  <a16:creationId id="{F9498A2F-4741-4051-B940-D39F85AC0337}"/>
                </a:ext>
              </a:extLst>
            </p:cNvPr>
            <p:cNvCxnSpPr>
              <a:stCxn id="41" idx="1"/>
              <a:endCxn id="34" idx="3"/>
            </p:cNvCxnSpPr>
            <p:nvPr/>
          </p:nvCxnSpPr>
          <p:spPr>
            <a:xfrm flipH="1" flipV="1">
              <a:off x="9601200" y="3429000"/>
              <a:ext cx="97107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33" name="instance.C35.93.input.793">
              <a:extLst>
                <a:ext uri="{FF2B5EF4-FFF2-40B4-BE49-F238E27FC236}">
                  <a16:creationId id="{44F0FD32-3DC4-4C31-8174-B3CDE463942F}"/>
                </a:ext>
              </a:extLst>
            </p:cNvPr>
            <p:cNvSpPr>
              <a:spLocks noGrp="1"/>
            </p:cNvSpPr>
            <p:nvPr/>
          </p:nvSpPr>
          <p:spPr>
            <a:xfrm>
              <a:off x="8448675" y="2409825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34" name="instance.C35.93.stepA.794">
              <a:extLst>
                <a:ext uri="{FF2B5EF4-FFF2-40B4-BE49-F238E27FC236}">
                  <a16:creationId id="{2A95D6AD-D4C8-4ED8-AF1B-9C0C7B00365C}"/>
                </a:ext>
              </a:extLst>
            </p:cNvPr>
            <p:cNvSpPr>
              <a:spLocks noGrp="1"/>
            </p:cNvSpPr>
            <p:nvPr/>
          </p:nvSpPr>
          <p:spPr>
            <a:xfrm>
              <a:off x="8343900" y="32004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35" name="instance.C35.93.condition.795">
              <a:extLst>
                <a:ext uri="{FF2B5EF4-FFF2-40B4-BE49-F238E27FC236}">
                  <a16:creationId id="{F2120F26-036E-4432-B862-6EE22DA168F8}"/>
                </a:ext>
              </a:extLst>
            </p:cNvPr>
            <p:cNvSpPr>
              <a:spLocks noGrp="1"/>
            </p:cNvSpPr>
            <p:nvPr/>
          </p:nvSpPr>
          <p:spPr>
            <a:xfrm>
              <a:off x="8353425" y="4133850"/>
              <a:ext cx="1238250" cy="76200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36" name="instance.C35.93.output.796">
              <a:extLst>
                <a:ext uri="{FF2B5EF4-FFF2-40B4-BE49-F238E27FC236}">
                  <a16:creationId id="{E12DA049-25B3-4910-B6D2-685FF1DB1841}"/>
                </a:ext>
              </a:extLst>
            </p:cNvPr>
            <p:cNvSpPr>
              <a:spLocks noGrp="1"/>
            </p:cNvSpPr>
            <p:nvPr/>
          </p:nvSpPr>
          <p:spPr>
            <a:xfrm>
              <a:off x="8448675" y="5276850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45" name="instance.C35.93.yes.surface.799">
              <a:extLst>
                <a:ext uri="{FF2B5EF4-FFF2-40B4-BE49-F238E27FC236}">
                  <a16:creationId id="{3B78B606-5FC3-472D-B498-B16BEE583229}"/>
                </a:ext>
              </a:extLst>
            </p:cNvPr>
            <p:cNvSpPr>
              <a:spLocks noGrp="1"/>
            </p:cNvSpPr>
            <p:nvPr/>
          </p:nvSpPr>
          <p:spPr>
            <a:xfrm>
              <a:off x="9839325" y="4200525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47" name="instance.C35.93.no.surface.801">
              <a:extLst>
                <a:ext uri="{FF2B5EF4-FFF2-40B4-BE49-F238E27FC236}">
                  <a16:creationId id="{31291F2E-18E2-480B-84F5-901073A70148}"/>
                </a:ext>
              </a:extLst>
            </p:cNvPr>
            <p:cNvSpPr>
              <a:spLocks noGrp="1"/>
            </p:cNvSpPr>
            <p:nvPr/>
          </p:nvSpPr>
          <p:spPr>
            <a:xfrm>
              <a:off x="9067800" y="4943475"/>
              <a:ext cx="381000" cy="2667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46" name="instance.C35.93.yes.800">
              <a:extLst>
                <a:ext uri="{FF2B5EF4-FFF2-40B4-BE49-F238E27FC236}">
                  <a16:creationId id="{BC5D06AB-4C86-49E0-BBC8-CA7B56A42C7C}"/>
                </a:ext>
              </a:extLst>
            </p:cNvPr>
            <p:cNvSpPr>
              <a:spLocks noGrp="1"/>
            </p:cNvSpPr>
            <p:nvPr/>
          </p:nvSpPr>
          <p:spPr>
            <a:xfrm>
              <a:off x="9839325" y="4200525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是</a:t>
              </a:r>
            </a:p>
          </p:txBody>
        </p:sp>
        <p:sp>
          <p:nvSpPr>
            <p:cNvPr id="48" name="instance.C35.93.no.802">
              <a:extLst>
                <a:ext uri="{FF2B5EF4-FFF2-40B4-BE49-F238E27FC236}">
                  <a16:creationId id="{177BDE1B-70E5-420F-9795-74A8660CBAEA}"/>
                </a:ext>
              </a:extLst>
            </p:cNvPr>
            <p:cNvSpPr>
              <a:spLocks noGrp="1"/>
            </p:cNvSpPr>
            <p:nvPr/>
          </p:nvSpPr>
          <p:spPr>
            <a:xfrm>
              <a:off x="9067800" y="4943475"/>
              <a:ext cx="381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否</a:t>
              </a:r>
            </a:p>
          </p:txBody>
        </p:sp>
      </p:grpSp>
      <p:sp>
        <p:nvSpPr>
          <p:cNvPr id="49" name="gallery.loop-post.note.803">
            <a:extLst>
              <a:ext uri="{FF2B5EF4-FFF2-40B4-BE49-F238E27FC236}">
                <a16:creationId id="{B1093189-7B84-4C8D-AE83-0F9486A3D762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先执行再判断，是分支返回步骤</a:t>
            </a:r>
          </a:p>
        </p:txBody>
      </p:sp>
      <p:sp>
        <p:nvSpPr>
          <p:cNvPr id="55" name="navigation.rule.2685">
            <a:extLst>
              <a:ext uri="{FF2B5EF4-FFF2-40B4-BE49-F238E27FC236}">
                <a16:creationId id="{06BAE928-937E-4638-BD40-F35A378DC149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56" name="navigation.section.2686">
            <a:extLst>
              <a:ext uri="{FF2B5EF4-FFF2-40B4-BE49-F238E27FC236}">
                <a16:creationId id="{6D4704D4-6438-4966-A186-4BC531762A73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第4节　流程图组件</a:t>
            </a:r>
          </a:p>
        </p:txBody>
      </p:sp>
      <p:sp>
        <p:nvSpPr>
          <p:cNvPr id="57" name="navigation.page.2687">
            <a:extLst>
              <a:ext uri="{FF2B5EF4-FFF2-40B4-BE49-F238E27FC236}">
                <a16:creationId id="{CA9B8158-F5F0-488A-AEF2-232C63D31155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21 / 53</a:t>
            </a:r>
          </a:p>
        </p:txBody>
      </p:sp>
    </p:spTree>
    <p:extLst>
      <p:ext uri="{BB962C8B-B14F-4D97-AF65-F5344CB8AC3E}">
        <p14:creationId val="1146810022"/>
      </p:ext>
    </p:extLst>
  </p:cSld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5" name="4.3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4" name="header.accent.804">
              <a:extLst>
                <a:ext uri="{FF2B5EF4-FFF2-40B4-BE49-F238E27FC236}">
                  <a16:creationId id="{231E7BA9-7EBE-415C-8E0C-6A02DED7C4C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805">
              <a:extLst>
                <a:ext uri="{FF2B5EF4-FFF2-40B4-BE49-F238E27FC236}">
                  <a16:creationId id="{F09C16D4-A19A-482F-B293-1AE9A865DDBE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4.3</a:t>
              </a:r>
            </a:p>
          </p:txBody>
        </p:sp>
        <p:sp>
          <p:nvSpPr>
            <p:cNvPr id="3" name="header.gradient.806">
              <a:extLst>
                <a:ext uri="{FF2B5EF4-FFF2-40B4-BE49-F238E27FC236}">
                  <a16:creationId id="{E5E68DBD-E8B9-481A-8CC2-DB59B319F3DA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807">
              <a:extLst>
                <a:ext uri="{FF2B5EF4-FFF2-40B4-BE49-F238E27FC236}">
                  <a16:creationId id="{E2271C82-EDE1-4FD5-962E-5458ABF60A20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并行与同步</a:t>
              </a:r>
            </a:p>
          </p:txBody>
        </p:sp>
        <p:sp>
          <p:nvSpPr>
            <p:cNvPr id="5" name="header.library.808">
              <a:extLst>
                <a:ext uri="{FF2B5EF4-FFF2-40B4-BE49-F238E27FC236}">
                  <a16:creationId id="{16D32A0A-8D3D-4779-8993-FCBC0EB26727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809">
              <a:extLst>
                <a:ext uri="{FF2B5EF4-FFF2-40B4-BE49-F238E27FC236}">
                  <a16:creationId id="{25DE903B-2C45-44AF-8B2D-694046295B27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810">
              <a:extLst>
                <a:ext uri="{FF2B5EF4-FFF2-40B4-BE49-F238E27FC236}">
                  <a16:creationId id="{F2B540BC-A71D-43D8-BC6E-36861CE48E78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811">
              <a:extLst>
                <a:ext uri="{FF2B5EF4-FFF2-40B4-BE49-F238E27FC236}">
                  <a16:creationId id="{7011BCC1-2820-49D4-91CC-9BD20AF567BC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812">
              <a:extLst>
                <a:ext uri="{FF2B5EF4-FFF2-40B4-BE49-F238E27FC236}">
                  <a16:creationId id="{75B58F6F-BE28-47E7-A552-DC498DE9409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同步条分开并行路径，并在后续步骤前汇合。分阶段并行增加中间同步点。</a:t>
              </a:r>
            </a:p>
          </p:txBody>
        </p:sp>
      </p:grpSp>
      <p:sp>
        <p:nvSpPr>
          <p:cNvPr id="10" name="gallery.fork-join.frame.813">
            <a:extLst>
              <a:ext uri="{FF2B5EF4-FFF2-40B4-BE49-F238E27FC236}">
                <a16:creationId id="{37F4648E-8BCB-4A1F-AF75-B0F886EC50C6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fork-join.heading.814">
            <a:extLst>
              <a:ext uri="{FF2B5EF4-FFF2-40B4-BE49-F238E27FC236}">
                <a16:creationId id="{B1ECA572-5C59-4045-A0E0-ABAE5B8F0D88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C36  分叉同步汇合</a:t>
            </a:r>
          </a:p>
        </p:txBody>
      </p:sp>
      <p:grpSp>
        <p:nvGrpSpPr>
          <p:cNvPr id="67" name="分叉同步汇合"/>
          <p:cNvGrpSpPr/>
          <p:nvPr/>
        </p:nvGrpSpPr>
        <p:grpSpPr>
          <a:xfrm>
            <a:off x="981075" y="2409825"/>
            <a:ext cx="4476750" cy="3267075"/>
            <a:chOff x="981075" y="2409825"/>
            <a:chExt cx="4476750" cy="3267075"/>
          </a:xfrm>
        </p:grpSpPr>
        <p:sp>
          <p:nvSpPr>
            <p:cNvPr id="18" name="instance.C36.94.fork.a.port.820">
              <a:extLst>
                <a:ext uri="{FF2B5EF4-FFF2-40B4-BE49-F238E27FC236}">
                  <a16:creationId id="{74CA4130-6360-4632-B3D0-C02D2089F0B7}"/>
                </a:ext>
              </a:extLst>
            </p:cNvPr>
            <p:cNvSpPr>
              <a:spLocks noGrp="1"/>
            </p:cNvSpPr>
            <p:nvPr/>
          </p:nvSpPr>
          <p:spPr>
            <a:xfrm>
              <a:off x="1599724" y="32380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9" name="instance.C36.94.join.a.port.821">
              <a:extLst>
                <a:ext uri="{FF2B5EF4-FFF2-40B4-BE49-F238E27FC236}">
                  <a16:creationId id="{A6B9C1EE-3769-4836-9AA6-033CFEF69450}"/>
                </a:ext>
              </a:extLst>
            </p:cNvPr>
            <p:cNvSpPr>
              <a:spLocks noGrp="1"/>
            </p:cNvSpPr>
            <p:nvPr/>
          </p:nvSpPr>
          <p:spPr>
            <a:xfrm>
              <a:off x="1599724" y="47524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instance.C36.94.fork.b.port.823">
              <a:extLst>
                <a:ext uri="{FF2B5EF4-FFF2-40B4-BE49-F238E27FC236}">
                  <a16:creationId id="{913D0A27-AB78-4A72-B980-AD178917D2DC}"/>
                </a:ext>
              </a:extLst>
            </p:cNvPr>
            <p:cNvSpPr>
              <a:spLocks noGrp="1"/>
            </p:cNvSpPr>
            <p:nvPr/>
          </p:nvSpPr>
          <p:spPr>
            <a:xfrm>
              <a:off x="3218974" y="32380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instance.C36.94.join.b.port.824">
              <a:extLst>
                <a:ext uri="{FF2B5EF4-FFF2-40B4-BE49-F238E27FC236}">
                  <a16:creationId id="{3CDD2692-E220-4C1E-B7EE-5140991945A6}"/>
                </a:ext>
              </a:extLst>
            </p:cNvPr>
            <p:cNvSpPr>
              <a:spLocks noGrp="1"/>
            </p:cNvSpPr>
            <p:nvPr/>
          </p:nvSpPr>
          <p:spPr>
            <a:xfrm>
              <a:off x="3218974" y="47524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8" name="instance.C36.94.fork.c.port.826">
              <a:extLst>
                <a:ext uri="{FF2B5EF4-FFF2-40B4-BE49-F238E27FC236}">
                  <a16:creationId id="{60C33912-278F-4C80-8786-56129649EF3A}"/>
                </a:ext>
              </a:extLst>
            </p:cNvPr>
            <p:cNvSpPr>
              <a:spLocks noGrp="1"/>
            </p:cNvSpPr>
            <p:nvPr/>
          </p:nvSpPr>
          <p:spPr>
            <a:xfrm>
              <a:off x="4838224" y="32380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instance.C36.94.join.c.port.827">
              <a:extLst>
                <a:ext uri="{FF2B5EF4-FFF2-40B4-BE49-F238E27FC236}">
                  <a16:creationId id="{2DB6B952-252A-4A94-BC2E-F72EDF545D7B}"/>
                </a:ext>
              </a:extLst>
            </p:cNvPr>
            <p:cNvSpPr>
              <a:spLocks noGrp="1"/>
            </p:cNvSpPr>
            <p:nvPr/>
          </p:nvSpPr>
          <p:spPr>
            <a:xfrm>
              <a:off x="4838224" y="47524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16" name="instance.C36.94.input.fork">
              <a:extLst>
                <a:ext uri="{FF2B5EF4-FFF2-40B4-BE49-F238E27FC236}">
                  <a16:creationId id="{CD6798DC-C417-48FB-BB7A-893A7EC9CB2D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3219450" y="2809875"/>
              <a:ext cx="0" cy="3524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0" name="instance.C36.94.fork.a">
              <a:extLst>
                <a:ext uri="{FF2B5EF4-FFF2-40B4-BE49-F238E27FC236}">
                  <a16:creationId id="{991BED6E-B196-4754-A964-C0346A68717A}"/>
                </a:ext>
              </a:extLst>
            </p:cNvPr>
            <p:cNvCxnSpPr>
              <a:stCxn id="18" idx="2"/>
              <a:endCxn id="17" idx="0"/>
            </p:cNvCxnSpPr>
            <p:nvPr/>
          </p:nvCxnSpPr>
          <p:spPr>
            <a:xfrm flipH="1">
              <a:off x="1600200" y="3238977"/>
              <a:ext cx="1" cy="5233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1" name="instance.C36.94.a.join">
              <a:extLst>
                <a:ext uri="{FF2B5EF4-FFF2-40B4-BE49-F238E27FC236}">
                  <a16:creationId id="{7A7543D6-1E9E-4331-94E6-2CB11E8A6BFD}"/>
                </a:ext>
              </a:extLst>
            </p:cNvPr>
            <p:cNvCxnSpPr>
              <a:stCxn id="17" idx="2"/>
              <a:endCxn id="19" idx="0"/>
            </p:cNvCxnSpPr>
            <p:nvPr/>
          </p:nvCxnSpPr>
          <p:spPr>
            <a:xfrm>
              <a:off x="1600200" y="4219575"/>
              <a:ext cx="1" cy="5329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5" name="instance.C36.94.fork.b">
              <a:extLst>
                <a:ext uri="{FF2B5EF4-FFF2-40B4-BE49-F238E27FC236}">
                  <a16:creationId id="{6294367F-DD77-4A28-B1BF-1F49CD79E88C}"/>
                </a:ext>
              </a:extLst>
            </p:cNvPr>
            <p:cNvCxnSpPr>
              <a:stCxn id="23" idx="2"/>
              <a:endCxn id="22" idx="0"/>
            </p:cNvCxnSpPr>
            <p:nvPr/>
          </p:nvCxnSpPr>
          <p:spPr>
            <a:xfrm flipH="1">
              <a:off x="3219450" y="3238977"/>
              <a:ext cx="0" cy="5233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6" name="instance.C36.94.b.join">
              <a:extLst>
                <a:ext uri="{FF2B5EF4-FFF2-40B4-BE49-F238E27FC236}">
                  <a16:creationId id="{6559CFD0-A18D-42A9-AD36-CDCD8A90AE00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>
              <a:off x="3219450" y="4219575"/>
              <a:ext cx="0" cy="5329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0" name="instance.C36.94.fork.c">
              <a:extLst>
                <a:ext uri="{FF2B5EF4-FFF2-40B4-BE49-F238E27FC236}">
                  <a16:creationId id="{DEE2328A-C1D8-4013-9093-649497ADB5C3}"/>
                </a:ext>
              </a:extLst>
            </p:cNvPr>
            <p:cNvCxnSpPr>
              <a:stCxn id="28" idx="2"/>
              <a:endCxn id="27" idx="0"/>
            </p:cNvCxnSpPr>
            <p:nvPr/>
          </p:nvCxnSpPr>
          <p:spPr>
            <a:xfrm flipH="1">
              <a:off x="4838700" y="3238977"/>
              <a:ext cx="0" cy="5233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1" name="instance.C36.94.c.join">
              <a:extLst>
                <a:ext uri="{FF2B5EF4-FFF2-40B4-BE49-F238E27FC236}">
                  <a16:creationId id="{8A1D529D-7CFC-4C4D-AF78-0FC4769B49AC}"/>
                </a:ext>
              </a:extLst>
            </p:cNvPr>
            <p:cNvCxnSpPr>
              <a:stCxn id="27" idx="2"/>
              <a:endCxn id="29" idx="0"/>
            </p:cNvCxnSpPr>
            <p:nvPr/>
          </p:nvCxnSpPr>
          <p:spPr>
            <a:xfrm>
              <a:off x="4838700" y="4219575"/>
              <a:ext cx="0" cy="5329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2" name="instance.C36.94.join.output">
              <a:extLst>
                <a:ext uri="{FF2B5EF4-FFF2-40B4-BE49-F238E27FC236}">
                  <a16:creationId id="{0F0DC119-6A26-4E21-9726-AAB238DFF38C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3219450" y="4829175"/>
              <a:ext cx="0" cy="4476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36.94.input.815">
              <a:extLst>
                <a:ext uri="{FF2B5EF4-FFF2-40B4-BE49-F238E27FC236}">
                  <a16:creationId id="{A6BC33D5-9DF9-4960-B0F8-D7DF1E510BAD}"/>
                </a:ext>
              </a:extLst>
            </p:cNvPr>
            <p:cNvSpPr>
              <a:spLocks noGrp="1"/>
            </p:cNvSpPr>
            <p:nvPr/>
          </p:nvSpPr>
          <p:spPr>
            <a:xfrm>
              <a:off x="2695575" y="2409825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13" name="instance.C36.94.fork.816">
              <a:extLst>
                <a:ext uri="{FF2B5EF4-FFF2-40B4-BE49-F238E27FC236}">
                  <a16:creationId id="{3ADA2DE2-CD1A-4DD3-8D2A-080637D1C71E}"/>
                </a:ext>
              </a:extLst>
            </p:cNvPr>
            <p:cNvSpPr>
              <a:spLocks noGrp="1"/>
            </p:cNvSpPr>
            <p:nvPr/>
          </p:nvSpPr>
          <p:spPr>
            <a:xfrm>
              <a:off x="1314450" y="3162300"/>
              <a:ext cx="3810000" cy="762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instance.C36.94.join.817">
              <a:extLst>
                <a:ext uri="{FF2B5EF4-FFF2-40B4-BE49-F238E27FC236}">
                  <a16:creationId id="{8E04AC74-5EB9-4123-BDB7-254F5342FEA1}"/>
                </a:ext>
              </a:extLst>
            </p:cNvPr>
            <p:cNvSpPr>
              <a:spLocks noGrp="1"/>
            </p:cNvSpPr>
            <p:nvPr/>
          </p:nvSpPr>
          <p:spPr>
            <a:xfrm>
              <a:off x="1314450" y="4752975"/>
              <a:ext cx="3810000" cy="762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5" name="instance.C36.94.output.818">
              <a:extLst>
                <a:ext uri="{FF2B5EF4-FFF2-40B4-BE49-F238E27FC236}">
                  <a16:creationId id="{FF1C2299-6696-48C3-BA5F-E92CCEB94902}"/>
                </a:ext>
              </a:extLst>
            </p:cNvPr>
            <p:cNvSpPr>
              <a:spLocks noGrp="1"/>
            </p:cNvSpPr>
            <p:nvPr/>
          </p:nvSpPr>
          <p:spPr>
            <a:xfrm>
              <a:off x="2695575" y="5276850"/>
              <a:ext cx="1047750" cy="400050"/>
            </a:xfrm>
            <a:prstGeom prst="roundRect">
              <a:avLst>
                <a:gd name="adj" fmla="val 42857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17" name="instance.C36.94.stepA.819">
              <a:extLst>
                <a:ext uri="{FF2B5EF4-FFF2-40B4-BE49-F238E27FC236}">
                  <a16:creationId id="{2DC9BDCB-95D0-4088-AE9B-C04C671FA870}"/>
                </a:ext>
              </a:extLst>
            </p:cNvPr>
            <p:cNvSpPr>
              <a:spLocks noGrp="1"/>
            </p:cNvSpPr>
            <p:nvPr/>
          </p:nvSpPr>
          <p:spPr>
            <a:xfrm>
              <a:off x="981075" y="3762375"/>
              <a:ext cx="123825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22" name="instance.C36.94.stepB.822">
              <a:extLst>
                <a:ext uri="{FF2B5EF4-FFF2-40B4-BE49-F238E27FC236}">
                  <a16:creationId id="{D603EB43-9A11-4EC2-BA90-46012D6C4BD0}"/>
                </a:ext>
              </a:extLst>
            </p:cNvPr>
            <p:cNvSpPr>
              <a:spLocks noGrp="1"/>
            </p:cNvSpPr>
            <p:nvPr/>
          </p:nvSpPr>
          <p:spPr>
            <a:xfrm>
              <a:off x="2600325" y="3762375"/>
              <a:ext cx="123825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27" name="instance.C36.94.stepC.825">
              <a:extLst>
                <a:ext uri="{FF2B5EF4-FFF2-40B4-BE49-F238E27FC236}">
                  <a16:creationId id="{863673EA-A661-4638-9EBB-9A6CBA5F3628}"/>
                </a:ext>
              </a:extLst>
            </p:cNvPr>
            <p:cNvSpPr>
              <a:spLocks noGrp="1"/>
            </p:cNvSpPr>
            <p:nvPr/>
          </p:nvSpPr>
          <p:spPr>
            <a:xfrm>
              <a:off x="4219575" y="3762375"/>
              <a:ext cx="123825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C</a:t>
              </a:r>
            </a:p>
          </p:txBody>
        </p:sp>
      </p:grpSp>
      <p:sp>
        <p:nvSpPr>
          <p:cNvPr id="33" name="gallery.fork-join.note.828">
            <a:extLst>
              <a:ext uri="{FF2B5EF4-FFF2-40B4-BE49-F238E27FC236}">
                <a16:creationId id="{E9EB16F3-96F0-482A-BEBF-48478CB915D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同步条展开并行步骤并等待汇合</a:t>
            </a:r>
          </a:p>
        </p:txBody>
      </p:sp>
      <p:sp>
        <p:nvSpPr>
          <p:cNvPr id="34" name="gallery.staged-parallel.frame.829">
            <a:extLst>
              <a:ext uri="{FF2B5EF4-FFF2-40B4-BE49-F238E27FC236}">
                <a16:creationId id="{773BB7A8-72F4-4C0F-A626-329C8661B0AD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5" name="gallery.staged-parallel.heading.830">
            <a:extLst>
              <a:ext uri="{FF2B5EF4-FFF2-40B4-BE49-F238E27FC236}">
                <a16:creationId id="{B851088B-1658-4CAF-BEFF-02C9227DC198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C36  分阶段并行</a:t>
            </a:r>
          </a:p>
        </p:txBody>
      </p:sp>
      <p:grpSp>
        <p:nvGrpSpPr>
          <p:cNvPr id="68" name="分阶段并行"/>
          <p:cNvGrpSpPr/>
          <p:nvPr/>
        </p:nvGrpSpPr>
        <p:grpSpPr>
          <a:xfrm>
            <a:off x="7067550" y="2400300"/>
            <a:ext cx="3810000" cy="3295650"/>
            <a:chOff x="7067550" y="2400300"/>
            <a:chExt cx="3810000" cy="3295650"/>
          </a:xfrm>
        </p:grpSpPr>
        <p:sp>
          <p:nvSpPr>
            <p:cNvPr id="44" name="instance.C36.95.fork.left.port.838">
              <a:extLst>
                <a:ext uri="{FF2B5EF4-FFF2-40B4-BE49-F238E27FC236}">
                  <a16:creationId id="{7DDD823E-8359-4228-8906-5FFCF813D8FA}"/>
                </a:ext>
              </a:extLst>
            </p:cNvPr>
            <p:cNvSpPr>
              <a:spLocks noGrp="1"/>
            </p:cNvSpPr>
            <p:nvPr/>
          </p:nvSpPr>
          <p:spPr>
            <a:xfrm>
              <a:off x="7733824" y="30570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5" name="instance.C36.95.barrier.left.in.839">
              <a:extLst>
                <a:ext uri="{FF2B5EF4-FFF2-40B4-BE49-F238E27FC236}">
                  <a16:creationId id="{F911A1C1-B076-46DE-B299-E562CFF37A07}"/>
                </a:ext>
              </a:extLst>
            </p:cNvPr>
            <p:cNvSpPr>
              <a:spLocks noGrp="1"/>
            </p:cNvSpPr>
            <p:nvPr/>
          </p:nvSpPr>
          <p:spPr>
            <a:xfrm>
              <a:off x="7733824" y="40095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6" name="instance.C36.95.barrier.left.out.840">
              <a:extLst>
                <a:ext uri="{FF2B5EF4-FFF2-40B4-BE49-F238E27FC236}">
                  <a16:creationId id="{A844D619-FC5B-4DA2-A22B-93F9902FF71F}"/>
                </a:ext>
              </a:extLst>
            </p:cNvPr>
            <p:cNvSpPr>
              <a:spLocks noGrp="1"/>
            </p:cNvSpPr>
            <p:nvPr/>
          </p:nvSpPr>
          <p:spPr>
            <a:xfrm>
              <a:off x="7733824" y="40762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instance.C36.95.join.left.port.841">
              <a:extLst>
                <a:ext uri="{FF2B5EF4-FFF2-40B4-BE49-F238E27FC236}">
                  <a16:creationId id="{D3A93FF3-CBF0-4431-91A0-9468FC0B4AA6}"/>
                </a:ext>
              </a:extLst>
            </p:cNvPr>
            <p:cNvSpPr>
              <a:spLocks noGrp="1"/>
            </p:cNvSpPr>
            <p:nvPr/>
          </p:nvSpPr>
          <p:spPr>
            <a:xfrm>
              <a:off x="7733824" y="50477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4" name="instance.C36.95.fork.right.port.844">
              <a:extLst>
                <a:ext uri="{FF2B5EF4-FFF2-40B4-BE49-F238E27FC236}">
                  <a16:creationId id="{3F3B1FD8-93BB-42D9-A990-5D5F2C31CF10}"/>
                </a:ext>
              </a:extLst>
            </p:cNvPr>
            <p:cNvSpPr>
              <a:spLocks noGrp="1"/>
            </p:cNvSpPr>
            <p:nvPr/>
          </p:nvSpPr>
          <p:spPr>
            <a:xfrm>
              <a:off x="10210324" y="30570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5" name="instance.C36.95.barrier.right.in.845">
              <a:extLst>
                <a:ext uri="{FF2B5EF4-FFF2-40B4-BE49-F238E27FC236}">
                  <a16:creationId id="{2CAABB62-C183-4106-BE27-C7958676F0B0}"/>
                </a:ext>
              </a:extLst>
            </p:cNvPr>
            <p:cNvSpPr>
              <a:spLocks noGrp="1"/>
            </p:cNvSpPr>
            <p:nvPr/>
          </p:nvSpPr>
          <p:spPr>
            <a:xfrm>
              <a:off x="10210324" y="40095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6" name="instance.C36.95.barrier.right.out.846">
              <a:extLst>
                <a:ext uri="{FF2B5EF4-FFF2-40B4-BE49-F238E27FC236}">
                  <a16:creationId id="{B476A040-A8B7-4736-9713-F43A04E89F28}"/>
                </a:ext>
              </a:extLst>
            </p:cNvPr>
            <p:cNvSpPr>
              <a:spLocks noGrp="1"/>
            </p:cNvSpPr>
            <p:nvPr/>
          </p:nvSpPr>
          <p:spPr>
            <a:xfrm>
              <a:off x="10210324" y="40762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7" name="instance.C36.95.join.right.port.847">
              <a:extLst>
                <a:ext uri="{FF2B5EF4-FFF2-40B4-BE49-F238E27FC236}">
                  <a16:creationId id="{8A498EAD-DFFF-4074-8366-381FC9362806}"/>
                </a:ext>
              </a:extLst>
            </p:cNvPr>
            <p:cNvSpPr>
              <a:spLocks noGrp="1"/>
            </p:cNvSpPr>
            <p:nvPr/>
          </p:nvSpPr>
          <p:spPr>
            <a:xfrm>
              <a:off x="10210324" y="50477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41" name="instance.C36.95.input.fork">
              <a:extLst>
                <a:ext uri="{FF2B5EF4-FFF2-40B4-BE49-F238E27FC236}">
                  <a16:creationId id="{B98C822B-A215-44B2-91CA-ED1E1CE91CA2}"/>
                </a:ext>
              </a:extLst>
            </p:cNvPr>
            <p:cNvCxnSpPr>
              <a:stCxn id="36" idx="2"/>
              <a:endCxn id="37" idx="0"/>
            </p:cNvCxnSpPr>
            <p:nvPr/>
          </p:nvCxnSpPr>
          <p:spPr>
            <a:xfrm>
              <a:off x="8972550" y="2762250"/>
              <a:ext cx="0" cy="22860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8" name="instance.C36.95.fork.left">
              <a:extLst>
                <a:ext uri="{FF2B5EF4-FFF2-40B4-BE49-F238E27FC236}">
                  <a16:creationId id="{F8AD2442-E771-475C-ABB6-E801F6CB4936}"/>
                </a:ext>
              </a:extLst>
            </p:cNvPr>
            <p:cNvCxnSpPr>
              <a:stCxn id="44" idx="2"/>
              <a:endCxn id="42" idx="0"/>
            </p:cNvCxnSpPr>
            <p:nvPr/>
          </p:nvCxnSpPr>
          <p:spPr>
            <a:xfrm flipH="1">
              <a:off x="7734300" y="3058002"/>
              <a:ext cx="1" cy="2947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9" name="instance.C36.95.left.barrier">
              <a:extLst>
                <a:ext uri="{FF2B5EF4-FFF2-40B4-BE49-F238E27FC236}">
                  <a16:creationId id="{512A58BF-5F91-43EF-843F-29CD1319D6CD}"/>
                </a:ext>
              </a:extLst>
            </p:cNvPr>
            <p:cNvCxnSpPr>
              <a:stCxn id="42" idx="2"/>
              <a:endCxn id="45" idx="0"/>
            </p:cNvCxnSpPr>
            <p:nvPr/>
          </p:nvCxnSpPr>
          <p:spPr>
            <a:xfrm>
              <a:off x="7734300" y="3771900"/>
              <a:ext cx="1" cy="237649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0" name="instance.C36.95.barrier.left">
              <a:extLst>
                <a:ext uri="{FF2B5EF4-FFF2-40B4-BE49-F238E27FC236}">
                  <a16:creationId id="{11411EBE-B849-418C-B99A-E57307595F4D}"/>
                </a:ext>
              </a:extLst>
            </p:cNvPr>
            <p:cNvCxnSpPr>
              <a:stCxn id="46" idx="2"/>
              <a:endCxn id="43" idx="0"/>
            </p:cNvCxnSpPr>
            <p:nvPr/>
          </p:nvCxnSpPr>
          <p:spPr>
            <a:xfrm flipH="1">
              <a:off x="7734300" y="4077177"/>
              <a:ext cx="1" cy="30432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1" name="instance.C36.95.left.join">
              <a:extLst>
                <a:ext uri="{FF2B5EF4-FFF2-40B4-BE49-F238E27FC236}">
                  <a16:creationId id="{4417D6D0-FF57-48F2-BB2C-2A040351E07D}"/>
                </a:ext>
              </a:extLst>
            </p:cNvPr>
            <p:cNvCxnSpPr>
              <a:stCxn id="43" idx="2"/>
              <a:endCxn id="47" idx="0"/>
            </p:cNvCxnSpPr>
            <p:nvPr/>
          </p:nvCxnSpPr>
          <p:spPr>
            <a:xfrm>
              <a:off x="7734300" y="4800600"/>
              <a:ext cx="1" cy="24717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8" name="instance.C36.95.fork.right">
              <a:extLst>
                <a:ext uri="{FF2B5EF4-FFF2-40B4-BE49-F238E27FC236}">
                  <a16:creationId id="{D0011C0E-74F4-4F34-AAE6-0109942EC473}"/>
                </a:ext>
              </a:extLst>
            </p:cNvPr>
            <p:cNvCxnSpPr>
              <a:stCxn id="54" idx="2"/>
              <a:endCxn id="52" idx="0"/>
            </p:cNvCxnSpPr>
            <p:nvPr/>
          </p:nvCxnSpPr>
          <p:spPr>
            <a:xfrm flipH="1">
              <a:off x="10210800" y="3058002"/>
              <a:ext cx="1" cy="2947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9" name="instance.C36.95.right.barrier">
              <a:extLst>
                <a:ext uri="{FF2B5EF4-FFF2-40B4-BE49-F238E27FC236}">
                  <a16:creationId id="{BD279114-2620-4727-AA62-FDA99BA53FB6}"/>
                </a:ext>
              </a:extLst>
            </p:cNvPr>
            <p:cNvCxnSpPr>
              <a:stCxn id="52" idx="2"/>
              <a:endCxn id="55" idx="0"/>
            </p:cNvCxnSpPr>
            <p:nvPr/>
          </p:nvCxnSpPr>
          <p:spPr>
            <a:xfrm>
              <a:off x="10210800" y="3771900"/>
              <a:ext cx="1" cy="237649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60" name="instance.C36.95.barrier.right">
              <a:extLst>
                <a:ext uri="{FF2B5EF4-FFF2-40B4-BE49-F238E27FC236}">
                  <a16:creationId id="{A36A4B60-F6D0-4E10-ACB0-8D5EE9399455}"/>
                </a:ext>
              </a:extLst>
            </p:cNvPr>
            <p:cNvCxnSpPr>
              <a:stCxn id="56" idx="2"/>
              <a:endCxn id="53" idx="0"/>
            </p:cNvCxnSpPr>
            <p:nvPr/>
          </p:nvCxnSpPr>
          <p:spPr>
            <a:xfrm flipH="1">
              <a:off x="10210800" y="4077177"/>
              <a:ext cx="1" cy="30432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61" name="instance.C36.95.right.join">
              <a:extLst>
                <a:ext uri="{FF2B5EF4-FFF2-40B4-BE49-F238E27FC236}">
                  <a16:creationId id="{28AB4963-79AC-4653-B2D4-F0DC701D65B9}"/>
                </a:ext>
              </a:extLst>
            </p:cNvPr>
            <p:cNvCxnSpPr>
              <a:stCxn id="53" idx="2"/>
              <a:endCxn id="57" idx="0"/>
            </p:cNvCxnSpPr>
            <p:nvPr/>
          </p:nvCxnSpPr>
          <p:spPr>
            <a:xfrm>
              <a:off x="10210800" y="4800600"/>
              <a:ext cx="1" cy="24717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62" name="instance.C36.95.join.output">
              <a:extLst>
                <a:ext uri="{FF2B5EF4-FFF2-40B4-BE49-F238E27FC236}">
                  <a16:creationId id="{996C0DB5-5FFF-4D1D-B597-6A843E82F194}"/>
                </a:ext>
              </a:extLst>
            </p:cNvPr>
            <p:cNvCxnSpPr>
              <a:stCxn id="39" idx="2"/>
              <a:endCxn id="40" idx="0"/>
            </p:cNvCxnSpPr>
            <p:nvPr/>
          </p:nvCxnSpPr>
          <p:spPr>
            <a:xfrm>
              <a:off x="8972550" y="5114925"/>
              <a:ext cx="0" cy="2381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36" name="instance.C36.95.input.831">
              <a:extLst>
                <a:ext uri="{FF2B5EF4-FFF2-40B4-BE49-F238E27FC236}">
                  <a16:creationId id="{84D16DD7-1D81-4EF0-B8F0-78D234A0A67F}"/>
                </a:ext>
              </a:extLst>
            </p:cNvPr>
            <p:cNvSpPr>
              <a:spLocks noGrp="1"/>
            </p:cNvSpPr>
            <p:nvPr/>
          </p:nvSpPr>
          <p:spPr>
            <a:xfrm>
              <a:off x="8448675" y="2400300"/>
              <a:ext cx="1047750" cy="361950"/>
            </a:xfrm>
            <a:prstGeom prst="roundRect">
              <a:avLst>
                <a:gd name="adj" fmla="val 47368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37" name="instance.C36.95.fork.832">
              <a:extLst>
                <a:ext uri="{FF2B5EF4-FFF2-40B4-BE49-F238E27FC236}">
                  <a16:creationId id="{D6B7C4E1-8944-42A0-A67C-D19C1BB261FB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2990850"/>
              <a:ext cx="3810000" cy="666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8" name="instance.C36.95.barrier.833">
              <a:extLst>
                <a:ext uri="{FF2B5EF4-FFF2-40B4-BE49-F238E27FC236}">
                  <a16:creationId id="{1CF78F0C-880C-44BE-A0A8-B2404E77D532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4010025"/>
              <a:ext cx="3810000" cy="666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9" name="instance.C36.95.join.834">
              <a:extLst>
                <a:ext uri="{FF2B5EF4-FFF2-40B4-BE49-F238E27FC236}">
                  <a16:creationId id="{9575489C-C5FE-4723-A19C-DB5973BB28AB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048250"/>
              <a:ext cx="3810000" cy="6667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0" name="instance.C36.95.output.835">
              <a:extLst>
                <a:ext uri="{FF2B5EF4-FFF2-40B4-BE49-F238E27FC236}">
                  <a16:creationId id="{C5127191-9B40-4D68-AB8A-4C41994CEFEE}"/>
                </a:ext>
              </a:extLst>
            </p:cNvPr>
            <p:cNvSpPr>
              <a:spLocks noGrp="1"/>
            </p:cNvSpPr>
            <p:nvPr/>
          </p:nvSpPr>
          <p:spPr>
            <a:xfrm>
              <a:off x="8448675" y="53530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42" name="instance.C36.95.left.first.836">
              <a:extLst>
                <a:ext uri="{FF2B5EF4-FFF2-40B4-BE49-F238E27FC236}">
                  <a16:creationId id="{6D06AD6D-670B-4028-8FF6-80733D964C94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3352800"/>
              <a:ext cx="1333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43" name="instance.C36.95.left.second.837">
              <a:extLst>
                <a:ext uri="{FF2B5EF4-FFF2-40B4-BE49-F238E27FC236}">
                  <a16:creationId id="{72D7C145-4621-4728-838A-79DB04191C06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4381500"/>
              <a:ext cx="1333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C</a:t>
              </a:r>
            </a:p>
          </p:txBody>
        </p:sp>
        <p:sp>
          <p:nvSpPr>
            <p:cNvPr id="52" name="instance.C36.95.right.first.842">
              <a:extLst>
                <a:ext uri="{FF2B5EF4-FFF2-40B4-BE49-F238E27FC236}">
                  <a16:creationId id="{A567F97F-64D1-4FCB-8A1A-CE77C1A570F7}"/>
                </a:ext>
              </a:extLst>
            </p:cNvPr>
            <p:cNvSpPr>
              <a:spLocks noGrp="1"/>
            </p:cNvSpPr>
            <p:nvPr/>
          </p:nvSpPr>
          <p:spPr>
            <a:xfrm>
              <a:off x="9544050" y="3352800"/>
              <a:ext cx="1333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53" name="instance.C36.95.right.second.843">
              <a:extLst>
                <a:ext uri="{FF2B5EF4-FFF2-40B4-BE49-F238E27FC236}">
                  <a16:creationId id="{E56CC7D3-94AC-4AFC-8E39-248141BD19CD}"/>
                </a:ext>
              </a:extLst>
            </p:cNvPr>
            <p:cNvSpPr>
              <a:spLocks noGrp="1"/>
            </p:cNvSpPr>
            <p:nvPr/>
          </p:nvSpPr>
          <p:spPr>
            <a:xfrm>
              <a:off x="9544050" y="4381500"/>
              <a:ext cx="1333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D</a:t>
              </a:r>
            </a:p>
          </p:txBody>
        </p:sp>
      </p:grpSp>
      <p:sp>
        <p:nvSpPr>
          <p:cNvPr id="63" name="gallery.staged-parallel.note.848">
            <a:extLst>
              <a:ext uri="{FF2B5EF4-FFF2-40B4-BE49-F238E27FC236}">
                <a16:creationId id="{C05F586A-D4A5-45BD-BF45-88AF3273536F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中间同步屏障连接前后两阶段</a:t>
            </a:r>
          </a:p>
        </p:txBody>
      </p:sp>
      <p:sp>
        <p:nvSpPr>
          <p:cNvPr id="69" name="navigation.rule.2688">
            <a:extLst>
              <a:ext uri="{FF2B5EF4-FFF2-40B4-BE49-F238E27FC236}">
                <a16:creationId id="{4E6501CE-954C-43C9-A9E9-7F4EA1CA5EA4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0" name="navigation.section.2689">
            <a:extLst>
              <a:ext uri="{FF2B5EF4-FFF2-40B4-BE49-F238E27FC236}">
                <a16:creationId id="{BEB33131-C69D-4113-9F64-5C6095777DF2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第4节　流程图组件</a:t>
            </a:r>
          </a:p>
        </p:txBody>
      </p:sp>
      <p:sp>
        <p:nvSpPr>
          <p:cNvPr id="71" name="navigation.page.2690">
            <a:extLst>
              <a:ext uri="{FF2B5EF4-FFF2-40B4-BE49-F238E27FC236}">
                <a16:creationId id="{A2C6DDD8-09CF-4255-B8CC-ECFD4DF33A81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22 / 53</a:t>
            </a:r>
          </a:p>
        </p:txBody>
      </p:sp>
    </p:spTree>
    <p:extLst>
      <p:ext uri="{BB962C8B-B14F-4D97-AF65-F5344CB8AC3E}">
        <p14:creationId val="787450510"/>
      </p:ext>
    </p:extLst>
  </p:cSld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2" name="4.4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1" name="header.accent.849">
              <a:extLst>
                <a:ext uri="{FF2B5EF4-FFF2-40B4-BE49-F238E27FC236}">
                  <a16:creationId id="{1B51FC26-BA31-43BF-B8A6-7DD72FED03A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850">
              <a:extLst>
                <a:ext uri="{FF2B5EF4-FFF2-40B4-BE49-F238E27FC236}">
                  <a16:creationId id="{6734EF84-F75B-48CF-A682-7B754C9138C1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4.4</a:t>
              </a:r>
            </a:p>
          </p:txBody>
        </p:sp>
        <p:sp>
          <p:nvSpPr>
            <p:cNvPr id="3" name="header.gradient.851">
              <a:extLst>
                <a:ext uri="{FF2B5EF4-FFF2-40B4-BE49-F238E27FC236}">
                  <a16:creationId id="{3CF63242-5A59-4A4C-9DFF-62D32B36B58B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852">
              <a:extLst>
                <a:ext uri="{FF2B5EF4-FFF2-40B4-BE49-F238E27FC236}">
                  <a16:creationId id="{FBF3241A-54EE-46D1-9942-450DEDD70E85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阶段关口与子流程</a:t>
              </a:r>
            </a:p>
          </p:txBody>
        </p:sp>
        <p:sp>
          <p:nvSpPr>
            <p:cNvPr id="5" name="header.library.853">
              <a:extLst>
                <a:ext uri="{FF2B5EF4-FFF2-40B4-BE49-F238E27FC236}">
                  <a16:creationId id="{F9C3F3B6-1FE0-4BBA-A96F-48E77561E018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3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854">
              <a:extLst>
                <a:ext uri="{FF2B5EF4-FFF2-40B4-BE49-F238E27FC236}">
                  <a16:creationId id="{9172B054-7E96-4AEF-90F4-503B7BCD5868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855">
              <a:extLst>
                <a:ext uri="{FF2B5EF4-FFF2-40B4-BE49-F238E27FC236}">
                  <a16:creationId id="{39DF2246-C936-4B6C-9BB2-53F789E7E2FC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856">
              <a:extLst>
                <a:ext uri="{FF2B5EF4-FFF2-40B4-BE49-F238E27FC236}">
                  <a16:creationId id="{54FE3058-C215-4E3C-8088-3F9E091A469B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857">
              <a:extLst>
                <a:ext uri="{FF2B5EF4-FFF2-40B4-BE49-F238E27FC236}">
                  <a16:creationId id="{53CB329E-48B9-4B3C-9678-062BAE35537A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阶段边界、判断关口与展开的子流程表达不同层次的步骤组织。</a:t>
              </a:r>
            </a:p>
          </p:txBody>
        </p:sp>
      </p:grpSp>
      <p:sp>
        <p:nvSpPr>
          <p:cNvPr id="10" name="gallery.stage-gates.frame.858">
            <a:extLst>
              <a:ext uri="{FF2B5EF4-FFF2-40B4-BE49-F238E27FC236}">
                <a16:creationId id="{5443BE67-C594-4C6B-BDFD-FB10558FB34F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stage-gates.heading.859">
            <a:extLst>
              <a:ext uri="{FF2B5EF4-FFF2-40B4-BE49-F238E27FC236}">
                <a16:creationId id="{66DE3AC5-11B1-48B3-9819-533333780FA1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C37  阶段关口流程</a:t>
            </a:r>
          </a:p>
        </p:txBody>
      </p:sp>
      <p:grpSp>
        <p:nvGrpSpPr>
          <p:cNvPr id="64" name="阶段关口流程"/>
          <p:cNvGrpSpPr/>
          <p:nvPr/>
        </p:nvGrpSpPr>
        <p:grpSpPr>
          <a:xfrm>
            <a:off x="666750" y="2609850"/>
            <a:ext cx="5105400" cy="2867502"/>
            <a:chOff x="666750" y="2609850"/>
            <a:chExt cx="5105400" cy="2867502"/>
          </a:xfrm>
        </p:grpSpPr>
        <p:sp>
          <p:nvSpPr>
            <p:cNvPr id="12" name="instance.C37.96.stage1.860">
              <a:extLst>
                <a:ext uri="{FF2B5EF4-FFF2-40B4-BE49-F238E27FC236}">
                  <a16:creationId id="{C6A67348-9DC7-4C7A-BC22-B548F67E9E08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2609850"/>
              <a:ext cx="2019300" cy="25527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14" name="instance.C37.96.stage2.862">
              <a:extLst>
                <a:ext uri="{FF2B5EF4-FFF2-40B4-BE49-F238E27FC236}">
                  <a16:creationId id="{A6A223F2-4CFA-40BA-A71F-AF66FE15C7E0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2609850"/>
              <a:ext cx="2019300" cy="25527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22" name="instance.C37.96.to-gate.point0.869">
              <a:extLst>
                <a:ext uri="{FF2B5EF4-FFF2-40B4-BE49-F238E27FC236}">
                  <a16:creationId id="{65DC047F-F65A-44DB-A3F1-AE65171CB7C0}"/>
                </a:ext>
              </a:extLst>
            </p:cNvPr>
            <p:cNvSpPr>
              <a:spLocks noGrp="1"/>
            </p:cNvSpPr>
            <p:nvPr/>
          </p:nvSpPr>
          <p:spPr>
            <a:xfrm>
              <a:off x="2704624" y="45048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instance.C37.96.to-gate.point1.870">
              <a:extLst>
                <a:ext uri="{FF2B5EF4-FFF2-40B4-BE49-F238E27FC236}">
                  <a16:creationId id="{7CA07DF0-188C-47B8-9EEA-1958503F6916}"/>
                </a:ext>
              </a:extLst>
            </p:cNvPr>
            <p:cNvSpPr>
              <a:spLocks noGrp="1"/>
            </p:cNvSpPr>
            <p:nvPr/>
          </p:nvSpPr>
          <p:spPr>
            <a:xfrm>
              <a:off x="2704624" y="39428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instance.C37.96.approved.point0.871">
              <a:extLst>
                <a:ext uri="{FF2B5EF4-FFF2-40B4-BE49-F238E27FC236}">
                  <a16:creationId id="{EF533A87-5E91-47F0-B264-34C8FA15AB54}"/>
                </a:ext>
              </a:extLst>
            </p:cNvPr>
            <p:cNvSpPr>
              <a:spLocks noGrp="1"/>
            </p:cNvSpPr>
            <p:nvPr/>
          </p:nvSpPr>
          <p:spPr>
            <a:xfrm>
              <a:off x="3847624" y="39428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8" name="instance.C37.96.approved.point1.872">
              <a:extLst>
                <a:ext uri="{FF2B5EF4-FFF2-40B4-BE49-F238E27FC236}">
                  <a16:creationId id="{C3884AC0-A1F9-421E-BAF8-A355093AF36B}"/>
                </a:ext>
              </a:extLst>
            </p:cNvPr>
            <p:cNvSpPr>
              <a:spLocks noGrp="1"/>
            </p:cNvSpPr>
            <p:nvPr/>
          </p:nvSpPr>
          <p:spPr>
            <a:xfrm>
              <a:off x="3847624" y="35237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3" name="instance.C37.96.revise-own-stage.point0.873">
              <a:extLst>
                <a:ext uri="{FF2B5EF4-FFF2-40B4-BE49-F238E27FC236}">
                  <a16:creationId id="{2D4EE593-67C3-4103-BEAF-16F533B6AA74}"/>
                </a:ext>
              </a:extLst>
            </p:cNvPr>
            <p:cNvSpPr>
              <a:spLocks noGrp="1"/>
            </p:cNvSpPr>
            <p:nvPr/>
          </p:nvSpPr>
          <p:spPr>
            <a:xfrm>
              <a:off x="3218974" y="54763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4" name="instance.C37.96.revise-own-stage.point1.874">
              <a:extLst>
                <a:ext uri="{FF2B5EF4-FFF2-40B4-BE49-F238E27FC236}">
                  <a16:creationId id="{E9488E3E-D65E-4F8E-AD8F-F30E32A02A1A}"/>
                </a:ext>
              </a:extLst>
            </p:cNvPr>
            <p:cNvSpPr>
              <a:spLocks noGrp="1"/>
            </p:cNvSpPr>
            <p:nvPr/>
          </p:nvSpPr>
          <p:spPr>
            <a:xfrm>
              <a:off x="1675924" y="54763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21" name="instance.C37.96.stage1-step">
              <a:extLst>
                <a:ext uri="{FF2B5EF4-FFF2-40B4-BE49-F238E27FC236}">
                  <a16:creationId id="{EFF99597-3036-4061-BF8E-AD3D0F80EC71}"/>
                </a:ext>
              </a:extLst>
            </p:cNvPr>
            <p:cNvCxnSpPr>
              <a:stCxn id="16" idx="2"/>
              <a:endCxn id="17" idx="0"/>
            </p:cNvCxnSpPr>
            <p:nvPr/>
          </p:nvCxnSpPr>
          <p:spPr>
            <a:xfrm>
              <a:off x="1676400" y="3752850"/>
              <a:ext cx="0" cy="5238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4" name="instance.C37.96.to-gate.edge0">
              <a:extLst>
                <a:ext uri="{FF2B5EF4-FFF2-40B4-BE49-F238E27FC236}">
                  <a16:creationId id="{C397FBAB-0BFF-4A7E-9BC9-AA9E1EBF484C}"/>
                </a:ext>
              </a:extLst>
            </p:cNvPr>
            <p:cNvCxnSpPr>
              <a:stCxn id="17" idx="3"/>
              <a:endCxn id="22" idx="1"/>
            </p:cNvCxnSpPr>
            <p:nvPr/>
          </p:nvCxnSpPr>
          <p:spPr>
            <a:xfrm>
              <a:off x="2476500" y="4505325"/>
              <a:ext cx="22812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5" name="instance.C37.96.to-gate.edge1">
              <a:extLst>
                <a:ext uri="{FF2B5EF4-FFF2-40B4-BE49-F238E27FC236}">
                  <a16:creationId id="{0C771340-A62C-4456-A717-53A92F6991F5}"/>
                </a:ext>
              </a:extLst>
            </p:cNvPr>
            <p:cNvCxnSpPr>
              <a:stCxn id="22" idx="0"/>
              <a:endCxn id="23" idx="2"/>
            </p:cNvCxnSpPr>
            <p:nvPr/>
          </p:nvCxnSpPr>
          <p:spPr>
            <a:xfrm flipV="1">
              <a:off x="2705101" y="3943827"/>
              <a:ext cx="0" cy="561022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6" name="instance.C37.96.to-gate.edge2">
              <a:extLst>
                <a:ext uri="{FF2B5EF4-FFF2-40B4-BE49-F238E27FC236}">
                  <a16:creationId id="{52B163D4-638B-4B62-9896-D24A13D2B1C2}"/>
                </a:ext>
              </a:extLst>
            </p:cNvPr>
            <p:cNvCxnSpPr>
              <a:stCxn id="23" idx="3"/>
              <a:endCxn id="18" idx="1"/>
            </p:cNvCxnSpPr>
            <p:nvPr/>
          </p:nvCxnSpPr>
          <p:spPr>
            <a:xfrm flipV="1">
              <a:off x="2705577" y="3943350"/>
              <a:ext cx="3762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9" name="instance.C37.96.approved.edge0">
              <a:extLst>
                <a:ext uri="{FF2B5EF4-FFF2-40B4-BE49-F238E27FC236}">
                  <a16:creationId id="{EE797BBB-6E3B-45AD-B8C3-69BD5513E9D7}"/>
                </a:ext>
              </a:extLst>
            </p:cNvPr>
            <p:cNvCxnSpPr>
              <a:stCxn id="18" idx="3"/>
              <a:endCxn id="27" idx="1"/>
            </p:cNvCxnSpPr>
            <p:nvPr/>
          </p:nvCxnSpPr>
          <p:spPr>
            <a:xfrm>
              <a:off x="3695700" y="3943350"/>
              <a:ext cx="15192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0" name="instance.C37.96.approved.edge1">
              <a:extLst>
                <a:ext uri="{FF2B5EF4-FFF2-40B4-BE49-F238E27FC236}">
                  <a16:creationId id="{C7C89A30-13E9-46E3-93CA-E887887B558C}"/>
                </a:ext>
              </a:extLst>
            </p:cNvPr>
            <p:cNvCxnSpPr>
              <a:stCxn id="27" idx="0"/>
              <a:endCxn id="28" idx="2"/>
            </p:cNvCxnSpPr>
            <p:nvPr/>
          </p:nvCxnSpPr>
          <p:spPr>
            <a:xfrm flipV="1">
              <a:off x="3848101" y="3524727"/>
              <a:ext cx="0" cy="41814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1" name="instance.C37.96.approved.edge2">
              <a:extLst>
                <a:ext uri="{FF2B5EF4-FFF2-40B4-BE49-F238E27FC236}">
                  <a16:creationId id="{30335342-601A-4D4A-B310-8164AD039700}"/>
                </a:ext>
              </a:extLst>
            </p:cNvPr>
            <p:cNvCxnSpPr>
              <a:stCxn id="28" idx="3"/>
              <a:endCxn id="19" idx="1"/>
            </p:cNvCxnSpPr>
            <p:nvPr/>
          </p:nvCxnSpPr>
          <p:spPr>
            <a:xfrm flipV="1">
              <a:off x="3848577" y="3524250"/>
              <a:ext cx="11382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2" name="instance.C37.96.stage2-step">
              <a:extLst>
                <a:ext uri="{FF2B5EF4-FFF2-40B4-BE49-F238E27FC236}">
                  <a16:creationId id="{DCDA73C6-502B-40E5-A2EB-DE385C0B0EED}"/>
                </a:ext>
              </a:extLst>
            </p:cNvPr>
            <p:cNvCxnSpPr>
              <a:stCxn id="19" idx="2"/>
              <a:endCxn id="20" idx="0"/>
            </p:cNvCxnSpPr>
            <p:nvPr/>
          </p:nvCxnSpPr>
          <p:spPr>
            <a:xfrm>
              <a:off x="4762500" y="3752850"/>
              <a:ext cx="0" cy="5238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5" name="instance.C37.96.revise-own-stage.edge0">
              <a:extLst>
                <a:ext uri="{FF2B5EF4-FFF2-40B4-BE49-F238E27FC236}">
                  <a16:creationId id="{FD3579F9-4C08-4C4C-A0F4-D3AD198002F6}"/>
                </a:ext>
              </a:extLst>
            </p:cNvPr>
            <p:cNvCxnSpPr>
              <a:stCxn id="18" idx="2"/>
              <a:endCxn id="33" idx="0"/>
            </p:cNvCxnSpPr>
            <p:nvPr/>
          </p:nvCxnSpPr>
          <p:spPr>
            <a:xfrm>
              <a:off x="3219450" y="4267200"/>
              <a:ext cx="0" cy="1209199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none" w="sm" len="sm"/>
            </a:ln>
          </p:spPr>
        </p:cxnSp>
        <p:cxnSp>
          <p:nvCxnSpPr>
            <p:cNvPr id="36" name="instance.C37.96.revise-own-stage.edge1">
              <a:extLst>
                <a:ext uri="{FF2B5EF4-FFF2-40B4-BE49-F238E27FC236}">
                  <a16:creationId id="{43F763D8-5E3A-4EAD-B9B8-FA5B7C4CCC92}"/>
                </a:ext>
              </a:extLst>
            </p:cNvPr>
            <p:cNvCxnSpPr>
              <a:stCxn id="33" idx="1"/>
              <a:endCxn id="34" idx="3"/>
            </p:cNvCxnSpPr>
            <p:nvPr/>
          </p:nvCxnSpPr>
          <p:spPr>
            <a:xfrm flipH="1">
              <a:off x="1676877" y="5476876"/>
              <a:ext cx="154209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none" w="sm" len="sm"/>
            </a:ln>
          </p:spPr>
        </p:cxnSp>
        <p:cxnSp>
          <p:nvCxnSpPr>
            <p:cNvPr id="37" name="instance.C37.96.revise-own-stage.edge2">
              <a:extLst>
                <a:ext uri="{FF2B5EF4-FFF2-40B4-BE49-F238E27FC236}">
                  <a16:creationId id="{AAB96D23-0A9D-4942-B66A-23FD40D6DECB}"/>
                </a:ext>
              </a:extLst>
            </p:cNvPr>
            <p:cNvCxnSpPr>
              <a:stCxn id="34" idx="0"/>
              <a:endCxn id="17" idx="2"/>
            </p:cNvCxnSpPr>
            <p:nvPr/>
          </p:nvCxnSpPr>
          <p:spPr>
            <a:xfrm flipH="1" flipV="1">
              <a:off x="1676400" y="4733925"/>
              <a:ext cx="1" cy="74247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triangle" w="sm" len="sm"/>
            </a:ln>
          </p:spPr>
        </p:cxnSp>
        <p:sp>
          <p:nvSpPr>
            <p:cNvPr id="16" name="instance.C37.96.input.864">
              <a:extLst>
                <a:ext uri="{FF2B5EF4-FFF2-40B4-BE49-F238E27FC236}">
                  <a16:creationId id="{AD506B5E-6F37-4763-8459-72EF5A238992}"/>
                </a:ext>
              </a:extLst>
            </p:cNvPr>
            <p:cNvSpPr>
              <a:spLocks noGrp="1"/>
            </p:cNvSpPr>
            <p:nvPr/>
          </p:nvSpPr>
          <p:spPr>
            <a:xfrm>
              <a:off x="876300" y="3295650"/>
              <a:ext cx="16002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17" name="instance.C37.96.a.865">
              <a:extLst>
                <a:ext uri="{FF2B5EF4-FFF2-40B4-BE49-F238E27FC236}">
                  <a16:creationId id="{D3AF09DE-E95B-41A6-8C79-6657633286FF}"/>
                </a:ext>
              </a:extLst>
            </p:cNvPr>
            <p:cNvSpPr>
              <a:spLocks noGrp="1"/>
            </p:cNvSpPr>
            <p:nvPr/>
          </p:nvSpPr>
          <p:spPr>
            <a:xfrm>
              <a:off x="876300" y="4276725"/>
              <a:ext cx="16002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18" name="instance.C37.96.gate.866">
              <a:extLst>
                <a:ext uri="{FF2B5EF4-FFF2-40B4-BE49-F238E27FC236}">
                  <a16:creationId id="{145994FC-238D-44C6-B480-C53EB71AE9E2}"/>
                </a:ext>
              </a:extLst>
            </p:cNvPr>
            <p:cNvSpPr>
              <a:spLocks noGrp="1"/>
            </p:cNvSpPr>
            <p:nvPr/>
          </p:nvSpPr>
          <p:spPr>
            <a:xfrm>
              <a:off x="2743200" y="3619500"/>
              <a:ext cx="952500" cy="64770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19" name="instance.C37.96.b.867">
              <a:extLst>
                <a:ext uri="{FF2B5EF4-FFF2-40B4-BE49-F238E27FC236}">
                  <a16:creationId id="{DC4FF6AA-0BC9-4865-B043-DB4CD09CACD4}"/>
                </a:ext>
              </a:extLst>
            </p:cNvPr>
            <p:cNvSpPr>
              <a:spLocks noGrp="1"/>
            </p:cNvSpPr>
            <p:nvPr/>
          </p:nvSpPr>
          <p:spPr>
            <a:xfrm>
              <a:off x="3962400" y="3295650"/>
              <a:ext cx="16002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20" name="instance.C37.96.output.868">
              <a:extLst>
                <a:ext uri="{FF2B5EF4-FFF2-40B4-BE49-F238E27FC236}">
                  <a16:creationId id="{C6FB14B3-9BE0-4CFD-ACB4-1C244AEB0142}"/>
                </a:ext>
              </a:extLst>
            </p:cNvPr>
            <p:cNvSpPr>
              <a:spLocks noGrp="1"/>
            </p:cNvSpPr>
            <p:nvPr/>
          </p:nvSpPr>
          <p:spPr>
            <a:xfrm>
              <a:off x="3962400" y="4276725"/>
              <a:ext cx="1600200" cy="4572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13" name="instance.C37.96.stage1.title.861">
              <a:extLst>
                <a:ext uri="{FF2B5EF4-FFF2-40B4-BE49-F238E27FC236}">
                  <a16:creationId id="{21B298C4-6359-48A3-95CC-A7EC8EB6B837}"/>
                </a:ext>
              </a:extLst>
            </p:cNvPr>
            <p:cNvSpPr>
              <a:spLocks noGrp="1"/>
            </p:cNvSpPr>
            <p:nvPr/>
          </p:nvSpPr>
          <p:spPr>
            <a:xfrm>
              <a:off x="762000" y="2657475"/>
              <a:ext cx="18288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阶段 1</a:t>
              </a:r>
            </a:p>
          </p:txBody>
        </p:sp>
        <p:sp>
          <p:nvSpPr>
            <p:cNvPr id="15" name="instance.C37.96.stage2.title.863">
              <a:extLst>
                <a:ext uri="{FF2B5EF4-FFF2-40B4-BE49-F238E27FC236}">
                  <a16:creationId id="{50E1E3A6-7C7B-4250-A5FF-BB58187CBA4D}"/>
                </a:ext>
              </a:extLst>
            </p:cNvPr>
            <p:cNvSpPr>
              <a:spLocks noGrp="1"/>
            </p:cNvSpPr>
            <p:nvPr/>
          </p:nvSpPr>
          <p:spPr>
            <a:xfrm>
              <a:off x="3848100" y="2657475"/>
              <a:ext cx="18288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阶段 2</a:t>
              </a:r>
            </a:p>
          </p:txBody>
        </p:sp>
        <p:sp>
          <p:nvSpPr>
            <p:cNvPr id="38" name="instance.C37.96.yes.875">
              <a:extLst>
                <a:ext uri="{FF2B5EF4-FFF2-40B4-BE49-F238E27FC236}">
                  <a16:creationId id="{CA72ADA4-0DCE-4297-866A-08F1959295DE}"/>
                </a:ext>
              </a:extLst>
            </p:cNvPr>
            <p:cNvSpPr>
              <a:spLocks noGrp="1"/>
            </p:cNvSpPr>
            <p:nvPr/>
          </p:nvSpPr>
          <p:spPr>
            <a:xfrm>
              <a:off x="3905250" y="3819525"/>
              <a:ext cx="2667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是</a:t>
              </a:r>
            </a:p>
          </p:txBody>
        </p:sp>
        <p:sp>
          <p:nvSpPr>
            <p:cNvPr id="39" name="instance.C37.96.no.876">
              <a:extLst>
                <a:ext uri="{FF2B5EF4-FFF2-40B4-BE49-F238E27FC236}">
                  <a16:creationId id="{A148B426-0B89-428C-AD67-3D23752AAE22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743450"/>
              <a:ext cx="2667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否</a:t>
              </a:r>
            </a:p>
          </p:txBody>
        </p:sp>
      </p:grpSp>
      <p:sp>
        <p:nvSpPr>
          <p:cNvPr id="40" name="gallery.stage-gates.note.877">
            <a:extLst>
              <a:ext uri="{FF2B5EF4-FFF2-40B4-BE49-F238E27FC236}">
                <a16:creationId id="{DDD6F60F-D4E7-4CA7-9289-0FBBBF321FB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关口判断连接两个阶段，未通过时返回本阶段</a:t>
            </a:r>
          </a:p>
        </p:txBody>
      </p:sp>
      <p:sp>
        <p:nvSpPr>
          <p:cNvPr id="41" name="gallery.subprocess.frame.878">
            <a:extLst>
              <a:ext uri="{FF2B5EF4-FFF2-40B4-BE49-F238E27FC236}">
                <a16:creationId id="{ACA027C1-E622-4E6E-A8ED-0C5368EA65C3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2" name="gallery.subprocess.heading.879">
            <a:extLst>
              <a:ext uri="{FF2B5EF4-FFF2-40B4-BE49-F238E27FC236}">
                <a16:creationId id="{88B3AF51-86D5-483C-8873-A878EBA0EE4D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C37  展开子流程</a:t>
            </a:r>
          </a:p>
        </p:txBody>
      </p:sp>
      <p:grpSp>
        <p:nvGrpSpPr>
          <p:cNvPr id="65" name="展开子流程"/>
          <p:cNvGrpSpPr/>
          <p:nvPr/>
        </p:nvGrpSpPr>
        <p:grpSpPr>
          <a:xfrm>
            <a:off x="6477000" y="2781300"/>
            <a:ext cx="4991100" cy="2905125"/>
            <a:chOff x="6477000" y="2781300"/>
            <a:chExt cx="4991100" cy="2905125"/>
          </a:xfrm>
        </p:grpSpPr>
        <p:sp>
          <p:nvSpPr>
            <p:cNvPr id="43" name="instance.C37.97.expanded.880">
              <a:extLst>
                <a:ext uri="{FF2B5EF4-FFF2-40B4-BE49-F238E27FC236}">
                  <a16:creationId id="{857EFD03-324B-448F-891E-3843005991E2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3705225"/>
              <a:ext cx="3467100" cy="19812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dash"/>
            </a:ln>
          </p:spPr>
        </p:sp>
        <p:cxnSp>
          <p:nvCxnSpPr>
            <p:cNvPr id="50" name="instance.C37.97.main-input">
              <a:extLst>
                <a:ext uri="{FF2B5EF4-FFF2-40B4-BE49-F238E27FC236}">
                  <a16:creationId id="{6C40FF5F-5889-4B67-9C4E-53966C0A0FE7}"/>
                </a:ext>
              </a:extLst>
            </p:cNvPr>
            <p:cNvCxnSpPr>
              <a:stCxn id="45" idx="3"/>
              <a:endCxn id="46" idx="1"/>
            </p:cNvCxnSpPr>
            <p:nvPr/>
          </p:nvCxnSpPr>
          <p:spPr>
            <a:xfrm>
              <a:off x="7562850" y="3019425"/>
              <a:ext cx="8191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1" name="instance.C37.97.main-output">
              <a:extLst>
                <a:ext uri="{FF2B5EF4-FFF2-40B4-BE49-F238E27FC236}">
                  <a16:creationId id="{BA76F45A-F3A1-4FF4-936E-6330A9767D20}"/>
                </a:ext>
              </a:extLst>
            </p:cNvPr>
            <p:cNvCxnSpPr>
              <a:stCxn id="46" idx="3"/>
              <a:endCxn id="47" idx="1"/>
            </p:cNvCxnSpPr>
            <p:nvPr/>
          </p:nvCxnSpPr>
          <p:spPr>
            <a:xfrm>
              <a:off x="9563100" y="3019425"/>
              <a:ext cx="8191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2" name="instance.C37.97.expand-association">
              <a:extLst>
                <a:ext uri="{FF2B5EF4-FFF2-40B4-BE49-F238E27FC236}">
                  <a16:creationId id="{058109BA-8230-419A-B2E3-C8D014626153}"/>
                </a:ext>
              </a:extLst>
            </p:cNvPr>
            <p:cNvCxnSpPr>
              <a:stCxn id="46" idx="2"/>
              <a:endCxn id="43" idx="0"/>
            </p:cNvCxnSpPr>
            <p:nvPr/>
          </p:nvCxnSpPr>
          <p:spPr>
            <a:xfrm>
              <a:off x="8972550" y="3257550"/>
              <a:ext cx="0" cy="4476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none" w="sm" len="sm"/>
            </a:ln>
          </p:spPr>
        </p:cxnSp>
        <p:cxnSp>
          <p:nvCxnSpPr>
            <p:cNvPr id="57" name="instance.C37.97.detail-ab">
              <a:extLst>
                <a:ext uri="{FF2B5EF4-FFF2-40B4-BE49-F238E27FC236}">
                  <a16:creationId id="{7C97F6AA-1226-4314-A6CC-3D1A9C09A5F9}"/>
                </a:ext>
              </a:extLst>
            </p:cNvPr>
            <p:cNvCxnSpPr>
              <a:stCxn id="53" idx="3"/>
              <a:endCxn id="54" idx="1"/>
            </p:cNvCxnSpPr>
            <p:nvPr/>
          </p:nvCxnSpPr>
          <p:spPr>
            <a:xfrm>
              <a:off x="8610600" y="4400550"/>
              <a:ext cx="7429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8" name="instance.C37.97.detail-bc">
              <a:extLst>
                <a:ext uri="{FF2B5EF4-FFF2-40B4-BE49-F238E27FC236}">
                  <a16:creationId id="{94977340-B7E7-4E04-8281-843DB755219F}"/>
                </a:ext>
              </a:extLst>
            </p:cNvPr>
            <p:cNvCxnSpPr>
              <a:stCxn id="54" idx="2"/>
              <a:endCxn id="55" idx="0"/>
            </p:cNvCxnSpPr>
            <p:nvPr/>
          </p:nvCxnSpPr>
          <p:spPr>
            <a:xfrm>
              <a:off x="9934575" y="4610100"/>
              <a:ext cx="0" cy="4286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9" name="instance.C37.97.detail-cd">
              <a:extLst>
                <a:ext uri="{FF2B5EF4-FFF2-40B4-BE49-F238E27FC236}">
                  <a16:creationId id="{8A0C0E0A-9A64-4669-998C-CC3E3CA8C58A}"/>
                </a:ext>
              </a:extLst>
            </p:cNvPr>
            <p:cNvCxnSpPr>
              <a:stCxn id="55" idx="1"/>
              <a:endCxn id="56" idx="3"/>
            </p:cNvCxnSpPr>
            <p:nvPr/>
          </p:nvCxnSpPr>
          <p:spPr>
            <a:xfrm flipH="1">
              <a:off x="8610600" y="5248275"/>
              <a:ext cx="7429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45" name="instance.C37.97.input.882">
              <a:extLst>
                <a:ext uri="{FF2B5EF4-FFF2-40B4-BE49-F238E27FC236}">
                  <a16:creationId id="{3EE3A155-9B9A-4229-8EF7-7770C9C0F648}"/>
                </a:ext>
              </a:extLst>
            </p:cNvPr>
            <p:cNvSpPr>
              <a:spLocks noGrp="1"/>
            </p:cNvSpPr>
            <p:nvPr/>
          </p:nvSpPr>
          <p:spPr>
            <a:xfrm>
              <a:off x="6477000" y="2781300"/>
              <a:ext cx="1085850" cy="4762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46" name="instance.C37.97.subprocess.883">
              <a:extLst>
                <a:ext uri="{FF2B5EF4-FFF2-40B4-BE49-F238E27FC236}">
                  <a16:creationId id="{4DF32847-D314-464D-A041-7684882F66BD}"/>
                </a:ext>
              </a:extLst>
            </p:cNvPr>
            <p:cNvSpPr>
              <a:spLocks noGrp="1"/>
            </p:cNvSpPr>
            <p:nvPr/>
          </p:nvSpPr>
          <p:spPr>
            <a:xfrm>
              <a:off x="8382000" y="2781300"/>
              <a:ext cx="1181100" cy="4762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子流程</a:t>
              </a:r>
            </a:p>
          </p:txBody>
        </p:sp>
        <p:sp>
          <p:nvSpPr>
            <p:cNvPr id="47" name="instance.C37.97.output.884">
              <a:extLst>
                <a:ext uri="{FF2B5EF4-FFF2-40B4-BE49-F238E27FC236}">
                  <a16:creationId id="{F44F2C6F-FDEC-48EE-A364-8E5EACEA1637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2781300"/>
              <a:ext cx="1085850" cy="47625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48" name="instance.C37.97.subprocess-left-rule.885">
              <a:extLst>
                <a:ext uri="{FF2B5EF4-FFF2-40B4-BE49-F238E27FC236}">
                  <a16:creationId id="{66B96124-E126-4AB5-A7C5-0EB18A66A456}"/>
                </a:ext>
              </a:extLst>
            </p:cNvPr>
            <p:cNvSpPr>
              <a:spLocks noGrp="1"/>
            </p:cNvSpPr>
            <p:nvPr/>
          </p:nvSpPr>
          <p:spPr>
            <a:xfrm>
              <a:off x="8477250" y="2828925"/>
              <a:ext cx="14288" cy="3810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9" name="instance.C37.97.subprocess-right-rule.886">
              <a:extLst>
                <a:ext uri="{FF2B5EF4-FFF2-40B4-BE49-F238E27FC236}">
                  <a16:creationId id="{2B6664FA-90E0-41B6-A5F3-29AA7C61A638}"/>
                </a:ext>
              </a:extLst>
            </p:cNvPr>
            <p:cNvSpPr>
              <a:spLocks noGrp="1"/>
            </p:cNvSpPr>
            <p:nvPr/>
          </p:nvSpPr>
          <p:spPr>
            <a:xfrm>
              <a:off x="9453563" y="2828925"/>
              <a:ext cx="14288" cy="3810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53" name="instance.C37.97.detail-a.887">
              <a:extLst>
                <a:ext uri="{FF2B5EF4-FFF2-40B4-BE49-F238E27FC236}">
                  <a16:creationId id="{3D49D8DD-CEA0-4E6A-8CAA-792CAD053015}"/>
                </a:ext>
              </a:extLst>
            </p:cNvPr>
            <p:cNvSpPr>
              <a:spLocks noGrp="1"/>
            </p:cNvSpPr>
            <p:nvPr/>
          </p:nvSpPr>
          <p:spPr>
            <a:xfrm>
              <a:off x="7448550" y="4191000"/>
              <a:ext cx="116205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54" name="instance.C37.97.detail-b.888">
              <a:extLst>
                <a:ext uri="{FF2B5EF4-FFF2-40B4-BE49-F238E27FC236}">
                  <a16:creationId id="{770C17F2-4831-4719-A582-0EACB17AC56A}"/>
                </a:ext>
              </a:extLst>
            </p:cNvPr>
            <p:cNvSpPr>
              <a:spLocks noGrp="1"/>
            </p:cNvSpPr>
            <p:nvPr/>
          </p:nvSpPr>
          <p:spPr>
            <a:xfrm>
              <a:off x="9353550" y="4191000"/>
              <a:ext cx="116205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55" name="instance.C37.97.detail-c.889">
              <a:extLst>
                <a:ext uri="{FF2B5EF4-FFF2-40B4-BE49-F238E27FC236}">
                  <a16:creationId id="{F306213D-274B-491A-9ECB-052B59E37184}"/>
                </a:ext>
              </a:extLst>
            </p:cNvPr>
            <p:cNvSpPr>
              <a:spLocks noGrp="1"/>
            </p:cNvSpPr>
            <p:nvPr/>
          </p:nvSpPr>
          <p:spPr>
            <a:xfrm>
              <a:off x="9353550" y="5038725"/>
              <a:ext cx="116205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C</a:t>
              </a:r>
            </a:p>
          </p:txBody>
        </p:sp>
        <p:sp>
          <p:nvSpPr>
            <p:cNvPr id="56" name="instance.C37.97.detail-d.890">
              <a:extLst>
                <a:ext uri="{FF2B5EF4-FFF2-40B4-BE49-F238E27FC236}">
                  <a16:creationId id="{8293F0AE-F9CA-43B5-9E00-5583653B0A39}"/>
                </a:ext>
              </a:extLst>
            </p:cNvPr>
            <p:cNvSpPr>
              <a:spLocks noGrp="1"/>
            </p:cNvSpPr>
            <p:nvPr/>
          </p:nvSpPr>
          <p:spPr>
            <a:xfrm>
              <a:off x="7448550" y="5038725"/>
              <a:ext cx="116205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D</a:t>
              </a:r>
            </a:p>
          </p:txBody>
        </p:sp>
        <p:sp>
          <p:nvSpPr>
            <p:cNvPr id="44" name="instance.C37.97.expanded.title.881">
              <a:extLst>
                <a:ext uri="{FF2B5EF4-FFF2-40B4-BE49-F238E27FC236}">
                  <a16:creationId id="{091AC10C-4B5A-4523-A1B8-29333E509CFC}"/>
                </a:ext>
              </a:extLst>
            </p:cNvPr>
            <p:cNvSpPr>
              <a:spLocks noGrp="1"/>
            </p:cNvSpPr>
            <p:nvPr/>
          </p:nvSpPr>
          <p:spPr>
            <a:xfrm>
              <a:off x="7334250" y="3752850"/>
              <a:ext cx="32766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子流程展开</a:t>
              </a:r>
            </a:p>
          </p:txBody>
        </p:sp>
      </p:grpSp>
      <p:sp>
        <p:nvSpPr>
          <p:cNvPr id="60" name="gallery.subprocess.note.891">
            <a:extLst>
              <a:ext uri="{FF2B5EF4-FFF2-40B4-BE49-F238E27FC236}">
                <a16:creationId id="{2EAB7135-BB48-462D-BF01-07CAECBAA778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主流程保留单个子流程节点，下方单独展开细分</a:t>
            </a:r>
          </a:p>
        </p:txBody>
      </p:sp>
      <p:sp>
        <p:nvSpPr>
          <p:cNvPr id="66" name="navigation.rule.2691">
            <a:extLst>
              <a:ext uri="{FF2B5EF4-FFF2-40B4-BE49-F238E27FC236}">
                <a16:creationId id="{5D2A8302-1276-40EB-9021-DEA22745DDC2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7" name="navigation.section.2692">
            <a:extLst>
              <a:ext uri="{FF2B5EF4-FFF2-40B4-BE49-F238E27FC236}">
                <a16:creationId id="{EF1A059D-67F7-4F1B-AE8E-CB2E34619542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第4节　流程图组件</a:t>
            </a:r>
          </a:p>
        </p:txBody>
      </p:sp>
      <p:sp>
        <p:nvSpPr>
          <p:cNvPr id="68" name="navigation.page.2693">
            <a:extLst>
              <a:ext uri="{FF2B5EF4-FFF2-40B4-BE49-F238E27FC236}">
                <a16:creationId id="{9680019C-2FBA-4A78-A039-1C8F14510875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23 / 53</a:t>
            </a:r>
          </a:p>
        </p:txBody>
      </p:sp>
    </p:spTree>
    <p:extLst>
      <p:ext uri="{BB962C8B-B14F-4D97-AF65-F5344CB8AC3E}">
        <p14:creationId val="1554496619"/>
      </p:ext>
    </p:extLst>
  </p:cSld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5" name="4.5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4" name="header.accent.892">
              <a:extLst>
                <a:ext uri="{FF2B5EF4-FFF2-40B4-BE49-F238E27FC236}">
                  <a16:creationId id="{80A025DB-FA27-48DB-8153-08FC527C37D1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893">
              <a:extLst>
                <a:ext uri="{FF2B5EF4-FFF2-40B4-BE49-F238E27FC236}">
                  <a16:creationId id="{BD686CBB-FFC9-4936-AE1A-4475CB338433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4.5</a:t>
              </a:r>
            </a:p>
          </p:txBody>
        </p:sp>
        <p:sp>
          <p:nvSpPr>
            <p:cNvPr id="3" name="header.gradient.894">
              <a:extLst>
                <a:ext uri="{FF2B5EF4-FFF2-40B4-BE49-F238E27FC236}">
                  <a16:creationId id="{00AB546C-3337-4A73-8E81-820FC2C8C8CA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895">
              <a:extLst>
                <a:ext uri="{FF2B5EF4-FFF2-40B4-BE49-F238E27FC236}">
                  <a16:creationId id="{71B5B913-82E9-4F80-B497-DD2D50D257D0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跨泳道交接</a:t>
              </a:r>
            </a:p>
          </p:txBody>
        </p:sp>
        <p:sp>
          <p:nvSpPr>
            <p:cNvPr id="5" name="header.library.896">
              <a:extLst>
                <a:ext uri="{FF2B5EF4-FFF2-40B4-BE49-F238E27FC236}">
                  <a16:creationId id="{C03EF240-33B5-4DA8-95CB-275DEA0209B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897">
              <a:extLst>
                <a:ext uri="{FF2B5EF4-FFF2-40B4-BE49-F238E27FC236}">
                  <a16:creationId id="{2E12F6F4-E929-4819-96C6-34B547937968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898">
              <a:extLst>
                <a:ext uri="{FF2B5EF4-FFF2-40B4-BE49-F238E27FC236}">
                  <a16:creationId id="{48BEBF40-4B14-46D0-834A-9A855C62DDF4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899">
              <a:extLst>
                <a:ext uri="{FF2B5EF4-FFF2-40B4-BE49-F238E27FC236}">
                  <a16:creationId id="{BF9BA1BC-69D2-4412-B0A0-FBFDECA69896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900">
              <a:extLst>
                <a:ext uri="{FF2B5EF4-FFF2-40B4-BE49-F238E27FC236}">
                  <a16:creationId id="{C6B6F000-D91A-4156-BA24-89356E800CC6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泳道划分步骤归属，跨泳道连线表示交接与反馈，节点和连线可分别编辑。</a:t>
              </a:r>
            </a:p>
          </p:txBody>
        </p:sp>
      </p:grpSp>
      <p:sp>
        <p:nvSpPr>
          <p:cNvPr id="10" name="gallery.lane-handoff.frame.901">
            <a:extLst>
              <a:ext uri="{FF2B5EF4-FFF2-40B4-BE49-F238E27FC236}">
                <a16:creationId id="{0B5AB413-8533-4890-A91E-E2601B2A77B5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ane-handoff.heading.902">
            <a:extLst>
              <a:ext uri="{FF2B5EF4-FFF2-40B4-BE49-F238E27FC236}">
                <a16:creationId id="{26B54288-7C7F-4785-8463-15F8B6BAF5A2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C38  跨泳道交接</a:t>
            </a:r>
          </a:p>
        </p:txBody>
      </p:sp>
      <p:grpSp>
        <p:nvGrpSpPr>
          <p:cNvPr id="57" name="跨泳道交接"/>
          <p:cNvGrpSpPr/>
          <p:nvPr/>
        </p:nvGrpSpPr>
        <p:grpSpPr>
          <a:xfrm>
            <a:off x="657225" y="2390775"/>
            <a:ext cx="5124450" cy="3314700"/>
            <a:chOff x="657225" y="2390775"/>
            <a:chExt cx="5124450" cy="3314700"/>
          </a:xfrm>
        </p:grpSpPr>
        <p:sp>
          <p:nvSpPr>
            <p:cNvPr id="12" name="instance.C38.98.lane-a.frame.903">
              <a:extLst>
                <a:ext uri="{FF2B5EF4-FFF2-40B4-BE49-F238E27FC236}">
                  <a16:creationId id="{A169B8C3-8196-4C80-9A36-5D93EFAE76FB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2390775"/>
              <a:ext cx="5124450" cy="10477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14" name="instance.C38.98.lane-b.frame.905">
              <a:extLst>
                <a:ext uri="{FF2B5EF4-FFF2-40B4-BE49-F238E27FC236}">
                  <a16:creationId id="{E3883312-0E07-4B06-90DE-FB485E11B26B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3524250"/>
              <a:ext cx="5124450" cy="10477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16" name="instance.C38.98.lane-c.frame.907">
              <a:extLst>
                <a:ext uri="{FF2B5EF4-FFF2-40B4-BE49-F238E27FC236}">
                  <a16:creationId id="{F089EEFD-711B-4938-B378-CE4CF274C1B2}"/>
                </a:ext>
              </a:extLst>
            </p:cNvPr>
            <p:cNvSpPr>
              <a:spLocks noGrp="1"/>
            </p:cNvSpPr>
            <p:nvPr/>
          </p:nvSpPr>
          <p:spPr>
            <a:xfrm>
              <a:off x="657225" y="4657725"/>
              <a:ext cx="5124450" cy="10477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cxnSp>
          <p:nvCxnSpPr>
            <p:cNvPr id="23" name="instance.C38.98.input-a">
              <a:extLst>
                <a:ext uri="{FF2B5EF4-FFF2-40B4-BE49-F238E27FC236}">
                  <a16:creationId id="{0014B8E0-5779-42CC-A066-4703CE5D815D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2514600" y="2924175"/>
              <a:ext cx="9144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4" name="instance.C38.98.handoff-ab">
              <a:extLst>
                <a:ext uri="{FF2B5EF4-FFF2-40B4-BE49-F238E27FC236}">
                  <a16:creationId id="{54311640-74E2-4CE8-BB95-0796F417CEAC}"/>
                </a:ext>
              </a:extLst>
            </p:cNvPr>
            <p:cNvCxnSpPr>
              <a:stCxn id="19" idx="2"/>
              <a:endCxn id="20" idx="0"/>
            </p:cNvCxnSpPr>
            <p:nvPr/>
          </p:nvCxnSpPr>
          <p:spPr>
            <a:xfrm>
              <a:off x="4057650" y="3143250"/>
              <a:ext cx="0" cy="6953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5" name="instance.C38.98.handoff-bc">
              <a:extLst>
                <a:ext uri="{FF2B5EF4-FFF2-40B4-BE49-F238E27FC236}">
                  <a16:creationId id="{8E9A04DD-816D-4D6D-AC64-A73B561E0B44}"/>
                </a:ext>
              </a:extLst>
            </p:cNvPr>
            <p:cNvCxnSpPr>
              <a:stCxn id="20" idx="2"/>
              <a:endCxn id="21" idx="0"/>
            </p:cNvCxnSpPr>
            <p:nvPr/>
          </p:nvCxnSpPr>
          <p:spPr>
            <a:xfrm>
              <a:off x="4057650" y="4276725"/>
              <a:ext cx="0" cy="6953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6" name="instance.C38.98.c-output">
              <a:extLst>
                <a:ext uri="{FF2B5EF4-FFF2-40B4-BE49-F238E27FC236}">
                  <a16:creationId id="{77EA8414-544A-4F06-A9B5-47854177F4BC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>
            <a:xfrm>
              <a:off x="4686300" y="5191125"/>
              <a:ext cx="1714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3" name="instance.C38.98.lane-a.heading.904">
              <a:extLst>
                <a:ext uri="{FF2B5EF4-FFF2-40B4-BE49-F238E27FC236}">
                  <a16:creationId id="{32212688-D0EE-4529-B496-10097D452C19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2400300"/>
              <a:ext cx="666750" cy="1028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rPr>
                <a:t>泳道 A</a:t>
              </a:r>
            </a:p>
          </p:txBody>
        </p:sp>
        <p:sp>
          <p:nvSpPr>
            <p:cNvPr id="15" name="instance.C38.98.lane-b.heading.906">
              <a:extLst>
                <a:ext uri="{FF2B5EF4-FFF2-40B4-BE49-F238E27FC236}">
                  <a16:creationId id="{8CDEEA4A-ABC5-4EF4-877C-7DD7ACA02F40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3533775"/>
              <a:ext cx="666750" cy="1028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rPr>
                <a:t>泳道 B</a:t>
              </a:r>
            </a:p>
          </p:txBody>
        </p:sp>
        <p:sp>
          <p:nvSpPr>
            <p:cNvPr id="17" name="instance.C38.98.lane-c.heading.908">
              <a:extLst>
                <a:ext uri="{FF2B5EF4-FFF2-40B4-BE49-F238E27FC236}">
                  <a16:creationId id="{943225E6-7999-4D3A-B20E-2EAEFBDBAA04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4667250"/>
              <a:ext cx="666750" cy="1028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rPr>
                <a:t>泳道 C</a:t>
              </a:r>
            </a:p>
          </p:txBody>
        </p:sp>
        <p:sp>
          <p:nvSpPr>
            <p:cNvPr id="18" name="instance.C38.98.input.909">
              <a:extLst>
                <a:ext uri="{FF2B5EF4-FFF2-40B4-BE49-F238E27FC236}">
                  <a16:creationId id="{15F4DDE4-C0AE-4079-83C1-99C9BAD31946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2705100"/>
              <a:ext cx="952500" cy="4381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19" name="instance.C38.98.a.910">
              <a:extLst>
                <a:ext uri="{FF2B5EF4-FFF2-40B4-BE49-F238E27FC236}">
                  <a16:creationId id="{7C879A96-3502-45FF-953C-8581AE1C7AA3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2705100"/>
              <a:ext cx="1257300" cy="4381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20" name="instance.C38.98.b.911">
              <a:extLst>
                <a:ext uri="{FF2B5EF4-FFF2-40B4-BE49-F238E27FC236}">
                  <a16:creationId id="{C939D039-345A-4E19-B29F-451462B67CFF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3838575"/>
              <a:ext cx="1257300" cy="4381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21" name="instance.C38.98.c.912">
              <a:extLst>
                <a:ext uri="{FF2B5EF4-FFF2-40B4-BE49-F238E27FC236}">
                  <a16:creationId id="{22AB091E-0443-494D-9CB7-3F6183DC91A6}"/>
                </a:ext>
              </a:extLst>
            </p:cNvPr>
            <p:cNvSpPr>
              <a:spLocks noGrp="1"/>
            </p:cNvSpPr>
            <p:nvPr/>
          </p:nvSpPr>
          <p:spPr>
            <a:xfrm>
              <a:off x="3429000" y="4972050"/>
              <a:ext cx="1257300" cy="4381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C</a:t>
              </a:r>
            </a:p>
          </p:txBody>
        </p:sp>
        <p:sp>
          <p:nvSpPr>
            <p:cNvPr id="22" name="instance.C38.98.output.913">
              <a:extLst>
                <a:ext uri="{FF2B5EF4-FFF2-40B4-BE49-F238E27FC236}">
                  <a16:creationId id="{4864CCA8-ED2C-4E82-8548-FBAA6B463271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4972050"/>
              <a:ext cx="857250" cy="43815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</p:grpSp>
      <p:sp>
        <p:nvSpPr>
          <p:cNvPr id="27" name="gallery.lane-handoff.note.914">
            <a:extLst>
              <a:ext uri="{FF2B5EF4-FFF2-40B4-BE49-F238E27FC236}">
                <a16:creationId id="{F59FA3A0-C877-44E1-B1A3-E06FF469629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步骤在三个责任泳道之间依次交接</a:t>
            </a:r>
          </a:p>
        </p:txBody>
      </p:sp>
      <p:sp>
        <p:nvSpPr>
          <p:cNvPr id="28" name="gallery.lane-feedback.frame.915">
            <a:extLst>
              <a:ext uri="{FF2B5EF4-FFF2-40B4-BE49-F238E27FC236}">
                <a16:creationId id="{C9A94752-D568-4DB3-A9C3-17C7461CAE48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9" name="gallery.lane-feedback.heading.916">
            <a:extLst>
              <a:ext uri="{FF2B5EF4-FFF2-40B4-BE49-F238E27FC236}">
                <a16:creationId id="{BAB8FC49-EE31-4A14-9F26-DB64107108B2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C38  跨泳道反馈</a:t>
            </a:r>
          </a:p>
        </p:txBody>
      </p:sp>
      <p:grpSp>
        <p:nvGrpSpPr>
          <p:cNvPr id="58" name="跨泳道反馈"/>
          <p:cNvGrpSpPr/>
          <p:nvPr/>
        </p:nvGrpSpPr>
        <p:grpSpPr>
          <a:xfrm>
            <a:off x="6410325" y="2390775"/>
            <a:ext cx="5124450" cy="3314700"/>
            <a:chOff x="6410325" y="2390775"/>
            <a:chExt cx="5124450" cy="3314700"/>
          </a:xfrm>
        </p:grpSpPr>
        <p:sp>
          <p:nvSpPr>
            <p:cNvPr id="30" name="instance.C38.99.lane-a.frame.917">
              <a:extLst>
                <a:ext uri="{FF2B5EF4-FFF2-40B4-BE49-F238E27FC236}">
                  <a16:creationId id="{3D4FB78E-1E99-49F3-85A0-C85539CDD109}"/>
                </a:ext>
              </a:extLst>
            </p:cNvPr>
            <p:cNvSpPr>
              <a:spLocks noGrp="1"/>
            </p:cNvSpPr>
            <p:nvPr/>
          </p:nvSpPr>
          <p:spPr>
            <a:xfrm>
              <a:off x="6410325" y="2390775"/>
              <a:ext cx="5124450" cy="160020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32" name="instance.C38.99.lane-b.frame.919">
              <a:extLst>
                <a:ext uri="{FF2B5EF4-FFF2-40B4-BE49-F238E27FC236}">
                  <a16:creationId id="{FA323FD3-74AD-4655-ABEA-F601589BE706}"/>
                </a:ext>
              </a:extLst>
            </p:cNvPr>
            <p:cNvSpPr>
              <a:spLocks noGrp="1"/>
            </p:cNvSpPr>
            <p:nvPr/>
          </p:nvSpPr>
          <p:spPr>
            <a:xfrm>
              <a:off x="6410325" y="4086225"/>
              <a:ext cx="5124450" cy="16192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43" name="instance.C38.99.feedback-to-owner.point0.926">
              <a:extLst>
                <a:ext uri="{FF2B5EF4-FFF2-40B4-BE49-F238E27FC236}">
                  <a16:creationId id="{2A5DDAD1-6656-4DC2-8BA4-07ADB11E7F6A}"/>
                </a:ext>
              </a:extLst>
            </p:cNvPr>
            <p:cNvSpPr>
              <a:spLocks noGrp="1"/>
            </p:cNvSpPr>
            <p:nvPr/>
          </p:nvSpPr>
          <p:spPr>
            <a:xfrm>
              <a:off x="8162449" y="42286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4" name="instance.C38.99.feedback-to-owner.point1.927">
              <a:extLst>
                <a:ext uri="{FF2B5EF4-FFF2-40B4-BE49-F238E27FC236}">
                  <a16:creationId id="{B34DCF30-A7EF-4A6A-B723-9C49DF148B57}"/>
                </a:ext>
              </a:extLst>
            </p:cNvPr>
            <p:cNvSpPr>
              <a:spLocks noGrp="1"/>
            </p:cNvSpPr>
            <p:nvPr/>
          </p:nvSpPr>
          <p:spPr>
            <a:xfrm>
              <a:off x="7352824" y="42286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5" name="instance.C38.99.feedback-to-owner.point2.928">
              <a:extLst>
                <a:ext uri="{FF2B5EF4-FFF2-40B4-BE49-F238E27FC236}">
                  <a16:creationId id="{8D46D0E6-57BB-499B-871E-AC1EC42595D4}"/>
                </a:ext>
              </a:extLst>
            </p:cNvPr>
            <p:cNvSpPr>
              <a:spLocks noGrp="1"/>
            </p:cNvSpPr>
            <p:nvPr/>
          </p:nvSpPr>
          <p:spPr>
            <a:xfrm>
              <a:off x="7352824" y="3123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39" name="instance.C38.99.a-b">
              <a:extLst>
                <a:ext uri="{FF2B5EF4-FFF2-40B4-BE49-F238E27FC236}">
                  <a16:creationId id="{96949548-1BF8-4151-A3A3-515E86E99784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>
              <a:off x="8791575" y="3124200"/>
              <a:ext cx="981075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0" name="instance.C38.99.handoff">
              <a:extLst>
                <a:ext uri="{FF2B5EF4-FFF2-40B4-BE49-F238E27FC236}">
                  <a16:creationId id="{F1843E1E-C0FD-4D42-9957-7331F86318A1}"/>
                </a:ext>
              </a:extLst>
            </p:cNvPr>
            <p:cNvCxnSpPr>
              <a:stCxn id="35" idx="2"/>
              <a:endCxn id="36" idx="0"/>
            </p:cNvCxnSpPr>
            <p:nvPr/>
          </p:nvCxnSpPr>
          <p:spPr>
            <a:xfrm>
              <a:off x="10401300" y="3352800"/>
              <a:ext cx="0" cy="10001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1" name="instance.C38.99.pass">
              <a:extLst>
                <a:ext uri="{FF2B5EF4-FFF2-40B4-BE49-F238E27FC236}">
                  <a16:creationId id="{D632D813-EF93-4A01-96D3-2FB9F2D48E2A}"/>
                </a:ext>
              </a:extLst>
            </p:cNvPr>
            <p:cNvCxnSpPr>
              <a:stCxn id="36" idx="2"/>
              <a:endCxn id="38" idx="0"/>
            </p:cNvCxnSpPr>
            <p:nvPr/>
          </p:nvCxnSpPr>
          <p:spPr>
            <a:xfrm>
              <a:off x="10401300" y="5057775"/>
              <a:ext cx="0" cy="2000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2" name="instance.C38.99.not-pass">
              <a:extLst>
                <a:ext uri="{FF2B5EF4-FFF2-40B4-BE49-F238E27FC236}">
                  <a16:creationId id="{4ACA571A-521B-4962-8176-6504A5A842C1}"/>
                </a:ext>
              </a:extLst>
            </p:cNvPr>
            <p:cNvCxnSpPr>
              <a:stCxn id="36" idx="1"/>
              <a:endCxn id="37" idx="3"/>
            </p:cNvCxnSpPr>
            <p:nvPr/>
          </p:nvCxnSpPr>
          <p:spPr>
            <a:xfrm flipH="1">
              <a:off x="8791575" y="4705350"/>
              <a:ext cx="11620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6" name="instance.C38.99.feedback-to-owner.edge0">
              <a:extLst>
                <a:ext uri="{FF2B5EF4-FFF2-40B4-BE49-F238E27FC236}">
                  <a16:creationId id="{631D9FBF-14D9-443B-A160-3924FC47EBF0}"/>
                </a:ext>
              </a:extLst>
            </p:cNvPr>
            <p:cNvCxnSpPr>
              <a:stCxn id="37" idx="0"/>
              <a:endCxn id="43" idx="2"/>
            </p:cNvCxnSpPr>
            <p:nvPr/>
          </p:nvCxnSpPr>
          <p:spPr>
            <a:xfrm flipV="1">
              <a:off x="8162925" y="4229577"/>
              <a:ext cx="1" cy="24717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none" w="sm" len="sm"/>
            </a:ln>
          </p:spPr>
        </p:cxnSp>
        <p:cxnSp>
          <p:nvCxnSpPr>
            <p:cNvPr id="47" name="instance.C38.99.feedback-to-owner.edge1">
              <a:extLst>
                <a:ext uri="{FF2B5EF4-FFF2-40B4-BE49-F238E27FC236}">
                  <a16:creationId id="{534987AC-0B05-43BF-8ED8-C43D9CF89113}"/>
                </a:ext>
              </a:extLst>
            </p:cNvPr>
            <p:cNvCxnSpPr>
              <a:stCxn id="43" idx="1"/>
              <a:endCxn id="44" idx="3"/>
            </p:cNvCxnSpPr>
            <p:nvPr/>
          </p:nvCxnSpPr>
          <p:spPr>
            <a:xfrm flipH="1">
              <a:off x="7353777" y="4229101"/>
              <a:ext cx="808672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none" w="sm" len="sm"/>
            </a:ln>
          </p:spPr>
        </p:cxnSp>
        <p:cxnSp>
          <p:nvCxnSpPr>
            <p:cNvPr id="48" name="instance.C38.99.feedback-to-owner.edge2">
              <a:extLst>
                <a:ext uri="{FF2B5EF4-FFF2-40B4-BE49-F238E27FC236}">
                  <a16:creationId id="{69F54930-E280-44DD-8D42-B838FE45959E}"/>
                </a:ext>
              </a:extLst>
            </p:cNvPr>
            <p:cNvCxnSpPr>
              <a:stCxn id="44" idx="0"/>
              <a:endCxn id="45" idx="2"/>
            </p:cNvCxnSpPr>
            <p:nvPr/>
          </p:nvCxnSpPr>
          <p:spPr>
            <a:xfrm flipV="1">
              <a:off x="7353301" y="3124677"/>
              <a:ext cx="0" cy="110394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none" w="sm" len="sm"/>
            </a:ln>
          </p:spPr>
        </p:cxnSp>
        <p:cxnSp>
          <p:nvCxnSpPr>
            <p:cNvPr id="49" name="instance.C38.99.feedback-to-owner.edge3">
              <a:extLst>
                <a:ext uri="{FF2B5EF4-FFF2-40B4-BE49-F238E27FC236}">
                  <a16:creationId id="{898F6730-1E8E-45AF-AA12-DC91D8ED1A01}"/>
                </a:ext>
              </a:extLst>
            </p:cNvPr>
            <p:cNvCxnSpPr>
              <a:stCxn id="45" idx="3"/>
              <a:endCxn id="34" idx="1"/>
            </p:cNvCxnSpPr>
            <p:nvPr/>
          </p:nvCxnSpPr>
          <p:spPr>
            <a:xfrm flipV="1">
              <a:off x="7353777" y="3124200"/>
              <a:ext cx="180498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triangle" w="sm" len="sm"/>
            </a:ln>
          </p:spPr>
        </p:cxnSp>
        <p:sp>
          <p:nvSpPr>
            <p:cNvPr id="31" name="instance.C38.99.lane-a.heading.918">
              <a:extLst>
                <a:ext uri="{FF2B5EF4-FFF2-40B4-BE49-F238E27FC236}">
                  <a16:creationId id="{C462F427-5400-45BF-ACEF-9002B6921D22}"/>
                </a:ext>
              </a:extLst>
            </p:cNvPr>
            <p:cNvSpPr>
              <a:spLocks noGrp="1"/>
            </p:cNvSpPr>
            <p:nvPr/>
          </p:nvSpPr>
          <p:spPr>
            <a:xfrm>
              <a:off x="6419850" y="2400300"/>
              <a:ext cx="666750" cy="15811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rPr>
                <a:t>泳道 A</a:t>
              </a:r>
            </a:p>
          </p:txBody>
        </p:sp>
        <p:sp>
          <p:nvSpPr>
            <p:cNvPr id="33" name="instance.C38.99.lane-b.heading.920">
              <a:extLst>
                <a:ext uri="{FF2B5EF4-FFF2-40B4-BE49-F238E27FC236}">
                  <a16:creationId id="{805FCC35-EABB-4091-956D-4E2C1424C973}"/>
                </a:ext>
              </a:extLst>
            </p:cNvPr>
            <p:cNvSpPr>
              <a:spLocks noGrp="1"/>
            </p:cNvSpPr>
            <p:nvPr/>
          </p:nvSpPr>
          <p:spPr>
            <a:xfrm>
              <a:off x="6419850" y="4095750"/>
              <a:ext cx="666750" cy="1600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rPr>
                <a:t>泳道 B</a:t>
              </a:r>
            </a:p>
          </p:txBody>
        </p:sp>
        <p:sp>
          <p:nvSpPr>
            <p:cNvPr id="34" name="instance.C38.99.a.921">
              <a:extLst>
                <a:ext uri="{FF2B5EF4-FFF2-40B4-BE49-F238E27FC236}">
                  <a16:creationId id="{6D4349AA-D4F0-48B1-BE2E-2D3089489D00}"/>
                </a:ext>
              </a:extLst>
            </p:cNvPr>
            <p:cNvSpPr>
              <a:spLocks noGrp="1"/>
            </p:cNvSpPr>
            <p:nvPr/>
          </p:nvSpPr>
          <p:spPr>
            <a:xfrm>
              <a:off x="7534275" y="28956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35" name="instance.C38.99.b.922">
              <a:extLst>
                <a:ext uri="{FF2B5EF4-FFF2-40B4-BE49-F238E27FC236}">
                  <a16:creationId id="{1B65F6B5-70B9-4410-8C28-9AC69C3E26DA}"/>
                </a:ext>
              </a:extLst>
            </p:cNvPr>
            <p:cNvSpPr>
              <a:spLocks noGrp="1"/>
            </p:cNvSpPr>
            <p:nvPr/>
          </p:nvSpPr>
          <p:spPr>
            <a:xfrm>
              <a:off x="9772650" y="289560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36" name="instance.C38.99.condition.923">
              <a:extLst>
                <a:ext uri="{FF2B5EF4-FFF2-40B4-BE49-F238E27FC236}">
                  <a16:creationId id="{6F08C74E-C76D-42BD-8A28-C3B7C24F3206}"/>
                </a:ext>
              </a:extLst>
            </p:cNvPr>
            <p:cNvSpPr>
              <a:spLocks noGrp="1"/>
            </p:cNvSpPr>
            <p:nvPr/>
          </p:nvSpPr>
          <p:spPr>
            <a:xfrm>
              <a:off x="9953625" y="4352925"/>
              <a:ext cx="895350" cy="70485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37" name="instance.C38.99.revise.924">
              <a:extLst>
                <a:ext uri="{FF2B5EF4-FFF2-40B4-BE49-F238E27FC236}">
                  <a16:creationId id="{818DCE36-06F3-466B-8C0B-47DE03A2CDE2}"/>
                </a:ext>
              </a:extLst>
            </p:cNvPr>
            <p:cNvSpPr>
              <a:spLocks noGrp="1"/>
            </p:cNvSpPr>
            <p:nvPr/>
          </p:nvSpPr>
          <p:spPr>
            <a:xfrm>
              <a:off x="7534275" y="4476750"/>
              <a:ext cx="12573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补偿</a:t>
              </a:r>
            </a:p>
          </p:txBody>
        </p:sp>
        <p:sp>
          <p:nvSpPr>
            <p:cNvPr id="38" name="instance.C38.99.output.925">
              <a:extLst>
                <a:ext uri="{FF2B5EF4-FFF2-40B4-BE49-F238E27FC236}">
                  <a16:creationId id="{95EFD1BE-2F2A-4A9F-8055-6AF238BF567A}"/>
                </a:ext>
              </a:extLst>
            </p:cNvPr>
            <p:cNvSpPr>
              <a:spLocks noGrp="1"/>
            </p:cNvSpPr>
            <p:nvPr/>
          </p:nvSpPr>
          <p:spPr>
            <a:xfrm>
              <a:off x="9791700" y="5257800"/>
              <a:ext cx="1219200" cy="43815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50" name="instance.C38.99.yes.929">
              <a:extLst>
                <a:ext uri="{FF2B5EF4-FFF2-40B4-BE49-F238E27FC236}">
                  <a16:creationId id="{4C2472D1-DFB0-4D52-BFB0-7604CEFF897B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5038725"/>
              <a:ext cx="26670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是</a:t>
              </a:r>
            </a:p>
          </p:txBody>
        </p:sp>
        <p:sp>
          <p:nvSpPr>
            <p:cNvPr id="51" name="instance.C38.99.no.930">
              <a:extLst>
                <a:ext uri="{FF2B5EF4-FFF2-40B4-BE49-F238E27FC236}">
                  <a16:creationId id="{55669130-279B-4421-B107-03BE7C4323DF}"/>
                </a:ext>
              </a:extLst>
            </p:cNvPr>
            <p:cNvSpPr>
              <a:spLocks noGrp="1"/>
            </p:cNvSpPr>
            <p:nvPr/>
          </p:nvSpPr>
          <p:spPr>
            <a:xfrm>
              <a:off x="9201150" y="4429125"/>
              <a:ext cx="2667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否</a:t>
              </a:r>
            </a:p>
          </p:txBody>
        </p:sp>
        <p:sp>
          <p:nvSpPr>
            <p:cNvPr id="52" name="instance.C38.99.return-label.931">
              <a:extLst>
                <a:ext uri="{FF2B5EF4-FFF2-40B4-BE49-F238E27FC236}">
                  <a16:creationId id="{88BAAF4E-7F04-470C-BDE1-61EF813AE429}"/>
                </a:ext>
              </a:extLst>
            </p:cNvPr>
            <p:cNvSpPr>
              <a:spLocks noGrp="1"/>
            </p:cNvSpPr>
            <p:nvPr/>
          </p:nvSpPr>
          <p:spPr>
            <a:xfrm>
              <a:off x="7400925" y="3686175"/>
              <a:ext cx="4762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返回</a:t>
              </a:r>
            </a:p>
          </p:txBody>
        </p:sp>
      </p:grpSp>
      <p:sp>
        <p:nvSpPr>
          <p:cNvPr id="53" name="gallery.lane-feedback.note.932">
            <a:extLst>
              <a:ext uri="{FF2B5EF4-FFF2-40B4-BE49-F238E27FC236}">
                <a16:creationId id="{0EE720B7-9D9A-4477-8084-B42E6D7133FC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条件未通过时，从另一泳道返回对应步骤</a:t>
            </a:r>
          </a:p>
        </p:txBody>
      </p:sp>
      <p:sp>
        <p:nvSpPr>
          <p:cNvPr id="59" name="navigation.rule.2694">
            <a:extLst>
              <a:ext uri="{FF2B5EF4-FFF2-40B4-BE49-F238E27FC236}">
                <a16:creationId id="{BBD9BC27-AD97-4F5D-AFD4-CAF835F32328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0" name="navigation.section.2695">
            <a:extLst>
              <a:ext uri="{FF2B5EF4-FFF2-40B4-BE49-F238E27FC236}">
                <a16:creationId id="{38911642-40E8-45CC-9016-9CB988D989DD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第4节　流程图组件</a:t>
            </a:r>
          </a:p>
        </p:txBody>
      </p:sp>
      <p:sp>
        <p:nvSpPr>
          <p:cNvPr id="61" name="navigation.page.2696">
            <a:extLst>
              <a:ext uri="{FF2B5EF4-FFF2-40B4-BE49-F238E27FC236}">
                <a16:creationId id="{5C6E38FE-C20B-43E5-9818-D1A13E5553B3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24 / 53</a:t>
            </a:r>
          </a:p>
        </p:txBody>
      </p:sp>
    </p:spTree>
    <p:extLst>
      <p:ext uri="{BB962C8B-B14F-4D97-AF65-F5344CB8AC3E}">
        <p14:creationId val="1313519223"/>
      </p:ext>
    </p:extLst>
  </p:cSld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3" name="4.6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2" name="header.accent.933">
              <a:extLst>
                <a:ext uri="{FF2B5EF4-FFF2-40B4-BE49-F238E27FC236}">
                  <a16:creationId id="{0F726650-1C9E-49B4-9601-A7435C13922A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934">
              <a:extLst>
                <a:ext uri="{FF2B5EF4-FFF2-40B4-BE49-F238E27FC236}">
                  <a16:creationId id="{7037BE4B-21EF-4032-81D4-B8EFB2B995AD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4.6</a:t>
              </a:r>
            </a:p>
          </p:txBody>
        </p:sp>
        <p:sp>
          <p:nvSpPr>
            <p:cNvPr id="3" name="header.gradient.935">
              <a:extLst>
                <a:ext uri="{FF2B5EF4-FFF2-40B4-BE49-F238E27FC236}">
                  <a16:creationId id="{DC5BE8AD-D03F-4894-89B3-36656319D4F5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936">
              <a:extLst>
                <a:ext uri="{FF2B5EF4-FFF2-40B4-BE49-F238E27FC236}">
                  <a16:creationId id="{45BE5EAA-71B0-41CC-918B-4893F34D70B6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异常补偿与退出</a:t>
              </a:r>
            </a:p>
          </p:txBody>
        </p:sp>
        <p:sp>
          <p:nvSpPr>
            <p:cNvPr id="5" name="header.library.937">
              <a:extLst>
                <a:ext uri="{FF2B5EF4-FFF2-40B4-BE49-F238E27FC236}">
                  <a16:creationId id="{1C6DC28B-A68A-43BB-8907-CC430364C517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4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938">
              <a:extLst>
                <a:ext uri="{FF2B5EF4-FFF2-40B4-BE49-F238E27FC236}">
                  <a16:creationId id="{13BC5109-331F-4F62-8056-2D942BC2020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939">
              <a:extLst>
                <a:ext uri="{FF2B5EF4-FFF2-40B4-BE49-F238E27FC236}">
                  <a16:creationId id="{8C7EC27A-76EB-4D4F-B7C6-26E5BB41BCD2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940">
              <a:extLst>
                <a:ext uri="{FF2B5EF4-FFF2-40B4-BE49-F238E27FC236}">
                  <a16:creationId id="{6C54FF42-0556-464F-867F-292F0B103A55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941">
              <a:extLst>
                <a:ext uri="{FF2B5EF4-FFF2-40B4-BE49-F238E27FC236}">
                  <a16:creationId id="{0811A38C-CF20-4628-B47F-0D4AD5436A17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主流程保留连续路径，异常支路用于补偿重试或提前退出。</a:t>
              </a:r>
            </a:p>
          </p:txBody>
        </p:sp>
      </p:grpSp>
      <p:sp>
        <p:nvSpPr>
          <p:cNvPr id="10" name="gallery.exception-retry.frame.942">
            <a:extLst>
              <a:ext uri="{FF2B5EF4-FFF2-40B4-BE49-F238E27FC236}">
                <a16:creationId id="{4D2568A1-438C-4FFF-B818-62828A9CA053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exception-retry.heading.943">
            <a:extLst>
              <a:ext uri="{FF2B5EF4-FFF2-40B4-BE49-F238E27FC236}">
                <a16:creationId id="{634AE63D-6FAC-4F6B-960D-B50E74FE8A62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C39  异常补偿与重试</a:t>
            </a:r>
          </a:p>
        </p:txBody>
      </p:sp>
      <p:grpSp>
        <p:nvGrpSpPr>
          <p:cNvPr id="65" name="异常补偿与重试"/>
          <p:cNvGrpSpPr/>
          <p:nvPr/>
        </p:nvGrpSpPr>
        <p:grpSpPr>
          <a:xfrm>
            <a:off x="723900" y="2761774"/>
            <a:ext cx="5019675" cy="2200751"/>
            <a:chOff x="723900" y="2761774"/>
            <a:chExt cx="5019675" cy="2200751"/>
          </a:xfrm>
        </p:grpSpPr>
        <p:sp>
          <p:nvSpPr>
            <p:cNvPr id="21" name="instance.C39.100.retry-same-step.point0.949">
              <a:extLst>
                <a:ext uri="{FF2B5EF4-FFF2-40B4-BE49-F238E27FC236}">
                  <a16:creationId id="{A7E1D791-4ABD-4211-B174-7652B1FBB8B6}"/>
                </a:ext>
              </a:extLst>
            </p:cNvPr>
            <p:cNvSpPr>
              <a:spLocks noGrp="1"/>
            </p:cNvSpPr>
            <p:nvPr/>
          </p:nvSpPr>
          <p:spPr>
            <a:xfrm>
              <a:off x="3333274" y="47334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2" name="instance.C39.100.retry-same-step.point1.950">
              <a:extLst>
                <a:ext uri="{FF2B5EF4-FFF2-40B4-BE49-F238E27FC236}">
                  <a16:creationId id="{4F508BD2-844B-427B-A38C-CE526AF08DE1}"/>
                </a:ext>
              </a:extLst>
            </p:cNvPr>
            <p:cNvSpPr>
              <a:spLocks noGrp="1"/>
            </p:cNvSpPr>
            <p:nvPr/>
          </p:nvSpPr>
          <p:spPr>
            <a:xfrm>
              <a:off x="3333274" y="27617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3" name="instance.C39.100.retry-same-step.point2.951">
              <a:extLst>
                <a:ext uri="{FF2B5EF4-FFF2-40B4-BE49-F238E27FC236}">
                  <a16:creationId id="{6F9BD953-2EC8-4062-9A85-960B7DA07324}"/>
                </a:ext>
              </a:extLst>
            </p:cNvPr>
            <p:cNvSpPr>
              <a:spLocks noGrp="1"/>
            </p:cNvSpPr>
            <p:nvPr/>
          </p:nvSpPr>
          <p:spPr>
            <a:xfrm>
              <a:off x="4123849" y="27617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17" name="instance.C39.100.main-input">
              <a:extLst>
                <a:ext uri="{FF2B5EF4-FFF2-40B4-BE49-F238E27FC236}">
                  <a16:creationId id="{6E530065-1CD3-4582-97A0-FA17087C18AC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1619250" y="3343275"/>
              <a:ext cx="4191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8" name="instance.C39.100.main-ab">
              <a:extLst>
                <a:ext uri="{FF2B5EF4-FFF2-40B4-BE49-F238E27FC236}">
                  <a16:creationId id="{E9497696-827A-40FD-8F12-4A777BFE2048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3143250" y="3343275"/>
              <a:ext cx="428625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9" name="instance.C39.100.main-output">
              <a:extLst>
                <a:ext uri="{FF2B5EF4-FFF2-40B4-BE49-F238E27FC236}">
                  <a16:creationId id="{485F4204-5B74-4244-A5EF-868057A079E3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4676775" y="3343275"/>
              <a:ext cx="4000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0" name="instance.C39.100.exception">
              <a:extLst>
                <a:ext uri="{FF2B5EF4-FFF2-40B4-BE49-F238E27FC236}">
                  <a16:creationId id="{EBD6FFEF-E302-4F58-8B29-A322AE04BA92}"/>
                </a:ext>
              </a:extLst>
            </p:cNvPr>
            <p:cNvCxnSpPr>
              <a:stCxn id="14" idx="2"/>
              <a:endCxn id="16" idx="0"/>
            </p:cNvCxnSpPr>
            <p:nvPr/>
          </p:nvCxnSpPr>
          <p:spPr>
            <a:xfrm>
              <a:off x="4124325" y="3571875"/>
              <a:ext cx="0" cy="93345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dash"/>
              <a:tailEnd type="triangle" w="sm" len="sm"/>
            </a:ln>
          </p:spPr>
        </p:cxnSp>
        <p:cxnSp>
          <p:nvCxnSpPr>
            <p:cNvPr id="24" name="instance.C39.100.retry-same-step.edge0">
              <a:extLst>
                <a:ext uri="{FF2B5EF4-FFF2-40B4-BE49-F238E27FC236}">
                  <a16:creationId id="{2B96CADA-7CAC-41C2-B87E-5915136C325E}"/>
                </a:ext>
              </a:extLst>
            </p:cNvPr>
            <p:cNvCxnSpPr>
              <a:stCxn id="16" idx="1"/>
              <a:endCxn id="21" idx="3"/>
            </p:cNvCxnSpPr>
            <p:nvPr/>
          </p:nvCxnSpPr>
          <p:spPr>
            <a:xfrm flipH="1">
              <a:off x="3334227" y="4733925"/>
              <a:ext cx="199548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5" name="instance.C39.100.retry-same-step.edge1">
              <a:extLst>
                <a:ext uri="{FF2B5EF4-FFF2-40B4-BE49-F238E27FC236}">
                  <a16:creationId id="{C3E6F9E0-C044-44B2-AD2B-C49F736F026E}"/>
                </a:ext>
              </a:extLst>
            </p:cNvPr>
            <p:cNvCxnSpPr>
              <a:stCxn id="21" idx="0"/>
              <a:endCxn id="22" idx="2"/>
            </p:cNvCxnSpPr>
            <p:nvPr/>
          </p:nvCxnSpPr>
          <p:spPr>
            <a:xfrm flipV="1">
              <a:off x="3333751" y="2762727"/>
              <a:ext cx="0" cy="1970722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6" name="instance.C39.100.retry-same-step.edge2">
              <a:extLst>
                <a:ext uri="{FF2B5EF4-FFF2-40B4-BE49-F238E27FC236}">
                  <a16:creationId id="{E5D0B7D6-F4B9-4CBF-91AB-FBD68D9770CD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3334227" y="2762251"/>
              <a:ext cx="789622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7" name="instance.C39.100.retry-same-step.edge3">
              <a:extLst>
                <a:ext uri="{FF2B5EF4-FFF2-40B4-BE49-F238E27FC236}">
                  <a16:creationId id="{0054D154-62B7-4243-8791-EC66141BDA3F}"/>
                </a:ext>
              </a:extLst>
            </p:cNvPr>
            <p:cNvCxnSpPr>
              <a:stCxn id="23" idx="2"/>
              <a:endCxn id="14" idx="0"/>
            </p:cNvCxnSpPr>
            <p:nvPr/>
          </p:nvCxnSpPr>
          <p:spPr>
            <a:xfrm flipH="1">
              <a:off x="4124325" y="2762727"/>
              <a:ext cx="0" cy="35194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39.100.input.944">
              <a:extLst>
                <a:ext uri="{FF2B5EF4-FFF2-40B4-BE49-F238E27FC236}">
                  <a16:creationId id="{36FE4F83-E0F0-4E25-90C5-4F9BE769AD71}"/>
                </a:ext>
              </a:extLst>
            </p:cNvPr>
            <p:cNvSpPr>
              <a:spLocks noGrp="1"/>
            </p:cNvSpPr>
            <p:nvPr/>
          </p:nvSpPr>
          <p:spPr>
            <a:xfrm>
              <a:off x="723900" y="3114675"/>
              <a:ext cx="89535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13" name="instance.C39.100.a.945">
              <a:extLst>
                <a:ext uri="{FF2B5EF4-FFF2-40B4-BE49-F238E27FC236}">
                  <a16:creationId id="{16BC190D-74A5-4870-BD95-8EBCD97303E8}"/>
                </a:ext>
              </a:extLst>
            </p:cNvPr>
            <p:cNvSpPr>
              <a:spLocks noGrp="1"/>
            </p:cNvSpPr>
            <p:nvPr/>
          </p:nvSpPr>
          <p:spPr>
            <a:xfrm>
              <a:off x="2038350" y="3114675"/>
              <a:ext cx="11049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14" name="instance.C39.100.b.946">
              <a:extLst>
                <a:ext uri="{FF2B5EF4-FFF2-40B4-BE49-F238E27FC236}">
                  <a16:creationId id="{B90B8895-3C24-41C9-90A6-7E80426B573D}"/>
                </a:ext>
              </a:extLst>
            </p:cNvPr>
            <p:cNvSpPr>
              <a:spLocks noGrp="1"/>
            </p:cNvSpPr>
            <p:nvPr/>
          </p:nvSpPr>
          <p:spPr>
            <a:xfrm>
              <a:off x="3571875" y="3114675"/>
              <a:ext cx="11049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15" name="instance.C39.100.output.947">
              <a:extLst>
                <a:ext uri="{FF2B5EF4-FFF2-40B4-BE49-F238E27FC236}">
                  <a16:creationId id="{8B791341-1FAF-493B-A37A-B9531BFA0C5F}"/>
                </a:ext>
              </a:extLst>
            </p:cNvPr>
            <p:cNvSpPr>
              <a:spLocks noGrp="1"/>
            </p:cNvSpPr>
            <p:nvPr/>
          </p:nvSpPr>
          <p:spPr>
            <a:xfrm>
              <a:off x="5076825" y="3114675"/>
              <a:ext cx="666750" cy="4572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输出</a:t>
              </a:r>
            </a:p>
          </p:txBody>
        </p:sp>
        <p:sp>
          <p:nvSpPr>
            <p:cNvPr id="16" name="instance.C39.100.compensate.948">
              <a:extLst>
                <a:ext uri="{FF2B5EF4-FFF2-40B4-BE49-F238E27FC236}">
                  <a16:creationId id="{D224D021-1C76-4C44-8564-F8C1618917BE}"/>
                </a:ext>
              </a:extLst>
            </p:cNvPr>
            <p:cNvSpPr>
              <a:spLocks noGrp="1"/>
            </p:cNvSpPr>
            <p:nvPr/>
          </p:nvSpPr>
          <p:spPr>
            <a:xfrm>
              <a:off x="3533775" y="4505325"/>
              <a:ext cx="11811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补偿</a:t>
              </a:r>
            </a:p>
          </p:txBody>
        </p:sp>
        <p:sp>
          <p:nvSpPr>
            <p:cNvPr id="28" name="instance.C39.100.normal-label.952">
              <a:extLst>
                <a:ext uri="{FF2B5EF4-FFF2-40B4-BE49-F238E27FC236}">
                  <a16:creationId id="{11D996A6-4E1C-429A-A6E3-803E1F6BC4F9}"/>
                </a:ext>
              </a:extLst>
            </p:cNvPr>
            <p:cNvSpPr>
              <a:spLocks noGrp="1"/>
            </p:cNvSpPr>
            <p:nvPr/>
          </p:nvSpPr>
          <p:spPr>
            <a:xfrm>
              <a:off x="4714875" y="3086100"/>
              <a:ext cx="3619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正常</a:t>
              </a:r>
            </a:p>
          </p:txBody>
        </p:sp>
        <p:sp>
          <p:nvSpPr>
            <p:cNvPr id="29" name="instance.C39.100.exception-label.953">
              <a:extLst>
                <a:ext uri="{FF2B5EF4-FFF2-40B4-BE49-F238E27FC236}">
                  <a16:creationId id="{65D66B94-FCA5-4434-B934-B68A91FA9EB4}"/>
                </a:ext>
              </a:extLst>
            </p:cNvPr>
            <p:cNvSpPr>
              <a:spLocks noGrp="1"/>
            </p:cNvSpPr>
            <p:nvPr/>
          </p:nvSpPr>
          <p:spPr>
            <a:xfrm>
              <a:off x="4248150" y="3905250"/>
              <a:ext cx="5524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异常</a:t>
              </a:r>
            </a:p>
          </p:txBody>
        </p:sp>
        <p:sp>
          <p:nvSpPr>
            <p:cNvPr id="30" name="instance.C39.100.retry-label.954">
              <a:extLst>
                <a:ext uri="{FF2B5EF4-FFF2-40B4-BE49-F238E27FC236}">
                  <a16:creationId id="{A2F9D723-366C-47BE-A746-B3BDC498201A}"/>
                </a:ext>
              </a:extLst>
            </p:cNvPr>
            <p:cNvSpPr>
              <a:spLocks noGrp="1"/>
            </p:cNvSpPr>
            <p:nvPr/>
          </p:nvSpPr>
          <p:spPr>
            <a:xfrm>
              <a:off x="2743200" y="4048125"/>
              <a:ext cx="4953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重试</a:t>
              </a:r>
            </a:p>
          </p:txBody>
        </p:sp>
      </p:grpSp>
      <p:sp>
        <p:nvSpPr>
          <p:cNvPr id="31" name="gallery.exception-retry.note.955">
            <a:extLst>
              <a:ext uri="{FF2B5EF4-FFF2-40B4-BE49-F238E27FC236}">
                <a16:creationId id="{F7551BA9-02F4-4F75-87DA-E52AFF1B820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正常主线保持独立，异常处理后重试故障步骤</a:t>
            </a:r>
          </a:p>
        </p:txBody>
      </p:sp>
      <p:sp>
        <p:nvSpPr>
          <p:cNvPr id="32" name="gallery.early-exit.frame.956">
            <a:extLst>
              <a:ext uri="{FF2B5EF4-FFF2-40B4-BE49-F238E27FC236}">
                <a16:creationId id="{0290F1CD-054D-4773-AB4A-5A080F89F6C3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3" name="gallery.early-exit.heading.957">
            <a:extLst>
              <a:ext uri="{FF2B5EF4-FFF2-40B4-BE49-F238E27FC236}">
                <a16:creationId id="{42A1BD85-76C2-4938-92BE-E78D9F8BFA5B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C39  提前退出流程</a:t>
            </a:r>
          </a:p>
        </p:txBody>
      </p:sp>
      <p:grpSp>
        <p:nvGrpSpPr>
          <p:cNvPr id="66" name="提前退出流程"/>
          <p:cNvGrpSpPr/>
          <p:nvPr/>
        </p:nvGrpSpPr>
        <p:grpSpPr>
          <a:xfrm>
            <a:off x="6477000" y="2657475"/>
            <a:ext cx="4991577" cy="2943225"/>
            <a:chOff x="6477000" y="2657475"/>
            <a:chExt cx="4991577" cy="2943225"/>
          </a:xfrm>
        </p:grpSpPr>
        <p:sp>
          <p:nvSpPr>
            <p:cNvPr id="44" name="instance.C39.101.early-first.point0.964">
              <a:extLst>
                <a:ext uri="{FF2B5EF4-FFF2-40B4-BE49-F238E27FC236}">
                  <a16:creationId id="{44678D54-0A18-4E82-92DC-24306819F4FD}"/>
                </a:ext>
              </a:extLst>
            </p:cNvPr>
            <p:cNvSpPr>
              <a:spLocks noGrp="1"/>
            </p:cNvSpPr>
            <p:nvPr/>
          </p:nvSpPr>
          <p:spPr>
            <a:xfrm>
              <a:off x="8086249" y="53811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instance.C39.101.early-second.point0.965">
              <a:extLst>
                <a:ext uri="{FF2B5EF4-FFF2-40B4-BE49-F238E27FC236}">
                  <a16:creationId id="{A0061B0C-F8A6-440B-8B1F-39C4C783969E}"/>
                </a:ext>
              </a:extLst>
            </p:cNvPr>
            <p:cNvSpPr>
              <a:spLocks noGrp="1"/>
            </p:cNvSpPr>
            <p:nvPr/>
          </p:nvSpPr>
          <p:spPr>
            <a:xfrm>
              <a:off x="11467624" y="30094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8" name="instance.C39.101.early-second.point1.966">
              <a:extLst>
                <a:ext uri="{FF2B5EF4-FFF2-40B4-BE49-F238E27FC236}">
                  <a16:creationId id="{EB8D2340-7778-42AC-8ABF-34C7EDFCC8A2}"/>
                </a:ext>
              </a:extLst>
            </p:cNvPr>
            <p:cNvSpPr>
              <a:spLocks noGrp="1"/>
            </p:cNvSpPr>
            <p:nvPr/>
          </p:nvSpPr>
          <p:spPr>
            <a:xfrm>
              <a:off x="11467624" y="53811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2" name="instance.C39.101.normal-end.point0.967">
              <a:extLst>
                <a:ext uri="{FF2B5EF4-FFF2-40B4-BE49-F238E27FC236}">
                  <a16:creationId id="{C5049AE1-61EE-4F0C-904E-5EA07B4BD765}"/>
                </a:ext>
              </a:extLst>
            </p:cNvPr>
            <p:cNvSpPr>
              <a:spLocks noGrp="1"/>
            </p:cNvSpPr>
            <p:nvPr/>
          </p:nvSpPr>
          <p:spPr>
            <a:xfrm>
              <a:off x="10924699" y="49048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53" name="instance.C39.101.normal-end.point1.968">
              <a:extLst>
                <a:ext uri="{FF2B5EF4-FFF2-40B4-BE49-F238E27FC236}">
                  <a16:creationId id="{0BDF9E59-900B-43B5-9B88-9F3414D9960A}"/>
                </a:ext>
              </a:extLst>
            </p:cNvPr>
            <p:cNvSpPr>
              <a:spLocks noGrp="1"/>
            </p:cNvSpPr>
            <p:nvPr/>
          </p:nvSpPr>
          <p:spPr>
            <a:xfrm>
              <a:off x="9105424" y="49048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40" name="instance.C39.101.input-first">
              <a:extLst>
                <a:ext uri="{FF2B5EF4-FFF2-40B4-BE49-F238E27FC236}">
                  <a16:creationId id="{65AA908E-869E-49C9-B01C-EAAFFCECB961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>
              <a:off x="7258050" y="3009900"/>
              <a:ext cx="352425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1" name="instance.C39.101.continue-first">
              <a:extLst>
                <a:ext uri="{FF2B5EF4-FFF2-40B4-BE49-F238E27FC236}">
                  <a16:creationId id="{86AEFFE3-551F-4248-B0B0-5F05239EAA5F}"/>
                </a:ext>
              </a:extLst>
            </p:cNvPr>
            <p:cNvCxnSpPr>
              <a:stCxn id="35" idx="3"/>
              <a:endCxn id="36" idx="1"/>
            </p:cNvCxnSpPr>
            <p:nvPr/>
          </p:nvCxnSpPr>
          <p:spPr>
            <a:xfrm>
              <a:off x="8562975" y="3009900"/>
              <a:ext cx="409575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2" name="instance.C39.101.a-second">
              <a:extLst>
                <a:ext uri="{FF2B5EF4-FFF2-40B4-BE49-F238E27FC236}">
                  <a16:creationId id="{ACEADBAB-300E-40F2-B077-3F16F782BFCE}"/>
                </a:ext>
              </a:extLst>
            </p:cNvPr>
            <p:cNvCxnSpPr>
              <a:stCxn id="36" idx="3"/>
              <a:endCxn id="37" idx="1"/>
            </p:cNvCxnSpPr>
            <p:nvPr/>
          </p:nvCxnSpPr>
          <p:spPr>
            <a:xfrm>
              <a:off x="10039350" y="3009900"/>
              <a:ext cx="409575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3" name="instance.C39.101.continue-second">
              <a:extLst>
                <a:ext uri="{FF2B5EF4-FFF2-40B4-BE49-F238E27FC236}">
                  <a16:creationId id="{E2D70F7E-F464-4DB2-B7BF-7CF57FAD8ED6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10925175" y="3362325"/>
              <a:ext cx="0" cy="76200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5" name="instance.C39.101.early-first.edge0">
              <a:extLst>
                <a:ext uri="{FF2B5EF4-FFF2-40B4-BE49-F238E27FC236}">
                  <a16:creationId id="{A381ECE0-1069-41E7-94C7-5FDD5EFDFADB}"/>
                </a:ext>
              </a:extLst>
            </p:cNvPr>
            <p:cNvCxnSpPr>
              <a:stCxn id="35" idx="2"/>
              <a:endCxn id="44" idx="0"/>
            </p:cNvCxnSpPr>
            <p:nvPr/>
          </p:nvCxnSpPr>
          <p:spPr>
            <a:xfrm>
              <a:off x="8086725" y="3362325"/>
              <a:ext cx="1" cy="20188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6" name="instance.C39.101.early-first.edge1">
              <a:extLst>
                <a:ext uri="{FF2B5EF4-FFF2-40B4-BE49-F238E27FC236}">
                  <a16:creationId id="{79838DED-F48A-4CAE-8627-1FC5E4CC153D}"/>
                </a:ext>
              </a:extLst>
            </p:cNvPr>
            <p:cNvCxnSpPr>
              <a:stCxn id="44" idx="3"/>
              <a:endCxn id="39" idx="1"/>
            </p:cNvCxnSpPr>
            <p:nvPr/>
          </p:nvCxnSpPr>
          <p:spPr>
            <a:xfrm flipV="1">
              <a:off x="8087202" y="5381625"/>
              <a:ext cx="485298" cy="1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9" name="instance.C39.101.early-second.edge0">
              <a:extLst>
                <a:ext uri="{FF2B5EF4-FFF2-40B4-BE49-F238E27FC236}">
                  <a16:creationId id="{9F2E0B98-1177-43A4-BB1F-3555D09F868E}"/>
                </a:ext>
              </a:extLst>
            </p:cNvPr>
            <p:cNvCxnSpPr>
              <a:stCxn id="37" idx="3"/>
              <a:endCxn id="47" idx="1"/>
            </p:cNvCxnSpPr>
            <p:nvPr/>
          </p:nvCxnSpPr>
          <p:spPr>
            <a:xfrm>
              <a:off x="11401425" y="3009900"/>
              <a:ext cx="66199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0" name="instance.C39.101.early-second.edge1">
              <a:extLst>
                <a:ext uri="{FF2B5EF4-FFF2-40B4-BE49-F238E27FC236}">
                  <a16:creationId id="{D03FCF88-E8F5-42D6-9318-F0B8CFB0A976}"/>
                </a:ext>
              </a:extLst>
            </p:cNvPr>
            <p:cNvCxnSpPr>
              <a:stCxn id="47" idx="2"/>
              <a:endCxn id="48" idx="0"/>
            </p:cNvCxnSpPr>
            <p:nvPr/>
          </p:nvCxnSpPr>
          <p:spPr>
            <a:xfrm>
              <a:off x="11468101" y="3010377"/>
              <a:ext cx="0" cy="2370772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1" name="instance.C39.101.early-second.edge2">
              <a:extLst>
                <a:ext uri="{FF2B5EF4-FFF2-40B4-BE49-F238E27FC236}">
                  <a16:creationId id="{9BEEA10B-7829-4A7B-A746-5BB1D1B54FD1}"/>
                </a:ext>
              </a:extLst>
            </p:cNvPr>
            <p:cNvCxnSpPr>
              <a:stCxn id="48" idx="1"/>
              <a:endCxn id="39" idx="3"/>
            </p:cNvCxnSpPr>
            <p:nvPr/>
          </p:nvCxnSpPr>
          <p:spPr>
            <a:xfrm flipH="1" flipV="1">
              <a:off x="9639300" y="5381625"/>
              <a:ext cx="1828324" cy="1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4" name="instance.C39.101.normal-end.edge0">
              <a:extLst>
                <a:ext uri="{FF2B5EF4-FFF2-40B4-BE49-F238E27FC236}">
                  <a16:creationId id="{4BD0EA60-668F-47B4-B3B4-057511B5A738}"/>
                </a:ext>
              </a:extLst>
            </p:cNvPr>
            <p:cNvCxnSpPr>
              <a:stCxn id="38" idx="2"/>
              <a:endCxn id="52" idx="0"/>
            </p:cNvCxnSpPr>
            <p:nvPr/>
          </p:nvCxnSpPr>
          <p:spPr>
            <a:xfrm>
              <a:off x="10925175" y="4581525"/>
              <a:ext cx="1" cy="32337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5" name="instance.C39.101.normal-end.edge1">
              <a:extLst>
                <a:ext uri="{FF2B5EF4-FFF2-40B4-BE49-F238E27FC236}">
                  <a16:creationId id="{409A1950-9E94-478A-A102-C84540299CD4}"/>
                </a:ext>
              </a:extLst>
            </p:cNvPr>
            <p:cNvCxnSpPr>
              <a:stCxn id="52" idx="1"/>
              <a:endCxn id="53" idx="3"/>
            </p:cNvCxnSpPr>
            <p:nvPr/>
          </p:nvCxnSpPr>
          <p:spPr>
            <a:xfrm flipH="1">
              <a:off x="9106377" y="4905376"/>
              <a:ext cx="1818322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6" name="instance.C39.101.normal-end.edge2">
              <a:extLst>
                <a:ext uri="{FF2B5EF4-FFF2-40B4-BE49-F238E27FC236}">
                  <a16:creationId id="{77A4DC76-DA54-412E-90A4-2DA5210C7076}"/>
                </a:ext>
              </a:extLst>
            </p:cNvPr>
            <p:cNvCxnSpPr>
              <a:stCxn id="53" idx="2"/>
              <a:endCxn id="39" idx="0"/>
            </p:cNvCxnSpPr>
            <p:nvPr/>
          </p:nvCxnSpPr>
          <p:spPr>
            <a:xfrm flipH="1">
              <a:off x="9105900" y="4905852"/>
              <a:ext cx="1" cy="2566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34" name="instance.C39.101.input.958">
              <a:extLst>
                <a:ext uri="{FF2B5EF4-FFF2-40B4-BE49-F238E27FC236}">
                  <a16:creationId id="{F7B15857-2D8A-4815-924B-AF05B66311A0}"/>
                </a:ext>
              </a:extLst>
            </p:cNvPr>
            <p:cNvSpPr>
              <a:spLocks noGrp="1"/>
            </p:cNvSpPr>
            <p:nvPr/>
          </p:nvSpPr>
          <p:spPr>
            <a:xfrm>
              <a:off x="6477000" y="2781300"/>
              <a:ext cx="78105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输入</a:t>
              </a:r>
            </a:p>
          </p:txBody>
        </p:sp>
        <p:sp>
          <p:nvSpPr>
            <p:cNvPr id="35" name="instance.C39.101.first-condition.959">
              <a:extLst>
                <a:ext uri="{FF2B5EF4-FFF2-40B4-BE49-F238E27FC236}">
                  <a16:creationId id="{179100E0-FAE5-4F0D-A54E-D20C217A30DF}"/>
                </a:ext>
              </a:extLst>
            </p:cNvPr>
            <p:cNvSpPr>
              <a:spLocks noGrp="1"/>
            </p:cNvSpPr>
            <p:nvPr/>
          </p:nvSpPr>
          <p:spPr>
            <a:xfrm>
              <a:off x="7610475" y="2657475"/>
              <a:ext cx="952500" cy="70485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36" name="instance.C39.101.a.960">
              <a:extLst>
                <a:ext uri="{FF2B5EF4-FFF2-40B4-BE49-F238E27FC236}">
                  <a16:creationId id="{6E34553F-02CB-4912-99E3-004AAE0062E2}"/>
                </a:ext>
              </a:extLst>
            </p:cNvPr>
            <p:cNvSpPr>
              <a:spLocks noGrp="1"/>
            </p:cNvSpPr>
            <p:nvPr/>
          </p:nvSpPr>
          <p:spPr>
            <a:xfrm>
              <a:off x="8972550" y="2781300"/>
              <a:ext cx="10668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A</a:t>
              </a:r>
            </a:p>
          </p:txBody>
        </p:sp>
        <p:sp>
          <p:nvSpPr>
            <p:cNvPr id="37" name="instance.C39.101.second-condition.961">
              <a:extLst>
                <a:ext uri="{FF2B5EF4-FFF2-40B4-BE49-F238E27FC236}">
                  <a16:creationId id="{FD5D8291-80C0-42E6-B8FF-6EE32B1ACA14}"/>
                </a:ext>
              </a:extLst>
            </p:cNvPr>
            <p:cNvSpPr>
              <a:spLocks noGrp="1"/>
            </p:cNvSpPr>
            <p:nvPr/>
          </p:nvSpPr>
          <p:spPr>
            <a:xfrm>
              <a:off x="10448925" y="2657475"/>
              <a:ext cx="952500" cy="704850"/>
            </a:xfrm>
            <a:prstGeom prst="diamond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条件</a:t>
              </a:r>
            </a:p>
          </p:txBody>
        </p:sp>
        <p:sp>
          <p:nvSpPr>
            <p:cNvPr id="38" name="instance.C39.101.b.962">
              <a:extLst>
                <a:ext uri="{FF2B5EF4-FFF2-40B4-BE49-F238E27FC236}">
                  <a16:creationId id="{70AA7537-8551-4154-9B11-019247DFE258}"/>
                </a:ext>
              </a:extLst>
            </p:cNvPr>
            <p:cNvSpPr>
              <a:spLocks noGrp="1"/>
            </p:cNvSpPr>
            <p:nvPr/>
          </p:nvSpPr>
          <p:spPr>
            <a:xfrm>
              <a:off x="10496550" y="4124325"/>
              <a:ext cx="85725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步骤 B</a:t>
              </a:r>
            </a:p>
          </p:txBody>
        </p:sp>
        <p:sp>
          <p:nvSpPr>
            <p:cNvPr id="39" name="instance.C39.101.end.963">
              <a:extLst>
                <a:ext uri="{FF2B5EF4-FFF2-40B4-BE49-F238E27FC236}">
                  <a16:creationId id="{A2409AA4-9108-459E-85BB-17EA17375464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5162550"/>
              <a:ext cx="1066800" cy="438150"/>
            </a:xfrm>
            <a:prstGeom prst="roundRect">
              <a:avLst>
                <a:gd name="adj" fmla="val 39130"/>
              </a:avLst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结束</a:t>
              </a:r>
            </a:p>
          </p:txBody>
        </p:sp>
        <p:sp>
          <p:nvSpPr>
            <p:cNvPr id="57" name="instance.C39.101.first-no.969">
              <a:extLst>
                <a:ext uri="{FF2B5EF4-FFF2-40B4-BE49-F238E27FC236}">
                  <a16:creationId id="{10829BD8-1CCB-4592-88E0-B9406CF67BD3}"/>
                </a:ext>
              </a:extLst>
            </p:cNvPr>
            <p:cNvSpPr>
              <a:spLocks noGrp="1"/>
            </p:cNvSpPr>
            <p:nvPr/>
          </p:nvSpPr>
          <p:spPr>
            <a:xfrm>
              <a:off x="8601075" y="271462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否</a:t>
              </a:r>
            </a:p>
          </p:txBody>
        </p:sp>
        <p:sp>
          <p:nvSpPr>
            <p:cNvPr id="58" name="instance.C39.101.first-yes.970">
              <a:extLst>
                <a:ext uri="{FF2B5EF4-FFF2-40B4-BE49-F238E27FC236}">
                  <a16:creationId id="{73C62DF7-BA4C-4437-ADB0-6F9F22F20A1C}"/>
                </a:ext>
              </a:extLst>
            </p:cNvPr>
            <p:cNvSpPr>
              <a:spLocks noGrp="1"/>
            </p:cNvSpPr>
            <p:nvPr/>
          </p:nvSpPr>
          <p:spPr>
            <a:xfrm>
              <a:off x="8162925" y="383857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是</a:t>
              </a:r>
            </a:p>
          </p:txBody>
        </p:sp>
        <p:sp>
          <p:nvSpPr>
            <p:cNvPr id="59" name="instance.C39.101.second-no.971">
              <a:extLst>
                <a:ext uri="{FF2B5EF4-FFF2-40B4-BE49-F238E27FC236}">
                  <a16:creationId id="{1B2C3DC3-7D26-40AA-89FE-8DEFB3730338}"/>
                </a:ext>
              </a:extLst>
            </p:cNvPr>
            <p:cNvSpPr>
              <a:spLocks noGrp="1"/>
            </p:cNvSpPr>
            <p:nvPr/>
          </p:nvSpPr>
          <p:spPr>
            <a:xfrm>
              <a:off x="11029950" y="367665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否</a:t>
              </a:r>
            </a:p>
          </p:txBody>
        </p:sp>
        <p:sp>
          <p:nvSpPr>
            <p:cNvPr id="60" name="instance.C39.101.second-yes.972">
              <a:extLst>
                <a:ext uri="{FF2B5EF4-FFF2-40B4-BE49-F238E27FC236}">
                  <a16:creationId id="{37966CF3-1624-4944-A293-D308CED59A93}"/>
                </a:ext>
              </a:extLst>
            </p:cNvPr>
            <p:cNvSpPr>
              <a:spLocks noGrp="1"/>
            </p:cNvSpPr>
            <p:nvPr/>
          </p:nvSpPr>
          <p:spPr>
            <a:xfrm>
              <a:off x="11115675" y="327660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是</a:t>
              </a:r>
            </a:p>
          </p:txBody>
        </p:sp>
      </p:grpSp>
      <p:sp>
        <p:nvSpPr>
          <p:cNvPr id="61" name="gallery.early-exit.note.973">
            <a:extLst>
              <a:ext uri="{FF2B5EF4-FFF2-40B4-BE49-F238E27FC236}">
                <a16:creationId id="{2DB385CB-BEC1-4C8C-BCB6-67653AA663CC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任一关口满足退出条件时，跳过后续步骤到公共结束</a:t>
            </a:r>
          </a:p>
        </p:txBody>
      </p:sp>
      <p:sp>
        <p:nvSpPr>
          <p:cNvPr id="67" name="navigation.rule.2697">
            <a:extLst>
              <a:ext uri="{FF2B5EF4-FFF2-40B4-BE49-F238E27FC236}">
                <a16:creationId id="{173E0DCF-A6F7-42FB-B63B-1E7CE8D73CF3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8" name="navigation.section.2698">
            <a:extLst>
              <a:ext uri="{FF2B5EF4-FFF2-40B4-BE49-F238E27FC236}">
                <a16:creationId id="{61C3922C-9C8A-4858-8083-2E5411D234FD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第4节　流程图组件</a:t>
            </a:r>
          </a:p>
        </p:txBody>
      </p:sp>
      <p:sp>
        <p:nvSpPr>
          <p:cNvPr id="69" name="navigation.page.2699">
            <a:extLst>
              <a:ext uri="{FF2B5EF4-FFF2-40B4-BE49-F238E27FC236}">
                <a16:creationId id="{1F66881B-F0F8-41EE-8239-474A2E7A6710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25 / 53</a:t>
            </a:r>
          </a:p>
        </p:txBody>
      </p:sp>
    </p:spTree>
    <p:extLst>
      <p:ext uri="{BB962C8B-B14F-4D97-AF65-F5344CB8AC3E}">
        <p14:creationId val="905010509"/>
      </p:ext>
    </p:extLst>
  </p:cSld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6" name="编号渐变标题栏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5" name="header.accent.170">
              <a:extLst>
                <a:ext uri="{FF2B5EF4-FFF2-40B4-BE49-F238E27FC236}">
                  <a16:creationId id="{FADD8785-3CD1-47E9-AB78-3485DD70C108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71">
              <a:extLst>
                <a:ext uri="{FF2B5EF4-FFF2-40B4-BE49-F238E27FC236}">
                  <a16:creationId id="{9121BF01-D91D-4F41-A81F-073E88FECC61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5</a:t>
              </a:r>
            </a:p>
          </p:txBody>
        </p:sp>
        <p:sp>
          <p:nvSpPr>
            <p:cNvPr id="3" name="header.gradient.172">
              <a:extLst>
                <a:ext uri="{FF2B5EF4-FFF2-40B4-BE49-F238E27FC236}">
                  <a16:creationId id="{EE48F4F2-199D-40ED-A8AE-889EFF9B0843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73">
              <a:extLst>
                <a:ext uri="{FF2B5EF4-FFF2-40B4-BE49-F238E27FC236}">
                  <a16:creationId id="{1131F86B-9E3D-4DFF-8F83-06FFEA0DCE21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版式组件与内容分区</a:t>
              </a:r>
            </a:p>
          </p:txBody>
        </p:sp>
        <p:sp>
          <p:nvSpPr>
            <p:cNvPr id="5" name="header.library.174">
              <a:extLst>
                <a:ext uri="{FF2B5EF4-FFF2-40B4-BE49-F238E27FC236}">
                  <a16:creationId id="{80249FA9-8324-4CA0-AEDF-74D715CAFD22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7" name="箭头引导概述框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75">
              <a:extLst>
                <a:ext uri="{FF2B5EF4-FFF2-40B4-BE49-F238E27FC236}">
                  <a16:creationId id="{17741D7B-2D30-4400-BF53-7319361FA3F1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76">
              <a:extLst>
                <a:ext uri="{FF2B5EF4-FFF2-40B4-BE49-F238E27FC236}">
                  <a16:creationId id="{FF57496E-DA6D-455F-8034-000EA639900B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77">
              <a:extLst>
                <a:ext uri="{FF2B5EF4-FFF2-40B4-BE49-F238E27FC236}">
                  <a16:creationId id="{BBE7E109-C933-4F7C-A53E-48A3439313CB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78">
              <a:extLst>
                <a:ext uri="{FF2B5EF4-FFF2-40B4-BE49-F238E27FC236}">
                  <a16:creationId id="{DEB910DC-633E-441B-B616-E2FB16A9D004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按论证结构选择 </a:t>
              </a:r>
              <a:r>
                <a:rPr b="1">
                  <a:solidFill>
                    <a:srgbClr val="AF3438"/>
                  </a:solidFill>
                  <a:latin typeface="Noto Sans SC"/>
                  <a:ea typeface="Noto Sans SC"/>
                  <a:cs typeface="Noto Sans SC"/>
                </a:rPr>
                <a:t>并列分析、分类展开或对照矩阵</a:t>
              </a:r>
              <a:r>
                <a:t>，再填入内容与图解。</a:t>
              </a:r>
            </a:p>
          </p:txBody>
        </p:sp>
      </p:grpSp>
      <p:grpSp>
        <p:nvGrpSpPr>
          <p:cNvPr id="58" name="L01 三列问题分析"/>
          <p:cNvGrpSpPr/>
          <p:nvPr/>
        </p:nvGrpSpPr>
        <p:grpSpPr>
          <a:xfrm>
            <a:off x="457200" y="1809750"/>
            <a:ext cx="11277600" cy="2076450"/>
            <a:chOff x="457200" y="1809750"/>
            <a:chExt cx="11277600" cy="2076450"/>
          </a:xfrm>
        </p:grpSpPr>
        <p:sp>
          <p:nvSpPr>
            <p:cNvPr id="10" name="layout.three-column.0.179">
              <a:extLst>
                <a:ext uri="{FF2B5EF4-FFF2-40B4-BE49-F238E27FC236}">
                  <a16:creationId id="{28519C7B-1371-47C1-B224-E7287E0ECE29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1809750"/>
              <a:ext cx="3581400" cy="207645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11" name="layout.three-column.title0.180">
              <a:extLst>
                <a:ext uri="{FF2B5EF4-FFF2-40B4-BE49-F238E27FC236}">
                  <a16:creationId id="{BB7DD9B1-5DB3-42AE-9A72-224B8F3BDC41}"/>
                </a:ext>
              </a:extLst>
            </p:cNvPr>
            <p:cNvSpPr>
              <a:spLocks noGrp="1"/>
            </p:cNvSpPr>
            <p:nvPr/>
          </p:nvSpPr>
          <p:spPr>
            <a:xfrm>
              <a:off x="628650" y="1895475"/>
              <a:ext cx="285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数据层面</a:t>
              </a:r>
            </a:p>
          </p:txBody>
        </p:sp>
        <p:sp>
          <p:nvSpPr>
            <p:cNvPr id="12" name="layout.three-column.question0.body.181">
              <a:extLst>
                <a:ext uri="{FF2B5EF4-FFF2-40B4-BE49-F238E27FC236}">
                  <a16:creationId id="{71F4512B-0202-4E9C-9A76-BF8743E3662C}"/>
                </a:ext>
              </a:extLst>
            </p:cNvPr>
            <p:cNvSpPr>
              <a:spLocks noGrp="1"/>
            </p:cNvSpPr>
            <p:nvPr/>
          </p:nvSpPr>
          <p:spPr>
            <a:xfrm>
              <a:off x="3609975" y="1943100"/>
              <a:ext cx="257175" cy="257175"/>
            </a:xfrm>
            <a:prstGeom prst="roundRect">
              <a:avLst>
                <a:gd name="adj" fmla="val 14815"/>
              </a:avLst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3" name="layout.three-column.question0.tail.182">
              <a:extLst>
                <a:ext uri="{FF2B5EF4-FFF2-40B4-BE49-F238E27FC236}">
                  <a16:creationId id="{DFDCFC49-549E-4D2C-84EC-F6692205C2D3}"/>
                </a:ext>
              </a:extLst>
            </p:cNvPr>
            <p:cNvSpPr>
              <a:spLocks noGrp="1"/>
            </p:cNvSpPr>
            <p:nvPr/>
          </p:nvSpPr>
          <p:spPr>
            <a:xfrm rot="10800000">
              <a:off x="3707702" y="2130838"/>
              <a:ext cx="84868" cy="115729"/>
            </a:xfrm>
            <a:prstGeom prst="triangl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layout.three-column.question0.disc.183">
              <a:extLst>
                <a:ext uri="{FF2B5EF4-FFF2-40B4-BE49-F238E27FC236}">
                  <a16:creationId id="{0011F2C5-6E92-4EE9-B10E-7F7C38962314}"/>
                </a:ext>
              </a:extLst>
            </p:cNvPr>
            <p:cNvSpPr>
              <a:spLocks noGrp="1"/>
            </p:cNvSpPr>
            <p:nvPr/>
          </p:nvSpPr>
          <p:spPr>
            <a:xfrm>
              <a:off x="3661410" y="1981676"/>
              <a:ext cx="154305" cy="154305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15" name="layout.three-column.question0.question.184">
              <a:extLst>
                <a:ext uri="{FF2B5EF4-FFF2-40B4-BE49-F238E27FC236}">
                  <a16:creationId id="{2D2BAB30-53B3-4B6A-A61C-CB967411F919}"/>
                </a:ext>
              </a:extLst>
            </p:cNvPr>
            <p:cNvSpPr>
              <a:spLocks noGrp="1"/>
            </p:cNvSpPr>
            <p:nvPr/>
          </p:nvSpPr>
          <p:spPr>
            <a:xfrm>
              <a:off x="3661410" y="1971389"/>
              <a:ext cx="154305" cy="16716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?</a:t>
              </a:r>
            </a:p>
          </p:txBody>
        </p:sp>
        <p:sp>
          <p:nvSpPr>
            <p:cNvPr id="16" name="layout.three-column.body0.185">
              <a:extLst>
                <a:ext uri="{FF2B5EF4-FFF2-40B4-BE49-F238E27FC236}">
                  <a16:creationId id="{30D2F48D-82BD-4839-85E6-793F862B05E0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2438400"/>
              <a:ext cx="3200400" cy="819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数据来自哪些来源？</a:t>
              </a:r>
            </a:p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各来源存在什么差异？</a:t>
              </a:r>
            </a:p>
          </p:txBody>
        </p:sp>
        <p:sp>
          <p:nvSpPr>
            <p:cNvPr id="17" name="layout.three-column.example0.186">
              <a:extLst>
                <a:ext uri="{FF2B5EF4-FFF2-40B4-BE49-F238E27FC236}">
                  <a16:creationId id="{C124BBBC-04EE-4B07-902F-AE21AD7A3B47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3400425"/>
              <a:ext cx="32004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C23 三列分区</a:t>
              </a:r>
            </a:p>
          </p:txBody>
        </p:sp>
        <p:sp>
          <p:nvSpPr>
            <p:cNvPr id="18" name="layout.three-column.1.187">
              <a:extLst>
                <a:ext uri="{FF2B5EF4-FFF2-40B4-BE49-F238E27FC236}">
                  <a16:creationId id="{1D59BC65-6A50-466A-BE93-33479750A0AB}"/>
                </a:ext>
              </a:extLst>
            </p:cNvPr>
            <p:cNvSpPr>
              <a:spLocks noGrp="1"/>
            </p:cNvSpPr>
            <p:nvPr/>
          </p:nvSpPr>
          <p:spPr>
            <a:xfrm>
              <a:off x="4305300" y="1809750"/>
              <a:ext cx="3581400" cy="207645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19" name="layout.three-column.title1.188">
              <a:extLst>
                <a:ext uri="{FF2B5EF4-FFF2-40B4-BE49-F238E27FC236}">
                  <a16:creationId id="{5DBD0EEB-F22C-43AB-90F3-80CDAE22B3D8}"/>
                </a:ext>
              </a:extLst>
            </p:cNvPr>
            <p:cNvSpPr>
              <a:spLocks noGrp="1"/>
            </p:cNvSpPr>
            <p:nvPr/>
          </p:nvSpPr>
          <p:spPr>
            <a:xfrm>
              <a:off x="4476750" y="1895475"/>
              <a:ext cx="285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算法层面</a:t>
              </a:r>
            </a:p>
          </p:txBody>
        </p:sp>
        <p:sp>
          <p:nvSpPr>
            <p:cNvPr id="20" name="layout.three-column.question1.body.189">
              <a:extLst>
                <a:ext uri="{FF2B5EF4-FFF2-40B4-BE49-F238E27FC236}">
                  <a16:creationId id="{B926B03D-1B13-4F73-91DD-D2CC184D5E35}"/>
                </a:ext>
              </a:extLst>
            </p:cNvPr>
            <p:cNvSpPr>
              <a:spLocks noGrp="1"/>
            </p:cNvSpPr>
            <p:nvPr/>
          </p:nvSpPr>
          <p:spPr>
            <a:xfrm>
              <a:off x="7458075" y="1943100"/>
              <a:ext cx="257175" cy="257175"/>
            </a:xfrm>
            <a:prstGeom prst="roundRect">
              <a:avLst>
                <a:gd name="adj" fmla="val 14815"/>
              </a:avLst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1" name="layout.three-column.question1.tail.190">
              <a:extLst>
                <a:ext uri="{FF2B5EF4-FFF2-40B4-BE49-F238E27FC236}">
                  <a16:creationId id="{F06ED7DE-779E-4444-AAE4-BEB067B4E4FF}"/>
                </a:ext>
              </a:extLst>
            </p:cNvPr>
            <p:cNvSpPr>
              <a:spLocks noGrp="1"/>
            </p:cNvSpPr>
            <p:nvPr/>
          </p:nvSpPr>
          <p:spPr>
            <a:xfrm rot="10800000">
              <a:off x="7555802" y="2130838"/>
              <a:ext cx="84868" cy="115729"/>
            </a:xfrm>
            <a:prstGeom prst="triangl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2" name="layout.three-column.question1.disc.191">
              <a:extLst>
                <a:ext uri="{FF2B5EF4-FFF2-40B4-BE49-F238E27FC236}">
                  <a16:creationId id="{689CBC1F-5707-4151-8A28-7FFE6ED29AAB}"/>
                </a:ext>
              </a:extLst>
            </p:cNvPr>
            <p:cNvSpPr>
              <a:spLocks noGrp="1"/>
            </p:cNvSpPr>
            <p:nvPr/>
          </p:nvSpPr>
          <p:spPr>
            <a:xfrm>
              <a:off x="7509510" y="1981676"/>
              <a:ext cx="154305" cy="154305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23" name="layout.three-column.question1.question.192">
              <a:extLst>
                <a:ext uri="{FF2B5EF4-FFF2-40B4-BE49-F238E27FC236}">
                  <a16:creationId id="{B1F39888-B928-479B-A767-9C115FD027A5}"/>
                </a:ext>
              </a:extLst>
            </p:cNvPr>
            <p:cNvSpPr>
              <a:spLocks noGrp="1"/>
            </p:cNvSpPr>
            <p:nvPr/>
          </p:nvSpPr>
          <p:spPr>
            <a:xfrm>
              <a:off x="7509510" y="1971389"/>
              <a:ext cx="154305" cy="16716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?</a:t>
              </a:r>
            </a:p>
          </p:txBody>
        </p:sp>
        <p:sp>
          <p:nvSpPr>
            <p:cNvPr id="24" name="layout.three-column.body1.193">
              <a:extLst>
                <a:ext uri="{FF2B5EF4-FFF2-40B4-BE49-F238E27FC236}">
                  <a16:creationId id="{F86AA30F-2614-4795-ADF0-746D4E8CCCAC}"/>
                </a:ext>
              </a:extLst>
            </p:cNvPr>
            <p:cNvSpPr>
              <a:spLocks noGrp="1"/>
            </p:cNvSpPr>
            <p:nvPr/>
          </p:nvSpPr>
          <p:spPr>
            <a:xfrm>
              <a:off x="4495800" y="2438400"/>
              <a:ext cx="3200400" cy="819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方法如何处理差异？</a:t>
              </a:r>
            </a:p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哪些假设需要验证？</a:t>
              </a:r>
            </a:p>
          </p:txBody>
        </p:sp>
        <p:sp>
          <p:nvSpPr>
            <p:cNvPr id="25" name="layout.three-column.example1.194">
              <a:extLst>
                <a:ext uri="{FF2B5EF4-FFF2-40B4-BE49-F238E27FC236}">
                  <a16:creationId id="{74A7CFCE-E823-4671-9EE5-A46133EFE69C}"/>
                </a:ext>
              </a:extLst>
            </p:cNvPr>
            <p:cNvSpPr>
              <a:spLocks noGrp="1"/>
            </p:cNvSpPr>
            <p:nvPr/>
          </p:nvSpPr>
          <p:spPr>
            <a:xfrm>
              <a:off x="4495800" y="3400425"/>
              <a:ext cx="32004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相同层级使用相同布局</a:t>
              </a:r>
            </a:p>
          </p:txBody>
        </p:sp>
        <p:sp>
          <p:nvSpPr>
            <p:cNvPr id="26" name="layout.three-column.2.195">
              <a:extLst>
                <a:ext uri="{FF2B5EF4-FFF2-40B4-BE49-F238E27FC236}">
                  <a16:creationId id="{802F3DEE-4B0E-45E9-81E8-298C372322DD}"/>
                </a:ext>
              </a:extLst>
            </p:cNvPr>
            <p:cNvSpPr>
              <a:spLocks noGrp="1"/>
            </p:cNvSpPr>
            <p:nvPr/>
          </p:nvSpPr>
          <p:spPr>
            <a:xfrm>
              <a:off x="8153400" y="1809750"/>
              <a:ext cx="3581400" cy="207645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27" name="layout.three-column.title2.196">
              <a:extLst>
                <a:ext uri="{FF2B5EF4-FFF2-40B4-BE49-F238E27FC236}">
                  <a16:creationId id="{54D45D55-1C26-42F0-9D0D-F9AE15EC8B18}"/>
                </a:ext>
              </a:extLst>
            </p:cNvPr>
            <p:cNvSpPr>
              <a:spLocks noGrp="1"/>
            </p:cNvSpPr>
            <p:nvPr/>
          </p:nvSpPr>
          <p:spPr>
            <a:xfrm>
              <a:off x="8324850" y="1895475"/>
              <a:ext cx="285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应用层面</a:t>
              </a:r>
            </a:p>
          </p:txBody>
        </p:sp>
        <p:sp>
          <p:nvSpPr>
            <p:cNvPr id="28" name="layout.three-column.question2.body.197">
              <a:extLst>
                <a:ext uri="{FF2B5EF4-FFF2-40B4-BE49-F238E27FC236}">
                  <a16:creationId id="{66170FCE-63DB-47D8-8634-C755A115340C}"/>
                </a:ext>
              </a:extLst>
            </p:cNvPr>
            <p:cNvSpPr>
              <a:spLocks noGrp="1"/>
            </p:cNvSpPr>
            <p:nvPr/>
          </p:nvSpPr>
          <p:spPr>
            <a:xfrm>
              <a:off x="11306175" y="1943100"/>
              <a:ext cx="257175" cy="257175"/>
            </a:xfrm>
            <a:prstGeom prst="roundRect">
              <a:avLst>
                <a:gd name="adj" fmla="val 14815"/>
              </a:avLst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9" name="layout.three-column.question2.tail.198">
              <a:extLst>
                <a:ext uri="{FF2B5EF4-FFF2-40B4-BE49-F238E27FC236}">
                  <a16:creationId id="{8C93489F-4127-4E8C-8E4C-99C0CA1FDA7C}"/>
                </a:ext>
              </a:extLst>
            </p:cNvPr>
            <p:cNvSpPr>
              <a:spLocks noGrp="1"/>
            </p:cNvSpPr>
            <p:nvPr/>
          </p:nvSpPr>
          <p:spPr>
            <a:xfrm rot="10800000">
              <a:off x="11403902" y="2130838"/>
              <a:ext cx="84868" cy="115729"/>
            </a:xfrm>
            <a:prstGeom prst="triangl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0" name="layout.three-column.question2.disc.199">
              <a:extLst>
                <a:ext uri="{FF2B5EF4-FFF2-40B4-BE49-F238E27FC236}">
                  <a16:creationId id="{60190FBD-AEC8-42F5-A1BB-6713414DD084}"/>
                </a:ext>
              </a:extLst>
            </p:cNvPr>
            <p:cNvSpPr>
              <a:spLocks noGrp="1"/>
            </p:cNvSpPr>
            <p:nvPr/>
          </p:nvSpPr>
          <p:spPr>
            <a:xfrm>
              <a:off x="11357610" y="1981676"/>
              <a:ext cx="154305" cy="154305"/>
            </a:xfrm>
            <a:prstGeom prst="ellipse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31" name="layout.three-column.question2.question.200">
              <a:extLst>
                <a:ext uri="{FF2B5EF4-FFF2-40B4-BE49-F238E27FC236}">
                  <a16:creationId id="{212B5496-4538-4BC1-9F54-984EB8DAB2A4}"/>
                </a:ext>
              </a:extLst>
            </p:cNvPr>
            <p:cNvSpPr>
              <a:spLocks noGrp="1"/>
            </p:cNvSpPr>
            <p:nvPr/>
          </p:nvSpPr>
          <p:spPr>
            <a:xfrm>
              <a:off x="11357610" y="1971389"/>
              <a:ext cx="154305" cy="16716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073" b="1">
                  <a:solidFill>
                    <a:srgbClr val="0759B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?</a:t>
              </a:r>
            </a:p>
          </p:txBody>
        </p:sp>
        <p:sp>
          <p:nvSpPr>
            <p:cNvPr id="32" name="layout.three-column.body2.201">
              <a:extLst>
                <a:ext uri="{FF2B5EF4-FFF2-40B4-BE49-F238E27FC236}">
                  <a16:creationId id="{C7ED12C2-37E9-407C-B99C-3860F7899E3C}"/>
                </a:ext>
              </a:extLst>
            </p:cNvPr>
            <p:cNvSpPr>
              <a:spLocks noGrp="1"/>
            </p:cNvSpPr>
            <p:nvPr/>
          </p:nvSpPr>
          <p:spPr>
            <a:xfrm>
              <a:off x="8343900" y="2438400"/>
              <a:ext cx="3200400" cy="819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实际流程如何接入？</a:t>
              </a:r>
            </a:p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使用条件是否明确？</a:t>
              </a:r>
            </a:p>
          </p:txBody>
        </p:sp>
        <p:sp>
          <p:nvSpPr>
            <p:cNvPr id="33" name="layout.three-column.example2.202">
              <a:extLst>
                <a:ext uri="{FF2B5EF4-FFF2-40B4-BE49-F238E27FC236}">
                  <a16:creationId id="{D0825DA6-ACCE-4C0C-8760-1DE9276DF752}"/>
                </a:ext>
              </a:extLst>
            </p:cNvPr>
            <p:cNvSpPr>
              <a:spLocks noGrp="1"/>
            </p:cNvSpPr>
            <p:nvPr/>
          </p:nvSpPr>
          <p:spPr>
            <a:xfrm>
              <a:off x="8343900" y="3400425"/>
              <a:ext cx="32004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500" b="0">
                  <a:solidFill>
                    <a:srgbClr val="5B6C7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每列围绕一个具体问题</a:t>
              </a:r>
            </a:p>
          </p:txBody>
        </p:sp>
      </p:grpSp>
      <p:grpSp>
        <p:nvGrpSpPr>
          <p:cNvPr id="59" name="L02 分类标签与上下层结构"/>
          <p:cNvGrpSpPr/>
          <p:nvPr/>
        </p:nvGrpSpPr>
        <p:grpSpPr>
          <a:xfrm>
            <a:off x="457200" y="4076700"/>
            <a:ext cx="5448300" cy="2514600"/>
            <a:chOff x="457200" y="4076700"/>
            <a:chExt cx="5448300" cy="2514600"/>
          </a:xfrm>
        </p:grpSpPr>
        <p:sp>
          <p:nvSpPr>
            <p:cNvPr id="34" name="layout.stacked.frame.203">
              <a:extLst>
                <a:ext uri="{FF2B5EF4-FFF2-40B4-BE49-F238E27FC236}">
                  <a16:creationId id="{1547D754-AA72-42CC-B71F-AFC7F76A4622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4076700"/>
              <a:ext cx="5448300" cy="251460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35" name="layout.stacked.title.204">
              <a:extLst>
                <a:ext uri="{FF2B5EF4-FFF2-40B4-BE49-F238E27FC236}">
                  <a16:creationId id="{3E29BB0B-5870-4249-AF7C-EA1131EF4988}"/>
                </a:ext>
              </a:extLst>
            </p:cNvPr>
            <p:cNvSpPr>
              <a:spLocks noGrp="1"/>
            </p:cNvSpPr>
            <p:nvPr/>
          </p:nvSpPr>
          <p:spPr>
            <a:xfrm>
              <a:off x="628650" y="4152900"/>
              <a:ext cx="504825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C23 侧标签与上下分区</a:t>
              </a:r>
            </a:p>
          </p:txBody>
        </p:sp>
        <p:sp>
          <p:nvSpPr>
            <p:cNvPr id="36" name="layout.stacked.label.205">
              <a:extLst>
                <a:ext uri="{FF2B5EF4-FFF2-40B4-BE49-F238E27FC236}">
                  <a16:creationId id="{2D6EABD5-DD10-4167-86FE-071DB0129BDE}"/>
                </a:ext>
              </a:extLst>
            </p:cNvPr>
            <p:cNvSpPr>
              <a:spLocks noGrp="1"/>
            </p:cNvSpPr>
            <p:nvPr/>
          </p:nvSpPr>
          <p:spPr>
            <a:xfrm>
              <a:off x="638175" y="4695825"/>
              <a:ext cx="1123950" cy="1638300"/>
            </a:xfrm>
            <a:prstGeom prst="roundRect">
              <a:avLst>
                <a:gd name="adj" fmla="val 8475"/>
              </a:avLst>
            </a:prstGeom>
            <a:solidFill>
              <a:srgbClr val="0759BE"/>
            </a:solidFill>
            <a:ln w="13335">
              <a:noFill/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rPr>
                <a:t>研究</a:t>
              </a:r>
            </a:p>
            <a:p>
              <a:pPr algn="ctr">
                <a:def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725" b="1">
                  <a:solidFill>
                    <a:srgbClr val="F5E86A"/>
                  </a:solidFill>
                  <a:latin typeface="Noto Sans SC"/>
                  <a:ea typeface="Noto Sans SC"/>
                  <a:cs typeface="Noto Sans SC"/>
                </a:rPr>
                <a:t>任务</a:t>
              </a:r>
            </a:p>
          </p:txBody>
        </p:sp>
        <p:sp>
          <p:nvSpPr>
            <p:cNvPr id="37" name="layout.stacked.row0.206">
              <a:extLst>
                <a:ext uri="{FF2B5EF4-FFF2-40B4-BE49-F238E27FC236}">
                  <a16:creationId id="{2132DAA9-3255-4DC3-A680-D3C5351FBA4D}"/>
                </a:ext>
              </a:extLst>
            </p:cNvPr>
            <p:cNvSpPr>
              <a:spLocks noGrp="1"/>
            </p:cNvSpPr>
            <p:nvPr/>
          </p:nvSpPr>
          <p:spPr>
            <a:xfrm>
              <a:off x="1924050" y="4705350"/>
              <a:ext cx="3800475" cy="48577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38" name="layout.stacked.text0.207">
              <a:extLst>
                <a:ext uri="{FF2B5EF4-FFF2-40B4-BE49-F238E27FC236}">
                  <a16:creationId id="{1125B5FB-E556-4758-A76B-3A515286B213}"/>
                </a:ext>
              </a:extLst>
            </p:cNvPr>
            <p:cNvSpPr>
              <a:spLocks noGrp="1"/>
            </p:cNvSpPr>
            <p:nvPr/>
          </p:nvSpPr>
          <p:spPr>
            <a:xfrm>
              <a:off x="2057400" y="4743450"/>
              <a:ext cx="3524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任务背景与约束</a:t>
              </a:r>
            </a:p>
          </p:txBody>
        </p:sp>
        <p:sp>
          <p:nvSpPr>
            <p:cNvPr id="39" name="layout.stacked.row1.208">
              <a:extLst>
                <a:ext uri="{FF2B5EF4-FFF2-40B4-BE49-F238E27FC236}">
                  <a16:creationId id="{D2F1AF76-1C2D-4505-AA23-AC9B34788363}"/>
                </a:ext>
              </a:extLst>
            </p:cNvPr>
            <p:cNvSpPr>
              <a:spLocks noGrp="1"/>
            </p:cNvSpPr>
            <p:nvPr/>
          </p:nvSpPr>
          <p:spPr>
            <a:xfrm>
              <a:off x="1924050" y="5267325"/>
              <a:ext cx="3800475" cy="48577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40" name="layout.stacked.text1.209">
              <a:extLst>
                <a:ext uri="{FF2B5EF4-FFF2-40B4-BE49-F238E27FC236}">
                  <a16:creationId id="{40C8C891-70A1-4DEE-A1E4-C23175BB9987}"/>
                </a:ext>
              </a:extLst>
            </p:cNvPr>
            <p:cNvSpPr>
              <a:spLocks noGrp="1"/>
            </p:cNvSpPr>
            <p:nvPr/>
          </p:nvSpPr>
          <p:spPr>
            <a:xfrm>
              <a:off x="2057400" y="5305425"/>
              <a:ext cx="3524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拟采用的方法</a:t>
              </a:r>
            </a:p>
          </p:txBody>
        </p:sp>
        <p:sp>
          <p:nvSpPr>
            <p:cNvPr id="41" name="layout.stacked.row2.210">
              <a:extLst>
                <a:ext uri="{FF2B5EF4-FFF2-40B4-BE49-F238E27FC236}">
                  <a16:creationId id="{897932FB-4002-4C36-99B9-31F98366D849}"/>
                </a:ext>
              </a:extLst>
            </p:cNvPr>
            <p:cNvSpPr>
              <a:spLocks noGrp="1"/>
            </p:cNvSpPr>
            <p:nvPr/>
          </p:nvSpPr>
          <p:spPr>
            <a:xfrm>
              <a:off x="1924050" y="5829300"/>
              <a:ext cx="3800475" cy="48577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42" name="layout.stacked.text2.211">
              <a:extLst>
                <a:ext uri="{FF2B5EF4-FFF2-40B4-BE49-F238E27FC236}">
                  <a16:creationId id="{8F839009-C9B5-41C0-ABCB-E22BE54368A0}"/>
                </a:ext>
              </a:extLst>
            </p:cNvPr>
            <p:cNvSpPr>
              <a:spLocks noGrp="1"/>
            </p:cNvSpPr>
            <p:nvPr/>
          </p:nvSpPr>
          <p:spPr>
            <a:xfrm>
              <a:off x="2057400" y="5867400"/>
              <a:ext cx="3524250" cy="4095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65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验证方式与评价依据</a:t>
              </a:r>
            </a:p>
          </p:txBody>
        </p:sp>
      </p:grpSp>
      <p:grpSp>
        <p:nvGrpSpPr>
          <p:cNvPr id="60" name="L03 训练与测试对照"/>
          <p:cNvGrpSpPr/>
          <p:nvPr/>
        </p:nvGrpSpPr>
        <p:grpSpPr>
          <a:xfrm>
            <a:off x="6096000" y="4076700"/>
            <a:ext cx="5638800" cy="2514600"/>
            <a:chOff x="6096000" y="4076700"/>
            <a:chExt cx="5638800" cy="2514600"/>
          </a:xfrm>
        </p:grpSpPr>
        <p:sp>
          <p:nvSpPr>
            <p:cNvPr id="43" name="layout.matrix.frame.212">
              <a:extLst>
                <a:ext uri="{FF2B5EF4-FFF2-40B4-BE49-F238E27FC236}">
                  <a16:creationId id="{95D83E80-AD2A-4884-8A7E-C5CEB34D65D8}"/>
                </a:ext>
              </a:extLst>
            </p:cNvPr>
            <p:cNvSpPr>
              <a:spLocks noGrp="1"/>
            </p:cNvSpPr>
            <p:nvPr/>
          </p:nvSpPr>
          <p:spPr>
            <a:xfrm>
              <a:off x="6096000" y="4076700"/>
              <a:ext cx="5638800" cy="251460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44" name="layout.matrix.title.213">
              <a:extLst>
                <a:ext uri="{FF2B5EF4-FFF2-40B4-BE49-F238E27FC236}">
                  <a16:creationId id="{FB0824C4-88AC-4F2A-9584-AC56095BAB84}"/>
                </a:ext>
              </a:extLst>
            </p:cNvPr>
            <p:cNvSpPr>
              <a:spLocks noGrp="1"/>
            </p:cNvSpPr>
            <p:nvPr/>
          </p:nvSpPr>
          <p:spPr>
            <a:xfrm>
              <a:off x="6267450" y="4152900"/>
              <a:ext cx="523875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875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C23 对照分区</a:t>
              </a:r>
            </a:p>
          </p:txBody>
        </p:sp>
        <p:sp>
          <p:nvSpPr>
            <p:cNvPr id="45" name="layout.matrix.column0.214">
              <a:extLst>
                <a:ext uri="{FF2B5EF4-FFF2-40B4-BE49-F238E27FC236}">
                  <a16:creationId id="{277AB0CC-0097-4CB8-9ABC-FB1F51ACB7D9}"/>
                </a:ext>
              </a:extLst>
            </p:cNvPr>
            <p:cNvSpPr>
              <a:spLocks noGrp="1"/>
            </p:cNvSpPr>
            <p:nvPr/>
          </p:nvSpPr>
          <p:spPr>
            <a:xfrm>
              <a:off x="6296025" y="4648200"/>
              <a:ext cx="2476500" cy="1724025"/>
            </a:xfrm>
            <a:prstGeom prst="rect">
              <a:avLst/>
            </a:prstGeom>
            <a:noFill/>
            <a:ln w="13335">
              <a:solidFill>
                <a:srgbClr val="A6B4C0"/>
              </a:solidFill>
              <a:prstDash val="dash"/>
            </a:ln>
          </p:spPr>
        </p:sp>
        <p:sp>
          <p:nvSpPr>
            <p:cNvPr id="46" name="layout.matrix.heading0.215">
              <a:extLst>
                <a:ext uri="{FF2B5EF4-FFF2-40B4-BE49-F238E27FC236}">
                  <a16:creationId id="{E43D34BF-F348-4ACB-9339-2746924503F1}"/>
                </a:ext>
              </a:extLst>
            </p:cNvPr>
            <p:cNvSpPr>
              <a:spLocks noGrp="1"/>
            </p:cNvSpPr>
            <p:nvPr/>
          </p:nvSpPr>
          <p:spPr>
            <a:xfrm>
              <a:off x="6391275" y="4714875"/>
              <a:ext cx="2286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训练资料</a:t>
              </a:r>
            </a:p>
          </p:txBody>
        </p:sp>
        <p:sp>
          <p:nvSpPr>
            <p:cNvPr id="47" name="layout.matrix.image0.216">
              <a:extLst>
                <a:ext uri="{FF2B5EF4-FFF2-40B4-BE49-F238E27FC236}">
                  <a16:creationId id="{2D2D3D3D-4153-43AA-B78E-44E10D3E4711}"/>
                </a:ext>
              </a:extLst>
            </p:cNvPr>
            <p:cNvSpPr>
              <a:spLocks noGrp="1"/>
            </p:cNvSpPr>
            <p:nvPr/>
          </p:nvSpPr>
          <p:spPr>
            <a:xfrm>
              <a:off x="6438900" y="5191125"/>
              <a:ext cx="1009650" cy="51435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图像示例</a:t>
              </a:r>
            </a:p>
          </p:txBody>
        </p:sp>
        <p:sp>
          <p:nvSpPr>
            <p:cNvPr id="48" name="layout.matrix.report0.217">
              <a:extLst>
                <a:ext uri="{FF2B5EF4-FFF2-40B4-BE49-F238E27FC236}">
                  <a16:creationId id="{BBAE1C12-1DBB-46D7-AC09-5702BA4AB6F2}"/>
                </a:ext>
              </a:extLst>
            </p:cNvPr>
            <p:cNvSpPr>
              <a:spLocks noGrp="1"/>
            </p:cNvSpPr>
            <p:nvPr/>
          </p:nvSpPr>
          <p:spPr>
            <a:xfrm>
              <a:off x="7620000" y="5191125"/>
              <a:ext cx="1009650" cy="51435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报告示例</a:t>
              </a:r>
            </a:p>
          </p:txBody>
        </p:sp>
        <p:sp>
          <p:nvSpPr>
            <p:cNvPr id="49" name="layout.matrix.footer0.218">
              <a:extLst>
                <a:ext uri="{FF2B5EF4-FFF2-40B4-BE49-F238E27FC236}">
                  <a16:creationId id="{01688630-D687-4545-864A-9F6148AE48E5}"/>
                </a:ext>
              </a:extLst>
            </p:cNvPr>
            <p:cNvSpPr>
              <a:spLocks noGrp="1"/>
            </p:cNvSpPr>
            <p:nvPr/>
          </p:nvSpPr>
          <p:spPr>
            <a:xfrm>
              <a:off x="6438900" y="5857875"/>
              <a:ext cx="2190750" cy="371475"/>
            </a:xfrm>
            <a:prstGeom prst="rect">
              <a:avLst/>
            </a:prstGeom>
            <a:solidFill>
              <a:srgbClr val="0759BE"/>
            </a:solidFill>
            <a:ln w="13335">
              <a:noFill/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用于拟合</a:t>
              </a:r>
            </a:p>
          </p:txBody>
        </p:sp>
        <p:sp>
          <p:nvSpPr>
            <p:cNvPr id="50" name="layout.matrix.column1.219">
              <a:extLst>
                <a:ext uri="{FF2B5EF4-FFF2-40B4-BE49-F238E27FC236}">
                  <a16:creationId id="{BA2556D2-49DD-4A38-95EF-7A8809C17DD8}"/>
                </a:ext>
              </a:extLst>
            </p:cNvPr>
            <p:cNvSpPr>
              <a:spLocks noGrp="1"/>
            </p:cNvSpPr>
            <p:nvPr/>
          </p:nvSpPr>
          <p:spPr>
            <a:xfrm>
              <a:off x="9058275" y="4648200"/>
              <a:ext cx="2476500" cy="1724025"/>
            </a:xfrm>
            <a:prstGeom prst="rect">
              <a:avLst/>
            </a:prstGeom>
            <a:noFill/>
            <a:ln w="13335">
              <a:solidFill>
                <a:srgbClr val="A6B4C0"/>
              </a:solidFill>
              <a:prstDash val="dash"/>
            </a:ln>
          </p:spPr>
        </p:sp>
        <p:sp>
          <p:nvSpPr>
            <p:cNvPr id="51" name="layout.matrix.heading1.220">
              <a:extLst>
                <a:ext uri="{FF2B5EF4-FFF2-40B4-BE49-F238E27FC236}">
                  <a16:creationId id="{5230E6D8-8C6E-4CA6-A10F-A07A7535E28F}"/>
                </a:ext>
              </a:extLst>
            </p:cNvPr>
            <p:cNvSpPr>
              <a:spLocks noGrp="1"/>
            </p:cNvSpPr>
            <p:nvPr/>
          </p:nvSpPr>
          <p:spPr>
            <a:xfrm>
              <a:off x="9153525" y="4714875"/>
              <a:ext cx="22860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测试资料</a:t>
              </a:r>
            </a:p>
          </p:txBody>
        </p:sp>
        <p:sp>
          <p:nvSpPr>
            <p:cNvPr id="52" name="layout.matrix.image1.221">
              <a:extLst>
                <a:ext uri="{FF2B5EF4-FFF2-40B4-BE49-F238E27FC236}">
                  <a16:creationId id="{63CEC987-5037-471B-807A-92D7FBD6AF60}"/>
                </a:ext>
              </a:extLst>
            </p:cNvPr>
            <p:cNvSpPr>
              <a:spLocks noGrp="1"/>
            </p:cNvSpPr>
            <p:nvPr/>
          </p:nvSpPr>
          <p:spPr>
            <a:xfrm>
              <a:off x="9201150" y="5191125"/>
              <a:ext cx="1009650" cy="51435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图像示例</a:t>
              </a:r>
            </a:p>
          </p:txBody>
        </p:sp>
        <p:sp>
          <p:nvSpPr>
            <p:cNvPr id="53" name="layout.matrix.report1.222">
              <a:extLst>
                <a:ext uri="{FF2B5EF4-FFF2-40B4-BE49-F238E27FC236}">
                  <a16:creationId id="{8D94C763-81D1-464A-B9F5-3F385DA9B9D8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5191125"/>
              <a:ext cx="1009650" cy="514350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报告示例</a:t>
              </a:r>
            </a:p>
          </p:txBody>
        </p:sp>
        <p:sp>
          <p:nvSpPr>
            <p:cNvPr id="54" name="layout.matrix.footer1.223">
              <a:extLst>
                <a:ext uri="{FF2B5EF4-FFF2-40B4-BE49-F238E27FC236}">
                  <a16:creationId id="{4D95823B-087E-46AD-830A-21591A477611}"/>
                </a:ext>
              </a:extLst>
            </p:cNvPr>
            <p:cNvSpPr>
              <a:spLocks noGrp="1"/>
            </p:cNvSpPr>
            <p:nvPr/>
          </p:nvSpPr>
          <p:spPr>
            <a:xfrm>
              <a:off x="9201150" y="5857875"/>
              <a:ext cx="2190750" cy="371475"/>
            </a:xfrm>
            <a:prstGeom prst="rect">
              <a:avLst/>
            </a:prstGeom>
            <a:solidFill>
              <a:srgbClr val="0759BE"/>
            </a:solidFill>
            <a:ln w="13335">
              <a:noFill/>
              <a:prstDash val="solid"/>
            </a:ln>
          </p:spPr>
          <p:txBody>
            <a:bodyPr wrap="square" lIns="47625" tIns="47625" rIns="47625" bIns="476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用于评价</a:t>
              </a:r>
            </a:p>
          </p:txBody>
        </p:sp>
      </p:grpSp>
      <p:sp>
        <p:nvSpPr>
          <p:cNvPr id="61" name="navigation.rule.2700">
            <a:extLst>
              <a:ext uri="{FF2B5EF4-FFF2-40B4-BE49-F238E27FC236}">
                <a16:creationId id="{DAB2BAEF-4FA3-4B61-AE27-0133D1610C01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2" name="navigation.section.2701">
            <a:extLst>
              <a:ext uri="{FF2B5EF4-FFF2-40B4-BE49-F238E27FC236}">
                <a16:creationId id="{9A9EC234-3266-429E-B470-FB36C14F1130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第5节　版式组件与内容分区</a:t>
            </a:r>
          </a:p>
        </p:txBody>
      </p:sp>
      <p:sp>
        <p:nvSpPr>
          <p:cNvPr id="63" name="navigation.page.2702">
            <a:extLst>
              <a:ext uri="{FF2B5EF4-FFF2-40B4-BE49-F238E27FC236}">
                <a16:creationId id="{A17B56EC-3730-4C76-970D-1B3ED4A6CF0D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26 / 53</a:t>
            </a:r>
          </a:p>
        </p:txBody>
      </p:sp>
    </p:spTree>
    <p:extLst>
      <p:ext uri="{BB962C8B-B14F-4D97-AF65-F5344CB8AC3E}">
        <p14:creationId val="436167113"/>
      </p:ext>
    </p:extLst>
  </p:cSld>
</p:sld>
</file>

<file path=ppt/slides/slide2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5" name="5.1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4" name="header.accent.974">
              <a:extLst>
                <a:ext uri="{FF2B5EF4-FFF2-40B4-BE49-F238E27FC236}">
                  <a16:creationId id="{E91A2C1D-4C33-4A26-A881-2DDE090C598F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975">
              <a:extLst>
                <a:ext uri="{FF2B5EF4-FFF2-40B4-BE49-F238E27FC236}">
                  <a16:creationId id="{0752EB9B-0726-4157-9895-EDC04AD48E52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5.1</a:t>
              </a:r>
            </a:p>
          </p:txBody>
        </p:sp>
        <p:sp>
          <p:nvSpPr>
            <p:cNvPr id="3" name="header.gradient.976">
              <a:extLst>
                <a:ext uri="{FF2B5EF4-FFF2-40B4-BE49-F238E27FC236}">
                  <a16:creationId id="{D7CEB328-34BC-4917-992F-36E602747938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977">
              <a:extLst>
                <a:ext uri="{FF2B5EF4-FFF2-40B4-BE49-F238E27FC236}">
                  <a16:creationId id="{050AF479-5E0A-4D7D-BCE4-7A851010D7D7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主次与侧栏布局</a:t>
              </a:r>
            </a:p>
          </p:txBody>
        </p:sp>
        <p:sp>
          <p:nvSpPr>
            <p:cNvPr id="5" name="header.library.978">
              <a:extLst>
                <a:ext uri="{FF2B5EF4-FFF2-40B4-BE49-F238E27FC236}">
                  <a16:creationId id="{1ECD6C13-3EA0-424D-90C0-67ED86C7414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979">
              <a:extLst>
                <a:ext uri="{FF2B5EF4-FFF2-40B4-BE49-F238E27FC236}">
                  <a16:creationId id="{3EA588B4-3C2B-4533-85F3-80EF016F682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980">
              <a:extLst>
                <a:ext uri="{FF2B5EF4-FFF2-40B4-BE49-F238E27FC236}">
                  <a16:creationId id="{54418665-0EA4-4CA6-9DFC-BBA6F5CBFAC7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981">
              <a:extLst>
                <a:ext uri="{FF2B5EF4-FFF2-40B4-BE49-F238E27FC236}">
                  <a16:creationId id="{6FBFFDEB-A49F-4DE2-A5CD-6B5C488FC0E8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982">
              <a:extLst>
                <a:ext uri="{FF2B5EF4-FFF2-40B4-BE49-F238E27FC236}">
                  <a16:creationId id="{F8396DE4-CA0B-4EED-B238-D8BA87229386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主内容、辅助说明与侧栏采用不同面积比例，形成明确的阅读主次。</a:t>
              </a:r>
            </a:p>
          </p:txBody>
        </p:sp>
      </p:grpSp>
      <p:sp>
        <p:nvSpPr>
          <p:cNvPr id="10" name="gallery.main-with-support.frame.983">
            <a:extLst>
              <a:ext uri="{FF2B5EF4-FFF2-40B4-BE49-F238E27FC236}">
                <a16:creationId id="{C444A752-223E-47DE-AAF1-6A33534E0BC2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main-with-support.heading.984">
            <a:extLst>
              <a:ext uri="{FF2B5EF4-FFF2-40B4-BE49-F238E27FC236}">
                <a16:creationId id="{ADE5728E-5B3B-4398-9DC5-277E26026DB0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主辅与小结</a:t>
            </a:r>
          </a:p>
        </p:txBody>
      </p:sp>
      <p:grpSp>
        <p:nvGrpSpPr>
          <p:cNvPr id="37" name="主辅与小结"/>
          <p:cNvGrpSpPr/>
          <p:nvPr/>
        </p:nvGrpSpPr>
        <p:grpSpPr>
          <a:xfrm>
            <a:off x="647700" y="2381250"/>
            <a:ext cx="5143500" cy="3333750"/>
            <a:chOff x="647700" y="2381250"/>
            <a:chExt cx="5143500" cy="3333750"/>
          </a:xfrm>
        </p:grpSpPr>
        <p:sp>
          <p:nvSpPr>
            <p:cNvPr id="12" name="instance.C23.102.cell.main.985">
              <a:extLst>
                <a:ext uri="{FF2B5EF4-FFF2-40B4-BE49-F238E27FC236}">
                  <a16:creationId id="{98F8CAD9-DA1B-47D2-9B55-D386927938C8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2381250"/>
              <a:ext cx="3371850" cy="26479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13" name="instance.C23.102.cell.main.label.986">
              <a:extLst>
                <a:ext uri="{FF2B5EF4-FFF2-40B4-BE49-F238E27FC236}">
                  <a16:creationId id="{655B5F7A-4F80-4F7C-BA66-01EBB7B4AC7F}"/>
                </a:ext>
              </a:extLst>
            </p:cNvPr>
            <p:cNvSpPr>
              <a:spLocks noGrp="1"/>
            </p:cNvSpPr>
            <p:nvPr/>
          </p:nvSpPr>
          <p:spPr>
            <a:xfrm>
              <a:off x="742950" y="2476500"/>
              <a:ext cx="3181350" cy="2457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主内容</a:t>
              </a:r>
            </a:p>
          </p:txBody>
        </p:sp>
        <p:sp>
          <p:nvSpPr>
            <p:cNvPr id="14" name="instance.C23.102.cell.support1.987">
              <a:extLst>
                <a:ext uri="{FF2B5EF4-FFF2-40B4-BE49-F238E27FC236}">
                  <a16:creationId id="{D15364CD-CCC8-4C11-B852-6310A00BEE92}"/>
                </a:ext>
              </a:extLst>
            </p:cNvPr>
            <p:cNvSpPr>
              <a:spLocks noGrp="1"/>
            </p:cNvSpPr>
            <p:nvPr/>
          </p:nvSpPr>
          <p:spPr>
            <a:xfrm>
              <a:off x="4133850" y="2381250"/>
              <a:ext cx="1657350" cy="12763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5" name="instance.C23.102.cell.support1.label.988">
              <a:extLst>
                <a:ext uri="{FF2B5EF4-FFF2-40B4-BE49-F238E27FC236}">
                  <a16:creationId id="{FB1AEDC2-1ABC-418F-9F45-6B72CA102839}"/>
                </a:ext>
              </a:extLst>
            </p:cNvPr>
            <p:cNvSpPr>
              <a:spLocks noGrp="1"/>
            </p:cNvSpPr>
            <p:nvPr/>
          </p:nvSpPr>
          <p:spPr>
            <a:xfrm>
              <a:off x="4229100" y="2476500"/>
              <a:ext cx="1466850" cy="1085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辅助一</a:t>
              </a:r>
            </a:p>
          </p:txBody>
        </p:sp>
        <p:sp>
          <p:nvSpPr>
            <p:cNvPr id="16" name="instance.C23.102.cell.support2.989">
              <a:extLst>
                <a:ext uri="{FF2B5EF4-FFF2-40B4-BE49-F238E27FC236}">
                  <a16:creationId id="{ED7A4F63-151C-49FE-8DA8-0E30811EC0EC}"/>
                </a:ext>
              </a:extLst>
            </p:cNvPr>
            <p:cNvSpPr>
              <a:spLocks noGrp="1"/>
            </p:cNvSpPr>
            <p:nvPr/>
          </p:nvSpPr>
          <p:spPr>
            <a:xfrm>
              <a:off x="4133850" y="3771900"/>
              <a:ext cx="1657350" cy="12573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7" name="instance.C23.102.cell.support2.label.990">
              <a:extLst>
                <a:ext uri="{FF2B5EF4-FFF2-40B4-BE49-F238E27FC236}">
                  <a16:creationId id="{68512F41-FDF9-4E9A-87F3-09A3722A971F}"/>
                </a:ext>
              </a:extLst>
            </p:cNvPr>
            <p:cNvSpPr>
              <a:spLocks noGrp="1"/>
            </p:cNvSpPr>
            <p:nvPr/>
          </p:nvSpPr>
          <p:spPr>
            <a:xfrm>
              <a:off x="4229100" y="3867150"/>
              <a:ext cx="1466850" cy="1066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辅助二</a:t>
              </a:r>
            </a:p>
          </p:txBody>
        </p:sp>
        <p:sp>
          <p:nvSpPr>
            <p:cNvPr id="18" name="instance.C23.102.cell.summary.991">
              <a:extLst>
                <a:ext uri="{FF2B5EF4-FFF2-40B4-BE49-F238E27FC236}">
                  <a16:creationId id="{16741032-801A-4610-A7DE-27D4D0E574AA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5143500"/>
              <a:ext cx="5143500" cy="57150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19" name="instance.C23.102.cell.summary.label.992">
              <a:extLst>
                <a:ext uri="{FF2B5EF4-FFF2-40B4-BE49-F238E27FC236}">
                  <a16:creationId id="{AE7877C9-AF6B-4EE1-994F-A54E5ED9E4D9}"/>
                </a:ext>
              </a:extLst>
            </p:cNvPr>
            <p:cNvSpPr>
              <a:spLocks noGrp="1"/>
            </p:cNvSpPr>
            <p:nvPr/>
          </p:nvSpPr>
          <p:spPr>
            <a:xfrm>
              <a:off x="733425" y="5229225"/>
              <a:ext cx="49720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小结</a:t>
              </a:r>
            </a:p>
          </p:txBody>
        </p:sp>
      </p:grpSp>
      <p:sp>
        <p:nvSpPr>
          <p:cNvPr id="20" name="gallery.main-with-support.note.993">
            <a:extLst>
              <a:ext uri="{FF2B5EF4-FFF2-40B4-BE49-F238E27FC236}">
                <a16:creationId id="{F7AF2392-52D4-4990-9404-0E7F7D7E6AA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一大主区配双辅助，下方独立小结</a:t>
            </a:r>
          </a:p>
        </p:txBody>
      </p:sp>
      <p:sp>
        <p:nvSpPr>
          <p:cNvPr id="21" name="gallery.rail-main-notes.frame.994">
            <a:extLst>
              <a:ext uri="{FF2B5EF4-FFF2-40B4-BE49-F238E27FC236}">
                <a16:creationId id="{50C6190C-1E5B-47BD-8D3F-22B5C0EC547B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2" name="gallery.rail-main-notes.heading.995">
            <a:extLst>
              <a:ext uri="{FF2B5EF4-FFF2-40B4-BE49-F238E27FC236}">
                <a16:creationId id="{621774AD-F786-42BD-B2B6-81D31B915D40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主题轴主区注释</a:t>
            </a:r>
          </a:p>
        </p:txBody>
      </p:sp>
      <p:grpSp>
        <p:nvGrpSpPr>
          <p:cNvPr id="38" name="主题轴主区注释"/>
          <p:cNvGrpSpPr/>
          <p:nvPr/>
        </p:nvGrpSpPr>
        <p:grpSpPr>
          <a:xfrm>
            <a:off x="6400800" y="2381250"/>
            <a:ext cx="5143500" cy="3333750"/>
            <a:chOff x="6400800" y="2381250"/>
            <a:chExt cx="5143500" cy="3333750"/>
          </a:xfrm>
        </p:grpSpPr>
        <p:sp>
          <p:nvSpPr>
            <p:cNvPr id="23" name="instance.C23.103.cell.rail.996">
              <a:extLst>
                <a:ext uri="{FF2B5EF4-FFF2-40B4-BE49-F238E27FC236}">
                  <a16:creationId id="{CE1B77DF-995C-42DD-8C22-FFB54A18CBC7}"/>
                </a:ext>
              </a:extLst>
            </p:cNvPr>
            <p:cNvSpPr>
              <a:spLocks noGrp="1"/>
            </p:cNvSpPr>
            <p:nvPr/>
          </p:nvSpPr>
          <p:spPr>
            <a:xfrm>
              <a:off x="6400800" y="2381250"/>
              <a:ext cx="647700" cy="33337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24" name="instance.C23.103.cell.rail.label.997">
              <a:extLst>
                <a:ext uri="{FF2B5EF4-FFF2-40B4-BE49-F238E27FC236}">
                  <a16:creationId id="{0442FB59-C6CF-4C10-881E-0CDA3457C25F}"/>
                </a:ext>
              </a:extLst>
            </p:cNvPr>
            <p:cNvSpPr>
              <a:spLocks noGrp="1"/>
            </p:cNvSpPr>
            <p:nvPr/>
          </p:nvSpPr>
          <p:spPr>
            <a:xfrm>
              <a:off x="6446139" y="2426589"/>
              <a:ext cx="557022" cy="324307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主题</a:t>
              </a:r>
            </a:p>
          </p:txBody>
        </p:sp>
        <p:sp>
          <p:nvSpPr>
            <p:cNvPr id="25" name="instance.C23.103.cell.main.998">
              <a:extLst>
                <a:ext uri="{FF2B5EF4-FFF2-40B4-BE49-F238E27FC236}">
                  <a16:creationId id="{0A0765BF-1F99-4282-A281-66828CA12065}"/>
                </a:ext>
              </a:extLst>
            </p:cNvPr>
            <p:cNvSpPr>
              <a:spLocks noGrp="1"/>
            </p:cNvSpPr>
            <p:nvPr/>
          </p:nvSpPr>
          <p:spPr>
            <a:xfrm>
              <a:off x="7162800" y="2381250"/>
              <a:ext cx="2857500" cy="33337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26" name="instance.C23.103.cell.main.label.999">
              <a:extLst>
                <a:ext uri="{FF2B5EF4-FFF2-40B4-BE49-F238E27FC236}">
                  <a16:creationId id="{E3B75A11-6D8A-4F1E-B8E9-42D915A8C5B0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2476500"/>
              <a:ext cx="2667000" cy="3143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主内容</a:t>
              </a:r>
            </a:p>
          </p:txBody>
        </p:sp>
        <p:sp>
          <p:nvSpPr>
            <p:cNvPr id="27" name="instance.C23.103.cell.note1.1000">
              <a:extLst>
                <a:ext uri="{FF2B5EF4-FFF2-40B4-BE49-F238E27FC236}">
                  <a16:creationId id="{2553D98F-EC26-4D66-A340-188C2D3DF901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2381250"/>
              <a:ext cx="1409700" cy="1028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28" name="instance.C23.103.cell.note1.label.1001">
              <a:extLst>
                <a:ext uri="{FF2B5EF4-FFF2-40B4-BE49-F238E27FC236}">
                  <a16:creationId id="{D76CD719-C46A-40F3-B1FC-D6DCF0AF31D9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2476500"/>
              <a:ext cx="1219200" cy="838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注释一</a:t>
              </a:r>
            </a:p>
          </p:txBody>
        </p:sp>
        <p:sp>
          <p:nvSpPr>
            <p:cNvPr id="29" name="instance.C23.103.cell.note2.1002">
              <a:extLst>
                <a:ext uri="{FF2B5EF4-FFF2-40B4-BE49-F238E27FC236}">
                  <a16:creationId id="{98646312-1A36-47A3-8557-3DF31DA78386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3524250"/>
              <a:ext cx="1409700" cy="10477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0" name="instance.C23.103.cell.note2.label.1003">
              <a:extLst>
                <a:ext uri="{FF2B5EF4-FFF2-40B4-BE49-F238E27FC236}">
                  <a16:creationId id="{A6912FDB-98ED-4264-91B1-3913D87F6E37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3619500"/>
              <a:ext cx="1219200" cy="857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注释二</a:t>
              </a:r>
            </a:p>
          </p:txBody>
        </p:sp>
        <p:sp>
          <p:nvSpPr>
            <p:cNvPr id="31" name="instance.C23.103.cell.note3.1004">
              <a:extLst>
                <a:ext uri="{FF2B5EF4-FFF2-40B4-BE49-F238E27FC236}">
                  <a16:creationId id="{C6D1BEA0-A531-4554-A289-45CD97B33C20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4686300"/>
              <a:ext cx="1409700" cy="1028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2" name="instance.C23.103.cell.note3.label.1005">
              <a:extLst>
                <a:ext uri="{FF2B5EF4-FFF2-40B4-BE49-F238E27FC236}">
                  <a16:creationId id="{9FC2448A-9819-4411-A6EF-21697961384D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4781550"/>
              <a:ext cx="1219200" cy="838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注释三</a:t>
              </a:r>
            </a:p>
          </p:txBody>
        </p:sp>
      </p:grpSp>
      <p:sp>
        <p:nvSpPr>
          <p:cNvPr id="33" name="gallery.rail-main-notes.note.1006">
            <a:extLst>
              <a:ext uri="{FF2B5EF4-FFF2-40B4-BE49-F238E27FC236}">
                <a16:creationId id="{DB37E455-0B80-45DF-9EB6-46E19115986A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窄主题轴、中间主区和右侧三段注释</a:t>
            </a:r>
          </a:p>
        </p:txBody>
      </p:sp>
      <p:sp>
        <p:nvSpPr>
          <p:cNvPr id="39" name="navigation.rule.2703">
            <a:extLst>
              <a:ext uri="{FF2B5EF4-FFF2-40B4-BE49-F238E27FC236}">
                <a16:creationId id="{73FC5B26-39F1-496A-A4D7-E2702624D872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0" name="navigation.section.2704">
            <a:extLst>
              <a:ext uri="{FF2B5EF4-FFF2-40B4-BE49-F238E27FC236}">
                <a16:creationId id="{CA1C9764-9EF4-4B6B-B6EB-5CADD7520907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第5节　版式组件与内容分区</a:t>
            </a:r>
          </a:p>
        </p:txBody>
      </p:sp>
      <p:sp>
        <p:nvSpPr>
          <p:cNvPr id="41" name="navigation.page.2705">
            <a:extLst>
              <a:ext uri="{FF2B5EF4-FFF2-40B4-BE49-F238E27FC236}">
                <a16:creationId id="{C92CCE40-27BC-48DD-B911-DABA0D5D75FD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27 / 53</a:t>
            </a:r>
          </a:p>
        </p:txBody>
      </p:sp>
    </p:spTree>
    <p:extLst>
      <p:ext uri="{BB962C8B-B14F-4D97-AF65-F5344CB8AC3E}">
        <p14:creationId val="1111040882"/>
      </p:ext>
    </p:extLst>
  </p:cSld>
</p:sld>
</file>

<file path=ppt/slides/slide2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1" name="5.2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0" name="header.accent.1007">
              <a:extLst>
                <a:ext uri="{FF2B5EF4-FFF2-40B4-BE49-F238E27FC236}">
                  <a16:creationId id="{08435A7A-1F43-4260-91BD-149A07B22B9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008">
              <a:extLst>
                <a:ext uri="{FF2B5EF4-FFF2-40B4-BE49-F238E27FC236}">
                  <a16:creationId id="{A993173F-49FA-449B-A05B-7178B68814FA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5.2</a:t>
              </a:r>
            </a:p>
          </p:txBody>
        </p:sp>
        <p:sp>
          <p:nvSpPr>
            <p:cNvPr id="3" name="header.gradient.1009">
              <a:extLst>
                <a:ext uri="{FF2B5EF4-FFF2-40B4-BE49-F238E27FC236}">
                  <a16:creationId id="{A8B0B9C6-812B-4B10-8352-62F7084C7644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010">
              <a:extLst>
                <a:ext uri="{FF2B5EF4-FFF2-40B4-BE49-F238E27FC236}">
                  <a16:creationId id="{1EF02C17-1165-483C-BB12-C8430FFBDED2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图文与说明分区</a:t>
              </a:r>
            </a:p>
          </p:txBody>
        </p:sp>
        <p:sp>
          <p:nvSpPr>
            <p:cNvPr id="5" name="header.library.1011">
              <a:extLst>
                <a:ext uri="{FF2B5EF4-FFF2-40B4-BE49-F238E27FC236}">
                  <a16:creationId id="{63C30A5E-EBA3-4DBD-BCF1-740B05F66530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012">
              <a:extLst>
                <a:ext uri="{FF2B5EF4-FFF2-40B4-BE49-F238E27FC236}">
                  <a16:creationId id="{624DC592-940D-41FF-80A7-60373850849F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013">
              <a:extLst>
                <a:ext uri="{FF2B5EF4-FFF2-40B4-BE49-F238E27FC236}">
                  <a16:creationId id="{A3E32485-F2C0-4587-8413-BDC2D9FA3DE5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014">
              <a:extLst>
                <a:ext uri="{FF2B5EF4-FFF2-40B4-BE49-F238E27FC236}">
                  <a16:creationId id="{3A25FE2C-47CE-4FC6-8FC7-2FFCAEF5C2C2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015">
              <a:extLst>
                <a:ext uri="{FF2B5EF4-FFF2-40B4-BE49-F238E27FC236}">
                  <a16:creationId id="{C01C37F0-FC77-4B47-8557-D6E2BA104AD8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图表区与说明区分开排列，图注贴近对应图表，注释位置保持清楚。</a:t>
              </a:r>
            </a:p>
          </p:txBody>
        </p:sp>
      </p:grpSp>
      <p:sp>
        <p:nvSpPr>
          <p:cNvPr id="10" name="gallery.figure-caption.frame.1016">
            <a:extLst>
              <a:ext uri="{FF2B5EF4-FFF2-40B4-BE49-F238E27FC236}">
                <a16:creationId id="{16EED021-63D9-4923-937B-861BB1D1A7F6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figure-caption.heading.1017">
            <a:extLst>
              <a:ext uri="{FF2B5EF4-FFF2-40B4-BE49-F238E27FC236}">
                <a16:creationId id="{810807F6-6581-484C-9855-2C2CD4481590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图表说明与图注</a:t>
            </a:r>
          </a:p>
        </p:txBody>
      </p:sp>
      <p:grpSp>
        <p:nvGrpSpPr>
          <p:cNvPr id="43" name="图表说明与图注"/>
          <p:cNvGrpSpPr/>
          <p:nvPr/>
        </p:nvGrpSpPr>
        <p:grpSpPr>
          <a:xfrm>
            <a:off x="647700" y="2381250"/>
            <a:ext cx="5143500" cy="3333750"/>
            <a:chOff x="647700" y="2381250"/>
            <a:chExt cx="5143500" cy="3333750"/>
          </a:xfrm>
        </p:grpSpPr>
        <p:sp>
          <p:nvSpPr>
            <p:cNvPr id="12" name="instance.C23.104.cell.figure.1018">
              <a:extLst>
                <a:ext uri="{FF2B5EF4-FFF2-40B4-BE49-F238E27FC236}">
                  <a16:creationId id="{342BB950-C9CC-4BFD-8561-19304758A57F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2381250"/>
              <a:ext cx="3028950" cy="25146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dash"/>
            </a:ln>
          </p:spPr>
        </p:sp>
        <p:sp>
          <p:nvSpPr>
            <p:cNvPr id="13" name="instance.C23.104.cell.figure.label.1019">
              <a:extLst>
                <a:ext uri="{FF2B5EF4-FFF2-40B4-BE49-F238E27FC236}">
                  <a16:creationId id="{DB4C9354-21D8-42A2-B127-4DC1D7089BEF}"/>
                </a:ext>
              </a:extLst>
            </p:cNvPr>
            <p:cNvSpPr>
              <a:spLocks noGrp="1"/>
            </p:cNvSpPr>
            <p:nvPr/>
          </p:nvSpPr>
          <p:spPr>
            <a:xfrm>
              <a:off x="742950" y="2476500"/>
              <a:ext cx="2838450" cy="2324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图表</a:t>
              </a:r>
            </a:p>
          </p:txBody>
        </p:sp>
        <p:sp>
          <p:nvSpPr>
            <p:cNvPr id="14" name="instance.C23.104.cell.caption.1020">
              <a:extLst>
                <a:ext uri="{FF2B5EF4-FFF2-40B4-BE49-F238E27FC236}">
                  <a16:creationId id="{A691FED2-8001-465B-A356-2AEED452E032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5010150"/>
              <a:ext cx="3028950" cy="7048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5" name="instance.C23.104.cell.caption.label.1021">
              <a:extLst>
                <a:ext uri="{FF2B5EF4-FFF2-40B4-BE49-F238E27FC236}">
                  <a16:creationId id="{3B32C881-C108-482E-AC81-09DCAC3B860E}"/>
                </a:ext>
              </a:extLst>
            </p:cNvPr>
            <p:cNvSpPr>
              <a:spLocks noGrp="1"/>
            </p:cNvSpPr>
            <p:nvPr/>
          </p:nvSpPr>
          <p:spPr>
            <a:xfrm>
              <a:off x="742950" y="5105400"/>
              <a:ext cx="28384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图注</a:t>
              </a:r>
            </a:p>
          </p:txBody>
        </p:sp>
        <p:sp>
          <p:nvSpPr>
            <p:cNvPr id="16" name="instance.C23.104.cell.explanation1.1022">
              <a:extLst>
                <a:ext uri="{FF2B5EF4-FFF2-40B4-BE49-F238E27FC236}">
                  <a16:creationId id="{83F20B71-6593-4685-98A6-29EF0F92A5C2}"/>
                </a:ext>
              </a:extLst>
            </p:cNvPr>
            <p:cNvSpPr>
              <a:spLocks noGrp="1"/>
            </p:cNvSpPr>
            <p:nvPr/>
          </p:nvSpPr>
          <p:spPr>
            <a:xfrm>
              <a:off x="3790950" y="2381250"/>
              <a:ext cx="2000250" cy="1028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7" name="instance.C23.104.cell.explanation1.label.1023">
              <a:extLst>
                <a:ext uri="{FF2B5EF4-FFF2-40B4-BE49-F238E27FC236}">
                  <a16:creationId id="{AE8CD783-20A1-447D-9014-02D42D0E49CC}"/>
                </a:ext>
              </a:extLst>
            </p:cNvPr>
            <p:cNvSpPr>
              <a:spLocks noGrp="1"/>
            </p:cNvSpPr>
            <p:nvPr/>
          </p:nvSpPr>
          <p:spPr>
            <a:xfrm>
              <a:off x="3886200" y="2476500"/>
              <a:ext cx="1809750" cy="838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说明一</a:t>
              </a:r>
            </a:p>
          </p:txBody>
        </p:sp>
        <p:sp>
          <p:nvSpPr>
            <p:cNvPr id="18" name="instance.C23.104.cell.explanation2.1024">
              <a:extLst>
                <a:ext uri="{FF2B5EF4-FFF2-40B4-BE49-F238E27FC236}">
                  <a16:creationId id="{B959DCB8-0E83-4319-A333-B2D69C3A77A7}"/>
                </a:ext>
              </a:extLst>
            </p:cNvPr>
            <p:cNvSpPr>
              <a:spLocks noGrp="1"/>
            </p:cNvSpPr>
            <p:nvPr/>
          </p:nvSpPr>
          <p:spPr>
            <a:xfrm>
              <a:off x="3790950" y="3524250"/>
              <a:ext cx="2000250" cy="10287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9" name="instance.C23.104.cell.explanation2.label.1025">
              <a:extLst>
                <a:ext uri="{FF2B5EF4-FFF2-40B4-BE49-F238E27FC236}">
                  <a16:creationId id="{B7270BD8-59A6-4E91-BA02-048643861A6C}"/>
                </a:ext>
              </a:extLst>
            </p:cNvPr>
            <p:cNvSpPr>
              <a:spLocks noGrp="1"/>
            </p:cNvSpPr>
            <p:nvPr/>
          </p:nvSpPr>
          <p:spPr>
            <a:xfrm>
              <a:off x="3886200" y="3619500"/>
              <a:ext cx="1809750" cy="838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说明二</a:t>
              </a:r>
            </a:p>
          </p:txBody>
        </p:sp>
        <p:sp>
          <p:nvSpPr>
            <p:cNvPr id="20" name="instance.C23.104.cell.conclusion.1026">
              <a:extLst>
                <a:ext uri="{FF2B5EF4-FFF2-40B4-BE49-F238E27FC236}">
                  <a16:creationId id="{9A1D2457-F6DF-44E4-8E8D-6E6B7AF1FEF6}"/>
                </a:ext>
              </a:extLst>
            </p:cNvPr>
            <p:cNvSpPr>
              <a:spLocks noGrp="1"/>
            </p:cNvSpPr>
            <p:nvPr/>
          </p:nvSpPr>
          <p:spPr>
            <a:xfrm>
              <a:off x="3790950" y="4667250"/>
              <a:ext cx="2000250" cy="10477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21" name="instance.C23.104.cell.conclusion.label.1027">
              <a:extLst>
                <a:ext uri="{FF2B5EF4-FFF2-40B4-BE49-F238E27FC236}">
                  <a16:creationId id="{6E9EDA55-8628-41A4-9FEF-91BC40FDCCFC}"/>
                </a:ext>
              </a:extLst>
            </p:cNvPr>
            <p:cNvSpPr>
              <a:spLocks noGrp="1"/>
            </p:cNvSpPr>
            <p:nvPr/>
          </p:nvSpPr>
          <p:spPr>
            <a:xfrm>
              <a:off x="3886200" y="4762500"/>
              <a:ext cx="1809750" cy="857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结论</a:t>
              </a:r>
            </a:p>
          </p:txBody>
        </p:sp>
      </p:grpSp>
      <p:sp>
        <p:nvSpPr>
          <p:cNvPr id="22" name="gallery.figure-caption.note.1028">
            <a:extLst>
              <a:ext uri="{FF2B5EF4-FFF2-40B4-BE49-F238E27FC236}">
                <a16:creationId id="{34559100-2752-45DA-A149-AD31B138F52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左图配独立图注，右侧分段正文与结论</a:t>
            </a:r>
          </a:p>
        </p:txBody>
      </p:sp>
      <p:sp>
        <p:nvSpPr>
          <p:cNvPr id="23" name="gallery.annotated-figure.frame.1029">
            <a:extLst>
              <a:ext uri="{FF2B5EF4-FFF2-40B4-BE49-F238E27FC236}">
                <a16:creationId id="{BF8A7DEF-1014-41A3-AA89-C672F5FF60EC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4" name="gallery.annotated-figure.heading.1030">
            <a:extLst>
              <a:ext uri="{FF2B5EF4-FFF2-40B4-BE49-F238E27FC236}">
                <a16:creationId id="{7FE9F0C1-6927-4312-82A4-0D281AB98733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中心图与对应短注</a:t>
            </a:r>
          </a:p>
        </p:txBody>
      </p:sp>
      <p:grpSp>
        <p:nvGrpSpPr>
          <p:cNvPr id="44" name="中心图与对应短注"/>
          <p:cNvGrpSpPr/>
          <p:nvPr/>
        </p:nvGrpSpPr>
        <p:grpSpPr>
          <a:xfrm>
            <a:off x="6400800" y="2381250"/>
            <a:ext cx="5143500" cy="3333750"/>
            <a:chOff x="6400800" y="2381250"/>
            <a:chExt cx="5143500" cy="3333750"/>
          </a:xfrm>
        </p:grpSpPr>
        <p:sp>
          <p:nvSpPr>
            <p:cNvPr id="25" name="instance.C23.105.region.figureRegion.1031">
              <a:extLst>
                <a:ext uri="{FF2B5EF4-FFF2-40B4-BE49-F238E27FC236}">
                  <a16:creationId id="{4B659C2B-2C0E-488C-9789-B86B261BAC8E}"/>
                </a:ext>
              </a:extLst>
            </p:cNvPr>
            <p:cNvSpPr>
              <a:spLocks noGrp="1"/>
            </p:cNvSpPr>
            <p:nvPr/>
          </p:nvSpPr>
          <p:spPr>
            <a:xfrm>
              <a:off x="7391400" y="2381250"/>
              <a:ext cx="3162300" cy="33337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26" name="instance.C23.105.region.figureRegion.title.1032">
              <a:extLst>
                <a:ext uri="{FF2B5EF4-FFF2-40B4-BE49-F238E27FC236}">
                  <a16:creationId id="{B17D0FB3-4C29-4E65-88A0-6EA67C0422EB}"/>
                </a:ext>
              </a:extLst>
            </p:cNvPr>
            <p:cNvSpPr>
              <a:spLocks noGrp="1"/>
            </p:cNvSpPr>
            <p:nvPr/>
          </p:nvSpPr>
          <p:spPr>
            <a:xfrm>
              <a:off x="7486650" y="2428875"/>
              <a:ext cx="29718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图表区</a:t>
              </a:r>
            </a:p>
          </p:txBody>
        </p:sp>
        <p:sp>
          <p:nvSpPr>
            <p:cNvPr id="27" name="instance.C23.105.cell.figure.1033">
              <a:extLst>
                <a:ext uri="{FF2B5EF4-FFF2-40B4-BE49-F238E27FC236}">
                  <a16:creationId id="{9EF1DFDF-8DF6-4DD8-97DF-6B2E3768DEB5}"/>
                </a:ext>
              </a:extLst>
            </p:cNvPr>
            <p:cNvSpPr>
              <a:spLocks noGrp="1"/>
            </p:cNvSpPr>
            <p:nvPr/>
          </p:nvSpPr>
          <p:spPr>
            <a:xfrm>
              <a:off x="7505700" y="2800350"/>
              <a:ext cx="2933700" cy="18097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dash"/>
            </a:ln>
          </p:spPr>
        </p:sp>
        <p:sp>
          <p:nvSpPr>
            <p:cNvPr id="28" name="instance.C23.105.cell.figure.label.1034">
              <a:extLst>
                <a:ext uri="{FF2B5EF4-FFF2-40B4-BE49-F238E27FC236}">
                  <a16:creationId id="{B7EE8306-F129-4D54-B990-62189671FFDD}"/>
                </a:ext>
              </a:extLst>
            </p:cNvPr>
            <p:cNvSpPr>
              <a:spLocks noGrp="1"/>
            </p:cNvSpPr>
            <p:nvPr/>
          </p:nvSpPr>
          <p:spPr>
            <a:xfrm>
              <a:off x="7600950" y="2895600"/>
              <a:ext cx="2743200" cy="1619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中心图</a:t>
              </a:r>
            </a:p>
          </p:txBody>
        </p:sp>
        <p:sp>
          <p:nvSpPr>
            <p:cNvPr id="29" name="instance.C23.105.cell.markerA.1035">
              <a:extLst>
                <a:ext uri="{FF2B5EF4-FFF2-40B4-BE49-F238E27FC236}">
                  <a16:creationId id="{A0C4D79E-855E-4FF0-BBEF-98739E959EDF}"/>
                </a:ext>
              </a:extLst>
            </p:cNvPr>
            <p:cNvSpPr>
              <a:spLocks noGrp="1"/>
            </p:cNvSpPr>
            <p:nvPr/>
          </p:nvSpPr>
          <p:spPr>
            <a:xfrm>
              <a:off x="7505700" y="4724400"/>
              <a:ext cx="1409700" cy="3238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0" name="instance.C23.105.cell.markerA.label.1036">
              <a:extLst>
                <a:ext uri="{FF2B5EF4-FFF2-40B4-BE49-F238E27FC236}">
                  <a16:creationId id="{949D0DF8-188B-4471-B8EB-2F866C80CA58}"/>
                </a:ext>
              </a:extLst>
            </p:cNvPr>
            <p:cNvSpPr>
              <a:spLocks noGrp="1"/>
            </p:cNvSpPr>
            <p:nvPr/>
          </p:nvSpPr>
          <p:spPr>
            <a:xfrm>
              <a:off x="7524750" y="4743450"/>
              <a:ext cx="13716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标记 A</a:t>
              </a:r>
            </a:p>
          </p:txBody>
        </p:sp>
        <p:sp>
          <p:nvSpPr>
            <p:cNvPr id="31" name="instance.C23.105.cell.markerB.1037">
              <a:extLst>
                <a:ext uri="{FF2B5EF4-FFF2-40B4-BE49-F238E27FC236}">
                  <a16:creationId id="{EEC5E449-A583-4F74-8FB5-D71E7DC9D1B3}"/>
                </a:ext>
              </a:extLst>
            </p:cNvPr>
            <p:cNvSpPr>
              <a:spLocks noGrp="1"/>
            </p:cNvSpPr>
            <p:nvPr/>
          </p:nvSpPr>
          <p:spPr>
            <a:xfrm>
              <a:off x="9029700" y="4724400"/>
              <a:ext cx="1409700" cy="3238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2" name="instance.C23.105.cell.markerB.label.1038">
              <a:extLst>
                <a:ext uri="{FF2B5EF4-FFF2-40B4-BE49-F238E27FC236}">
                  <a16:creationId id="{C22CF7C1-B024-4FC6-A543-86B2070C07C3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4743450"/>
              <a:ext cx="13716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标记 B</a:t>
              </a:r>
            </a:p>
          </p:txBody>
        </p:sp>
        <p:sp>
          <p:nvSpPr>
            <p:cNvPr id="33" name="instance.C23.105.cell.caption.1039">
              <a:extLst>
                <a:ext uri="{FF2B5EF4-FFF2-40B4-BE49-F238E27FC236}">
                  <a16:creationId id="{A0961734-0DAA-469D-8252-248DAABD36DD}"/>
                </a:ext>
              </a:extLst>
            </p:cNvPr>
            <p:cNvSpPr>
              <a:spLocks noGrp="1"/>
            </p:cNvSpPr>
            <p:nvPr/>
          </p:nvSpPr>
          <p:spPr>
            <a:xfrm>
              <a:off x="7505700" y="5162550"/>
              <a:ext cx="2933700" cy="4381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4" name="instance.C23.105.cell.caption.label.1040">
              <a:extLst>
                <a:ext uri="{FF2B5EF4-FFF2-40B4-BE49-F238E27FC236}">
                  <a16:creationId id="{B00C43AA-C450-488A-B590-48ACD019A9E2}"/>
                </a:ext>
              </a:extLst>
            </p:cNvPr>
            <p:cNvSpPr>
              <a:spLocks noGrp="1"/>
            </p:cNvSpPr>
            <p:nvPr/>
          </p:nvSpPr>
          <p:spPr>
            <a:xfrm>
              <a:off x="7571423" y="5228273"/>
              <a:ext cx="2802255" cy="30670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图注</a:t>
              </a:r>
            </a:p>
          </p:txBody>
        </p:sp>
        <p:sp>
          <p:nvSpPr>
            <p:cNvPr id="35" name="instance.C23.105.cell.noteA.1041">
              <a:extLst>
                <a:ext uri="{FF2B5EF4-FFF2-40B4-BE49-F238E27FC236}">
                  <a16:creationId id="{CFF57AD5-8FDC-4D03-B1D0-EAEC845941F4}"/>
                </a:ext>
              </a:extLst>
            </p:cNvPr>
            <p:cNvSpPr>
              <a:spLocks noGrp="1"/>
            </p:cNvSpPr>
            <p:nvPr/>
          </p:nvSpPr>
          <p:spPr>
            <a:xfrm>
              <a:off x="6400800" y="2800350"/>
              <a:ext cx="876300" cy="9906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6" name="instance.C23.105.cell.noteA.label.1042">
              <a:extLst>
                <a:ext uri="{FF2B5EF4-FFF2-40B4-BE49-F238E27FC236}">
                  <a16:creationId id="{AD1C8821-49CE-4F90-BB2D-4430C5F7BC15}"/>
                </a:ext>
              </a:extLst>
            </p:cNvPr>
            <p:cNvSpPr>
              <a:spLocks noGrp="1"/>
            </p:cNvSpPr>
            <p:nvPr/>
          </p:nvSpPr>
          <p:spPr>
            <a:xfrm>
              <a:off x="6462141" y="2861691"/>
              <a:ext cx="753618" cy="86791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A 注</a:t>
              </a:r>
            </a:p>
          </p:txBody>
        </p:sp>
        <p:sp>
          <p:nvSpPr>
            <p:cNvPr id="37" name="instance.C23.105.cell.noteB.1043">
              <a:extLst>
                <a:ext uri="{FF2B5EF4-FFF2-40B4-BE49-F238E27FC236}">
                  <a16:creationId id="{51234D05-8894-4702-8C83-BD95228E90A4}"/>
                </a:ext>
              </a:extLst>
            </p:cNvPr>
            <p:cNvSpPr>
              <a:spLocks noGrp="1"/>
            </p:cNvSpPr>
            <p:nvPr/>
          </p:nvSpPr>
          <p:spPr>
            <a:xfrm>
              <a:off x="10668000" y="4229100"/>
              <a:ext cx="876300" cy="9906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8" name="instance.C23.105.cell.noteB.label.1044">
              <a:extLst>
                <a:ext uri="{FF2B5EF4-FFF2-40B4-BE49-F238E27FC236}">
                  <a16:creationId id="{AE66F918-DB94-4928-AB6C-B88513DE2544}"/>
                </a:ext>
              </a:extLst>
            </p:cNvPr>
            <p:cNvSpPr>
              <a:spLocks noGrp="1"/>
            </p:cNvSpPr>
            <p:nvPr/>
          </p:nvSpPr>
          <p:spPr>
            <a:xfrm>
              <a:off x="10729341" y="4290441"/>
              <a:ext cx="753618" cy="86791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B 注</a:t>
              </a:r>
            </a:p>
          </p:txBody>
        </p:sp>
      </p:grpSp>
      <p:sp>
        <p:nvSpPr>
          <p:cNvPr id="39" name="gallery.annotated-figure.note.1045">
            <a:extLst>
              <a:ext uri="{FF2B5EF4-FFF2-40B4-BE49-F238E27FC236}">
                <a16:creationId id="{79D48861-7679-4F4E-8F4D-F55FAF1704DF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中心图内标记与两侧错位短注对应</a:t>
            </a:r>
          </a:p>
        </p:txBody>
      </p:sp>
      <p:sp>
        <p:nvSpPr>
          <p:cNvPr id="45" name="navigation.rule.2706">
            <a:extLst>
              <a:ext uri="{FF2B5EF4-FFF2-40B4-BE49-F238E27FC236}">
                <a16:creationId id="{B74D781B-EFCA-4EF2-BD4E-DADEF731C851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6" name="navigation.section.2707">
            <a:extLst>
              <a:ext uri="{FF2B5EF4-FFF2-40B4-BE49-F238E27FC236}">
                <a16:creationId id="{494A2488-EF59-45FB-B4FC-5D9945879F7C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第5节　版式组件与内容分区</a:t>
            </a:r>
          </a:p>
        </p:txBody>
      </p:sp>
      <p:sp>
        <p:nvSpPr>
          <p:cNvPr id="47" name="navigation.page.2708">
            <a:extLst>
              <a:ext uri="{FF2B5EF4-FFF2-40B4-BE49-F238E27FC236}">
                <a16:creationId id="{71D0F6DA-BFF1-4804-A52D-500FF3161239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28 / 53</a:t>
            </a:r>
          </a:p>
        </p:txBody>
      </p:sp>
    </p:spTree>
    <p:extLst>
      <p:ext uri="{BB962C8B-B14F-4D97-AF65-F5344CB8AC3E}">
        <p14:creationId val="1130207336"/>
      </p:ext>
    </p:extLst>
  </p:cSld>
</p:sld>
</file>

<file path=ppt/slides/slide2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1" name="5.3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0" name="header.accent.1046">
              <a:extLst>
                <a:ext uri="{FF2B5EF4-FFF2-40B4-BE49-F238E27FC236}">
                  <a16:creationId id="{49E3B7B1-A7FB-4AFF-A354-1F480404EC6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047">
              <a:extLst>
                <a:ext uri="{FF2B5EF4-FFF2-40B4-BE49-F238E27FC236}">
                  <a16:creationId id="{9B97C2FC-A7A5-45FB-BE99-BA2554F3DB2B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5.3</a:t>
              </a:r>
            </a:p>
          </p:txBody>
        </p:sp>
        <p:sp>
          <p:nvSpPr>
            <p:cNvPr id="3" name="header.gradient.1048">
              <a:extLst>
                <a:ext uri="{FF2B5EF4-FFF2-40B4-BE49-F238E27FC236}">
                  <a16:creationId id="{DCD1BD10-0CD1-49BE-AA27-45E7A51F039D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049">
              <a:extLst>
                <a:ext uri="{FF2B5EF4-FFF2-40B4-BE49-F238E27FC236}">
                  <a16:creationId id="{342417F5-1D32-43FD-B8AD-578021C66509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矩阵与跨格组合</a:t>
              </a:r>
            </a:p>
          </p:txBody>
        </p:sp>
        <p:sp>
          <p:nvSpPr>
            <p:cNvPr id="5" name="header.library.1050">
              <a:extLst>
                <a:ext uri="{FF2B5EF4-FFF2-40B4-BE49-F238E27FC236}">
                  <a16:creationId id="{7C8CD77F-A691-4832-99E6-53BFB1BACD6A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051">
              <a:extLst>
                <a:ext uri="{FF2B5EF4-FFF2-40B4-BE49-F238E27FC236}">
                  <a16:creationId id="{254B39C8-3C01-47AB-B7FA-26D8B3D55850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052">
              <a:extLst>
                <a:ext uri="{FF2B5EF4-FFF2-40B4-BE49-F238E27FC236}">
                  <a16:creationId id="{FEC30F29-0878-4A42-A554-3D52678F4CE5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053">
              <a:extLst>
                <a:ext uri="{FF2B5EF4-FFF2-40B4-BE49-F238E27FC236}">
                  <a16:creationId id="{A3EFF316-8A82-40B8-BF87-EF78353C9EE4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054">
              <a:extLst>
                <a:ext uri="{FF2B5EF4-FFF2-40B4-BE49-F238E27FC236}">
                  <a16:creationId id="{AE879D01-28E8-4E3F-B8D9-69F3E450AAD6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跨行主区与共享维度标签组织矩阵内容，合并单元区分不同信息层级。</a:t>
              </a:r>
            </a:p>
          </p:txBody>
        </p:sp>
      </p:grpSp>
      <p:sp>
        <p:nvSpPr>
          <p:cNvPr id="10" name="gallery.span-matrix.frame.1055">
            <a:extLst>
              <a:ext uri="{FF2B5EF4-FFF2-40B4-BE49-F238E27FC236}">
                <a16:creationId id="{C6673F7A-C976-4949-B23F-9BE91FED0C72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span-matrix.heading.1056">
            <a:extLst>
              <a:ext uri="{FF2B5EF4-FFF2-40B4-BE49-F238E27FC236}">
                <a16:creationId id="{95A0C0AF-1BDD-41BA-9331-C882535A8A55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跨行主区与四格辅区</a:t>
            </a:r>
          </a:p>
        </p:txBody>
      </p:sp>
      <p:grpSp>
        <p:nvGrpSpPr>
          <p:cNvPr id="53" name="跨行主区与四格辅区"/>
          <p:cNvGrpSpPr/>
          <p:nvPr/>
        </p:nvGrpSpPr>
        <p:grpSpPr>
          <a:xfrm>
            <a:off x="704850" y="2438400"/>
            <a:ext cx="5029200" cy="3219450"/>
            <a:chOff x="704850" y="2438400"/>
            <a:chExt cx="5029200" cy="3219450"/>
          </a:xfrm>
        </p:grpSpPr>
        <p:sp>
          <p:nvSpPr>
            <p:cNvPr id="12" name="instance.C23.106.cell.main.1057">
              <a:extLst>
                <a:ext uri="{FF2B5EF4-FFF2-40B4-BE49-F238E27FC236}">
                  <a16:creationId id="{6AAA9A35-79AD-4485-B69E-447BE4164A59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2438400"/>
              <a:ext cx="2019300" cy="32194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13" name="instance.C23.106.cell.main.label.1058">
              <a:extLst>
                <a:ext uri="{FF2B5EF4-FFF2-40B4-BE49-F238E27FC236}">
                  <a16:creationId id="{A6682279-41BE-47BA-BD58-227459994C2D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2533650"/>
              <a:ext cx="1828800" cy="3028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主内容</a:t>
              </a:r>
            </a:p>
          </p:txBody>
        </p:sp>
        <p:sp>
          <p:nvSpPr>
            <p:cNvPr id="14" name="instance.C23.106.cell.point.1059">
              <a:extLst>
                <a:ext uri="{FF2B5EF4-FFF2-40B4-BE49-F238E27FC236}">
                  <a16:creationId id="{29BB730F-50A4-4C81-9D8A-98C62FF1711D}"/>
                </a:ext>
              </a:extLst>
            </p:cNvPr>
            <p:cNvSpPr>
              <a:spLocks noGrp="1"/>
            </p:cNvSpPr>
            <p:nvPr/>
          </p:nvSpPr>
          <p:spPr>
            <a:xfrm>
              <a:off x="2838450" y="2438400"/>
              <a:ext cx="1390650" cy="1552575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5" name="instance.C23.106.cell.point.label.1060">
              <a:extLst>
                <a:ext uri="{FF2B5EF4-FFF2-40B4-BE49-F238E27FC236}">
                  <a16:creationId id="{15CA6F8C-49B7-4D77-AA57-CA1CA6594C7A}"/>
                </a:ext>
              </a:extLst>
            </p:cNvPr>
            <p:cNvSpPr>
              <a:spLocks noGrp="1"/>
            </p:cNvSpPr>
            <p:nvPr/>
          </p:nvSpPr>
          <p:spPr>
            <a:xfrm>
              <a:off x="2933700" y="2533650"/>
              <a:ext cx="1200150" cy="1362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论点</a:t>
              </a:r>
            </a:p>
          </p:txBody>
        </p:sp>
        <p:sp>
          <p:nvSpPr>
            <p:cNvPr id="16" name="instance.C23.106.cell.example.1061">
              <a:extLst>
                <a:ext uri="{FF2B5EF4-FFF2-40B4-BE49-F238E27FC236}">
                  <a16:creationId id="{D04B7E71-A2C2-4D09-B094-F9C8640558E7}"/>
                </a:ext>
              </a:extLst>
            </p:cNvPr>
            <p:cNvSpPr>
              <a:spLocks noGrp="1"/>
            </p:cNvSpPr>
            <p:nvPr/>
          </p:nvSpPr>
          <p:spPr>
            <a:xfrm>
              <a:off x="4343400" y="2438400"/>
              <a:ext cx="1390650" cy="1552575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7" name="instance.C23.106.cell.example.label.1062">
              <a:extLst>
                <a:ext uri="{FF2B5EF4-FFF2-40B4-BE49-F238E27FC236}">
                  <a16:creationId id="{20E2A385-164C-486A-ADC3-E9729663F7EE}"/>
                </a:ext>
              </a:extLst>
            </p:cNvPr>
            <p:cNvSpPr>
              <a:spLocks noGrp="1"/>
            </p:cNvSpPr>
            <p:nvPr/>
          </p:nvSpPr>
          <p:spPr>
            <a:xfrm>
              <a:off x="4438650" y="2533650"/>
              <a:ext cx="1200150" cy="1362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示例</a:t>
              </a:r>
            </a:p>
          </p:txBody>
        </p:sp>
        <p:sp>
          <p:nvSpPr>
            <p:cNvPr id="18" name="instance.C23.106.cell.figure.1063">
              <a:extLst>
                <a:ext uri="{FF2B5EF4-FFF2-40B4-BE49-F238E27FC236}">
                  <a16:creationId id="{F1589FD9-8F66-4ED6-A69B-F1CFB1950630}"/>
                </a:ext>
              </a:extLst>
            </p:cNvPr>
            <p:cNvSpPr>
              <a:spLocks noGrp="1"/>
            </p:cNvSpPr>
            <p:nvPr/>
          </p:nvSpPr>
          <p:spPr>
            <a:xfrm>
              <a:off x="2838450" y="4105275"/>
              <a:ext cx="1390650" cy="1552575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dash"/>
            </a:ln>
          </p:spPr>
        </p:sp>
        <p:sp>
          <p:nvSpPr>
            <p:cNvPr id="19" name="instance.C23.106.cell.figure.label.1064">
              <a:extLst>
                <a:ext uri="{FF2B5EF4-FFF2-40B4-BE49-F238E27FC236}">
                  <a16:creationId id="{90CFF387-020D-4337-8B37-C8615EE23C56}"/>
                </a:ext>
              </a:extLst>
            </p:cNvPr>
            <p:cNvSpPr>
              <a:spLocks noGrp="1"/>
            </p:cNvSpPr>
            <p:nvPr/>
          </p:nvSpPr>
          <p:spPr>
            <a:xfrm>
              <a:off x="2933700" y="4200525"/>
              <a:ext cx="1200150" cy="1362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图表</a:t>
              </a:r>
            </a:p>
          </p:txBody>
        </p:sp>
        <p:sp>
          <p:nvSpPr>
            <p:cNvPr id="20" name="instance.C23.106.cell.caption.1065">
              <a:extLst>
                <a:ext uri="{FF2B5EF4-FFF2-40B4-BE49-F238E27FC236}">
                  <a16:creationId id="{D1AC394F-5D56-408E-ACE9-1F5A3F547DA9}"/>
                </a:ext>
              </a:extLst>
            </p:cNvPr>
            <p:cNvSpPr>
              <a:spLocks noGrp="1"/>
            </p:cNvSpPr>
            <p:nvPr/>
          </p:nvSpPr>
          <p:spPr>
            <a:xfrm>
              <a:off x="4343400" y="4105275"/>
              <a:ext cx="1390650" cy="1552575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21" name="instance.C23.106.cell.caption.label.1066">
              <a:extLst>
                <a:ext uri="{FF2B5EF4-FFF2-40B4-BE49-F238E27FC236}">
                  <a16:creationId id="{CF22664B-8E26-48CE-8F27-6385AEB765EA}"/>
                </a:ext>
              </a:extLst>
            </p:cNvPr>
            <p:cNvSpPr>
              <a:spLocks noGrp="1"/>
            </p:cNvSpPr>
            <p:nvPr/>
          </p:nvSpPr>
          <p:spPr>
            <a:xfrm>
              <a:off x="4438650" y="4200525"/>
              <a:ext cx="1200150" cy="1362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注释</a:t>
              </a:r>
            </a:p>
          </p:txBody>
        </p:sp>
      </p:grpSp>
      <p:sp>
        <p:nvSpPr>
          <p:cNvPr id="22" name="gallery.span-matrix.note.1067">
            <a:extLst>
              <a:ext uri="{FF2B5EF4-FFF2-40B4-BE49-F238E27FC236}">
                <a16:creationId id="{63018955-AEB2-4F33-AE18-660FA74F73B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左侧主区跨行，右侧四区承载并列材料</a:t>
            </a:r>
          </a:p>
        </p:txBody>
      </p:sp>
      <p:sp>
        <p:nvSpPr>
          <p:cNvPr id="23" name="gallery.shared-axis.frame.1068">
            <a:extLst>
              <a:ext uri="{FF2B5EF4-FFF2-40B4-BE49-F238E27FC236}">
                <a16:creationId id="{32B66739-5BF4-494E-9B95-E7543DF539BC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4" name="gallery.shared-axis.heading.1069">
            <a:extLst>
              <a:ext uri="{FF2B5EF4-FFF2-40B4-BE49-F238E27FC236}">
                <a16:creationId id="{5D160EE8-71D0-44D6-A5D3-B69DF421CCC7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共享行列标签矩阵</a:t>
            </a:r>
          </a:p>
        </p:txBody>
      </p:sp>
      <p:grpSp>
        <p:nvGrpSpPr>
          <p:cNvPr id="54" name="共享行列标签矩阵"/>
          <p:cNvGrpSpPr/>
          <p:nvPr/>
        </p:nvGrpSpPr>
        <p:grpSpPr>
          <a:xfrm>
            <a:off x="6457950" y="2438400"/>
            <a:ext cx="5029200" cy="3219450"/>
            <a:chOff x="6457950" y="2438400"/>
            <a:chExt cx="5029200" cy="3219450"/>
          </a:xfrm>
        </p:grpSpPr>
        <p:sp>
          <p:nvSpPr>
            <p:cNvPr id="25" name="instance.C23.107.cell.axis.1070">
              <a:extLst>
                <a:ext uri="{FF2B5EF4-FFF2-40B4-BE49-F238E27FC236}">
                  <a16:creationId id="{713847DF-6C6C-44C3-B2E3-0C033A1CF0D8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2438400"/>
              <a:ext cx="571500" cy="4000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26" name="instance.C23.107.cell.axis.label.1071">
              <a:extLst>
                <a:ext uri="{FF2B5EF4-FFF2-40B4-BE49-F238E27FC236}">
                  <a16:creationId id="{31A81A23-07FC-47C1-816F-D85584E5E0D5}"/>
                </a:ext>
              </a:extLst>
            </p:cNvPr>
            <p:cNvSpPr>
              <a:spLocks noGrp="1"/>
            </p:cNvSpPr>
            <p:nvPr/>
          </p:nvSpPr>
          <p:spPr>
            <a:xfrm>
              <a:off x="6497955" y="2478405"/>
              <a:ext cx="491490" cy="3200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维度</a:t>
              </a:r>
            </a:p>
          </p:txBody>
        </p:sp>
        <p:sp>
          <p:nvSpPr>
            <p:cNvPr id="27" name="instance.C23.107.cell.column-a.1072">
              <a:extLst>
                <a:ext uri="{FF2B5EF4-FFF2-40B4-BE49-F238E27FC236}">
                  <a16:creationId id="{8DE0EF6E-022A-40A0-B29B-1F6A39591FD7}"/>
                </a:ext>
              </a:extLst>
            </p:cNvPr>
            <p:cNvSpPr>
              <a:spLocks noGrp="1"/>
            </p:cNvSpPr>
            <p:nvPr/>
          </p:nvSpPr>
          <p:spPr>
            <a:xfrm>
              <a:off x="7143750" y="2438400"/>
              <a:ext cx="1371600" cy="4000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28" name="instance.C23.107.cell.column-a.label.1073">
              <a:extLst>
                <a:ext uri="{FF2B5EF4-FFF2-40B4-BE49-F238E27FC236}">
                  <a16:creationId id="{45E393A7-04B8-4FB4-BCCD-053F38C1718A}"/>
                </a:ext>
              </a:extLst>
            </p:cNvPr>
            <p:cNvSpPr>
              <a:spLocks noGrp="1"/>
            </p:cNvSpPr>
            <p:nvPr/>
          </p:nvSpPr>
          <p:spPr>
            <a:xfrm>
              <a:off x="7200900" y="2495550"/>
              <a:ext cx="12573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类别一</a:t>
              </a:r>
            </a:p>
          </p:txBody>
        </p:sp>
        <p:sp>
          <p:nvSpPr>
            <p:cNvPr id="29" name="instance.C23.107.cell.column-b.1074">
              <a:extLst>
                <a:ext uri="{FF2B5EF4-FFF2-40B4-BE49-F238E27FC236}">
                  <a16:creationId id="{841169F5-D932-4F20-A1A0-AB5650B95BAD}"/>
                </a:ext>
              </a:extLst>
            </p:cNvPr>
            <p:cNvSpPr>
              <a:spLocks noGrp="1"/>
            </p:cNvSpPr>
            <p:nvPr/>
          </p:nvSpPr>
          <p:spPr>
            <a:xfrm>
              <a:off x="8629650" y="2438400"/>
              <a:ext cx="1371600" cy="4000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0" name="instance.C23.107.cell.column-b.label.1075">
              <a:extLst>
                <a:ext uri="{FF2B5EF4-FFF2-40B4-BE49-F238E27FC236}">
                  <a16:creationId id="{6EBDCE50-9121-43A5-8736-C7BB87A90411}"/>
                </a:ext>
              </a:extLst>
            </p:cNvPr>
            <p:cNvSpPr>
              <a:spLocks noGrp="1"/>
            </p:cNvSpPr>
            <p:nvPr/>
          </p:nvSpPr>
          <p:spPr>
            <a:xfrm>
              <a:off x="8686800" y="2495550"/>
              <a:ext cx="12573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类别二</a:t>
              </a:r>
            </a:p>
          </p:txBody>
        </p:sp>
        <p:sp>
          <p:nvSpPr>
            <p:cNvPr id="31" name="instance.C23.107.cell.column-c.1076">
              <a:extLst>
                <a:ext uri="{FF2B5EF4-FFF2-40B4-BE49-F238E27FC236}">
                  <a16:creationId id="{6CA52C34-7E39-4AD4-B253-DB8FE93CD64E}"/>
                </a:ext>
              </a:extLst>
            </p:cNvPr>
            <p:cNvSpPr>
              <a:spLocks noGrp="1"/>
            </p:cNvSpPr>
            <p:nvPr/>
          </p:nvSpPr>
          <p:spPr>
            <a:xfrm>
              <a:off x="10115550" y="2438400"/>
              <a:ext cx="1371600" cy="4000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2" name="instance.C23.107.cell.column-c.label.1077">
              <a:extLst>
                <a:ext uri="{FF2B5EF4-FFF2-40B4-BE49-F238E27FC236}">
                  <a16:creationId id="{D4330743-49E0-4DF5-87D6-D98613B44C97}"/>
                </a:ext>
              </a:extLst>
            </p:cNvPr>
            <p:cNvSpPr>
              <a:spLocks noGrp="1"/>
            </p:cNvSpPr>
            <p:nvPr/>
          </p:nvSpPr>
          <p:spPr>
            <a:xfrm>
              <a:off x="10172700" y="2495550"/>
              <a:ext cx="12573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类别三</a:t>
              </a:r>
            </a:p>
          </p:txBody>
        </p:sp>
        <p:sp>
          <p:nvSpPr>
            <p:cNvPr id="33" name="instance.C23.107.cell.row-a.1078">
              <a:extLst>
                <a:ext uri="{FF2B5EF4-FFF2-40B4-BE49-F238E27FC236}">
                  <a16:creationId id="{16CF52DA-DEAB-4A98-82AC-8847AA732004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2952750"/>
              <a:ext cx="571500" cy="12954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4" name="instance.C23.107.cell.row-a.label.1079">
              <a:extLst>
                <a:ext uri="{FF2B5EF4-FFF2-40B4-BE49-F238E27FC236}">
                  <a16:creationId id="{9B7B9328-C8FB-4F2F-A8A6-BEB445F6B579}"/>
                </a:ext>
              </a:extLst>
            </p:cNvPr>
            <p:cNvSpPr>
              <a:spLocks noGrp="1"/>
            </p:cNvSpPr>
            <p:nvPr/>
          </p:nvSpPr>
          <p:spPr>
            <a:xfrm>
              <a:off x="6497955" y="2992755"/>
              <a:ext cx="491490" cy="121539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组一</a:t>
              </a:r>
            </a:p>
          </p:txBody>
        </p:sp>
        <p:sp>
          <p:nvSpPr>
            <p:cNvPr id="35" name="instance.C23.107.cell.row-b.1080">
              <a:extLst>
                <a:ext uri="{FF2B5EF4-FFF2-40B4-BE49-F238E27FC236}">
                  <a16:creationId id="{0DF52F5D-CF6C-4AB4-990E-C437C834D2E2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4362450"/>
              <a:ext cx="571500" cy="12954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6" name="instance.C23.107.cell.row-b.label.1081">
              <a:extLst>
                <a:ext uri="{FF2B5EF4-FFF2-40B4-BE49-F238E27FC236}">
                  <a16:creationId id="{0E79F2D0-5D6A-4438-970B-3CD3D4FE170F}"/>
                </a:ext>
              </a:extLst>
            </p:cNvPr>
            <p:cNvSpPr>
              <a:spLocks noGrp="1"/>
            </p:cNvSpPr>
            <p:nvPr/>
          </p:nvSpPr>
          <p:spPr>
            <a:xfrm>
              <a:off x="6497955" y="4402455"/>
              <a:ext cx="491490" cy="121539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组二</a:t>
              </a:r>
            </a:p>
          </p:txBody>
        </p:sp>
        <p:sp>
          <p:nvSpPr>
            <p:cNvPr id="37" name="instance.C23.107.cell.a1.1082">
              <a:extLst>
                <a:ext uri="{FF2B5EF4-FFF2-40B4-BE49-F238E27FC236}">
                  <a16:creationId id="{7CE6C3D2-58A6-41D6-821E-A546EED560DA}"/>
                </a:ext>
              </a:extLst>
            </p:cNvPr>
            <p:cNvSpPr>
              <a:spLocks noGrp="1"/>
            </p:cNvSpPr>
            <p:nvPr/>
          </p:nvSpPr>
          <p:spPr>
            <a:xfrm>
              <a:off x="7143750" y="2952750"/>
              <a:ext cx="1371600" cy="12954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38" name="instance.C23.107.cell.a1.label.1083">
              <a:extLst>
                <a:ext uri="{FF2B5EF4-FFF2-40B4-BE49-F238E27FC236}">
                  <a16:creationId id="{E1773066-6248-48C3-9B16-58861420A2CF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3048000"/>
              <a:ext cx="1181100" cy="1104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内容一</a:t>
              </a:r>
            </a:p>
          </p:txBody>
        </p:sp>
        <p:sp>
          <p:nvSpPr>
            <p:cNvPr id="39" name="instance.C23.107.cell.a2.1084">
              <a:extLst>
                <a:ext uri="{FF2B5EF4-FFF2-40B4-BE49-F238E27FC236}">
                  <a16:creationId id="{CFAAE458-E225-46AC-80FE-AA1FFFF77B58}"/>
                </a:ext>
              </a:extLst>
            </p:cNvPr>
            <p:cNvSpPr>
              <a:spLocks noGrp="1"/>
            </p:cNvSpPr>
            <p:nvPr/>
          </p:nvSpPr>
          <p:spPr>
            <a:xfrm>
              <a:off x="8629650" y="2952750"/>
              <a:ext cx="1371600" cy="12954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40" name="instance.C23.107.cell.a2.label.1085">
              <a:extLst>
                <a:ext uri="{FF2B5EF4-FFF2-40B4-BE49-F238E27FC236}">
                  <a16:creationId id="{C4C4DEAA-D61D-4C28-9626-EBC4531EE9D4}"/>
                </a:ext>
              </a:extLst>
            </p:cNvPr>
            <p:cNvSpPr>
              <a:spLocks noGrp="1"/>
            </p:cNvSpPr>
            <p:nvPr/>
          </p:nvSpPr>
          <p:spPr>
            <a:xfrm>
              <a:off x="8724900" y="3048000"/>
              <a:ext cx="1181100" cy="1104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内容二</a:t>
              </a:r>
            </a:p>
          </p:txBody>
        </p:sp>
        <p:sp>
          <p:nvSpPr>
            <p:cNvPr id="41" name="instance.C23.107.cell.a3.1086">
              <a:extLst>
                <a:ext uri="{FF2B5EF4-FFF2-40B4-BE49-F238E27FC236}">
                  <a16:creationId id="{DA647682-CCB0-4F7C-AF92-419768DDCB7F}"/>
                </a:ext>
              </a:extLst>
            </p:cNvPr>
            <p:cNvSpPr>
              <a:spLocks noGrp="1"/>
            </p:cNvSpPr>
            <p:nvPr/>
          </p:nvSpPr>
          <p:spPr>
            <a:xfrm>
              <a:off x="10115550" y="2952750"/>
              <a:ext cx="1371600" cy="12954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42" name="instance.C23.107.cell.a3.label.1087">
              <a:extLst>
                <a:ext uri="{FF2B5EF4-FFF2-40B4-BE49-F238E27FC236}">
                  <a16:creationId id="{0D35FC8E-B30E-4461-BE9B-4015CE3F059D}"/>
                </a:ext>
              </a:extLst>
            </p:cNvPr>
            <p:cNvSpPr>
              <a:spLocks noGrp="1"/>
            </p:cNvSpPr>
            <p:nvPr/>
          </p:nvSpPr>
          <p:spPr>
            <a:xfrm>
              <a:off x="10210800" y="3048000"/>
              <a:ext cx="1181100" cy="1104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内容三</a:t>
              </a:r>
            </a:p>
          </p:txBody>
        </p:sp>
        <p:sp>
          <p:nvSpPr>
            <p:cNvPr id="43" name="instance.C23.107.cell.b1.1088">
              <a:extLst>
                <a:ext uri="{FF2B5EF4-FFF2-40B4-BE49-F238E27FC236}">
                  <a16:creationId id="{BD7E13DF-53C1-423B-82F1-C53CB46EB26B}"/>
                </a:ext>
              </a:extLst>
            </p:cNvPr>
            <p:cNvSpPr>
              <a:spLocks noGrp="1"/>
            </p:cNvSpPr>
            <p:nvPr/>
          </p:nvSpPr>
          <p:spPr>
            <a:xfrm>
              <a:off x="7143750" y="4362450"/>
              <a:ext cx="1371600" cy="12954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4" name="instance.C23.107.cell.b1.label.1089">
              <a:extLst>
                <a:ext uri="{FF2B5EF4-FFF2-40B4-BE49-F238E27FC236}">
                  <a16:creationId id="{A4E65C20-F540-46AA-BE6F-A03B7115E8EA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4457700"/>
              <a:ext cx="1181100" cy="1104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内容四</a:t>
              </a:r>
            </a:p>
          </p:txBody>
        </p:sp>
        <p:sp>
          <p:nvSpPr>
            <p:cNvPr id="45" name="instance.C23.107.cell.b2.1090">
              <a:extLst>
                <a:ext uri="{FF2B5EF4-FFF2-40B4-BE49-F238E27FC236}">
                  <a16:creationId id="{D885D2D6-1FFE-4423-8BB8-848CD1A075EE}"/>
                </a:ext>
              </a:extLst>
            </p:cNvPr>
            <p:cNvSpPr>
              <a:spLocks noGrp="1"/>
            </p:cNvSpPr>
            <p:nvPr/>
          </p:nvSpPr>
          <p:spPr>
            <a:xfrm>
              <a:off x="8629650" y="4362450"/>
              <a:ext cx="1371600" cy="12954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6" name="instance.C23.107.cell.b2.label.1091">
              <a:extLst>
                <a:ext uri="{FF2B5EF4-FFF2-40B4-BE49-F238E27FC236}">
                  <a16:creationId id="{2C5EC960-1331-4E07-8C53-90594C9A4466}"/>
                </a:ext>
              </a:extLst>
            </p:cNvPr>
            <p:cNvSpPr>
              <a:spLocks noGrp="1"/>
            </p:cNvSpPr>
            <p:nvPr/>
          </p:nvSpPr>
          <p:spPr>
            <a:xfrm>
              <a:off x="8724900" y="4457700"/>
              <a:ext cx="1181100" cy="1104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内容五</a:t>
              </a:r>
            </a:p>
          </p:txBody>
        </p:sp>
        <p:sp>
          <p:nvSpPr>
            <p:cNvPr id="47" name="instance.C23.107.cell.b3.1092">
              <a:extLst>
                <a:ext uri="{FF2B5EF4-FFF2-40B4-BE49-F238E27FC236}">
                  <a16:creationId id="{5B3061A9-6FF6-420D-9A09-2BDC6FA7D834}"/>
                </a:ext>
              </a:extLst>
            </p:cNvPr>
            <p:cNvSpPr>
              <a:spLocks noGrp="1"/>
            </p:cNvSpPr>
            <p:nvPr/>
          </p:nvSpPr>
          <p:spPr>
            <a:xfrm>
              <a:off x="10115550" y="4362450"/>
              <a:ext cx="1371600" cy="12954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8" name="instance.C23.107.cell.b3.label.1093">
              <a:extLst>
                <a:ext uri="{FF2B5EF4-FFF2-40B4-BE49-F238E27FC236}">
                  <a16:creationId id="{0B67E392-A362-43EA-8210-8655694AE456}"/>
                </a:ext>
              </a:extLst>
            </p:cNvPr>
            <p:cNvSpPr>
              <a:spLocks noGrp="1"/>
            </p:cNvSpPr>
            <p:nvPr/>
          </p:nvSpPr>
          <p:spPr>
            <a:xfrm>
              <a:off x="10210800" y="4457700"/>
              <a:ext cx="1181100" cy="1104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内容六</a:t>
              </a:r>
            </a:p>
          </p:txBody>
        </p:sp>
      </p:grpSp>
      <p:sp>
        <p:nvSpPr>
          <p:cNvPr id="49" name="gallery.shared-axis.note.1094">
            <a:extLst>
              <a:ext uri="{FF2B5EF4-FFF2-40B4-BE49-F238E27FC236}">
                <a16:creationId id="{0E8DDE65-B508-4B47-91F5-0A84FC5BE6C4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共享行列标签，横向比较三类内容</a:t>
            </a:r>
          </a:p>
        </p:txBody>
      </p:sp>
      <p:sp>
        <p:nvSpPr>
          <p:cNvPr id="55" name="navigation.rule.2709">
            <a:extLst>
              <a:ext uri="{FF2B5EF4-FFF2-40B4-BE49-F238E27FC236}">
                <a16:creationId id="{A28C0065-5F6D-4B4D-86FC-436DFFCDC294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56" name="navigation.section.2710">
            <a:extLst>
              <a:ext uri="{FF2B5EF4-FFF2-40B4-BE49-F238E27FC236}">
                <a16:creationId id="{601B8DCD-6D7E-41DD-8D26-5C794C226A4B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第5节　版式组件与内容分区</a:t>
            </a:r>
          </a:p>
        </p:txBody>
      </p:sp>
      <p:sp>
        <p:nvSpPr>
          <p:cNvPr id="57" name="navigation.page.2711">
            <a:extLst>
              <a:ext uri="{FF2B5EF4-FFF2-40B4-BE49-F238E27FC236}">
                <a16:creationId id="{3045932C-53E4-4AA2-A591-76C134BEC61E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29 / 53</a:t>
            </a:r>
          </a:p>
        </p:txBody>
      </p:sp>
    </p:spTree>
    <p:extLst>
      <p:ext uri="{BB962C8B-B14F-4D97-AF65-F5344CB8AC3E}">
        <p14:creationId val="1437830825"/>
      </p:ext>
    </p:extLst>
  </p:cSld>
</p:sld>
</file>

<file path=ppt/slides/slide3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3" name="5.4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2" name="header.accent.1095">
              <a:extLst>
                <a:ext uri="{FF2B5EF4-FFF2-40B4-BE49-F238E27FC236}">
                  <a16:creationId id="{3B86AF29-97D5-480A-9EAF-2D3E762D7FAB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096">
              <a:extLst>
                <a:ext uri="{FF2B5EF4-FFF2-40B4-BE49-F238E27FC236}">
                  <a16:creationId id="{CF3E8E61-D4F2-4E73-8208-420A674D70B8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5.4</a:t>
              </a:r>
            </a:p>
          </p:txBody>
        </p:sp>
        <p:sp>
          <p:nvSpPr>
            <p:cNvPr id="3" name="header.gradient.1097">
              <a:extLst>
                <a:ext uri="{FF2B5EF4-FFF2-40B4-BE49-F238E27FC236}">
                  <a16:creationId id="{967DB9D0-CC14-4D33-B497-A02FA10D9350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098">
              <a:extLst>
                <a:ext uri="{FF2B5EF4-FFF2-40B4-BE49-F238E27FC236}">
                  <a16:creationId id="{724AC9AB-741E-40AB-8A59-C2EF3EA497BB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通栏与段落组合</a:t>
              </a:r>
            </a:p>
          </p:txBody>
        </p:sp>
        <p:sp>
          <p:nvSpPr>
            <p:cNvPr id="5" name="header.library.1099">
              <a:extLst>
                <a:ext uri="{FF2B5EF4-FFF2-40B4-BE49-F238E27FC236}">
                  <a16:creationId id="{875D4F4A-3D24-424B-BA31-AC6B85CC958B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4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100">
              <a:extLst>
                <a:ext uri="{FF2B5EF4-FFF2-40B4-BE49-F238E27FC236}">
                  <a16:creationId id="{C1FB4C86-B2F0-4D23-A9BE-54EEF2D24AC0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101">
              <a:extLst>
                <a:ext uri="{FF2B5EF4-FFF2-40B4-BE49-F238E27FC236}">
                  <a16:creationId id="{CD9992C7-F6D6-4697-8F98-789DA4A45779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102">
              <a:extLst>
                <a:ext uri="{FF2B5EF4-FFF2-40B4-BE49-F238E27FC236}">
                  <a16:creationId id="{E714A354-E62F-499E-88E2-E531C8F7C88F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103">
              <a:extLst>
                <a:ext uri="{FF2B5EF4-FFF2-40B4-BE49-F238E27FC236}">
                  <a16:creationId id="{FCFB86F4-E4D4-48ED-B618-ED5526DDCEC9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通栏标题、分列正文与总结条组合，沿页面纵向形成分段阅读顺序。</a:t>
              </a:r>
            </a:p>
          </p:txBody>
        </p:sp>
      </p:grpSp>
      <p:sp>
        <p:nvSpPr>
          <p:cNvPr id="10" name="gallery.headline-columns.frame.1104">
            <a:extLst>
              <a:ext uri="{FF2B5EF4-FFF2-40B4-BE49-F238E27FC236}">
                <a16:creationId id="{498AF4CF-93CD-42E7-B3DD-99A973C23A5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headline-columns.heading.1105">
            <a:extLst>
              <a:ext uri="{FF2B5EF4-FFF2-40B4-BE49-F238E27FC236}">
                <a16:creationId id="{C4D1B63B-1C55-40AB-9CAF-3589611C200C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概要三列与结论</a:t>
            </a:r>
          </a:p>
        </p:txBody>
      </p:sp>
      <p:grpSp>
        <p:nvGrpSpPr>
          <p:cNvPr id="45" name="概要三列与结论"/>
          <p:cNvGrpSpPr/>
          <p:nvPr/>
        </p:nvGrpSpPr>
        <p:grpSpPr>
          <a:xfrm>
            <a:off x="647700" y="2381250"/>
            <a:ext cx="5143500" cy="3333750"/>
            <a:chOff x="647700" y="2381250"/>
            <a:chExt cx="5143500" cy="3333750"/>
          </a:xfrm>
        </p:grpSpPr>
        <p:sp>
          <p:nvSpPr>
            <p:cNvPr id="12" name="instance.C23.108.cell.headline.1106">
              <a:extLst>
                <a:ext uri="{FF2B5EF4-FFF2-40B4-BE49-F238E27FC236}">
                  <a16:creationId id="{27EB1BA7-363F-43F2-A813-FB2E2F867EFA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2381250"/>
              <a:ext cx="5143500" cy="53340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13" name="instance.C23.108.cell.headline.label.1107">
              <a:extLst>
                <a:ext uri="{FF2B5EF4-FFF2-40B4-BE49-F238E27FC236}">
                  <a16:creationId id="{7415290F-5F5E-4E2C-8FA8-47758C2FFF0C}"/>
                </a:ext>
              </a:extLst>
            </p:cNvPr>
            <p:cNvSpPr>
              <a:spLocks noGrp="1"/>
            </p:cNvSpPr>
            <p:nvPr/>
          </p:nvSpPr>
          <p:spPr>
            <a:xfrm>
              <a:off x="727710" y="2461260"/>
              <a:ext cx="4983480" cy="3733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概要</a:t>
              </a:r>
            </a:p>
          </p:txBody>
        </p:sp>
        <p:sp>
          <p:nvSpPr>
            <p:cNvPr id="14" name="instance.C23.108.cell.column1.1108">
              <a:extLst>
                <a:ext uri="{FF2B5EF4-FFF2-40B4-BE49-F238E27FC236}">
                  <a16:creationId id="{EE2F04D9-5A6A-4E8D-9F05-93138CA012B2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3028950"/>
              <a:ext cx="1562100" cy="20383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15" name="instance.C23.108.cell.column1.label.1109">
              <a:extLst>
                <a:ext uri="{FF2B5EF4-FFF2-40B4-BE49-F238E27FC236}">
                  <a16:creationId id="{474C610F-A444-47BD-B850-7AE4914CEF31}"/>
                </a:ext>
              </a:extLst>
            </p:cNvPr>
            <p:cNvSpPr>
              <a:spLocks noGrp="1"/>
            </p:cNvSpPr>
            <p:nvPr/>
          </p:nvSpPr>
          <p:spPr>
            <a:xfrm>
              <a:off x="742950" y="3124200"/>
              <a:ext cx="1371600" cy="1847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内容一</a:t>
              </a:r>
            </a:p>
          </p:txBody>
        </p:sp>
        <p:sp>
          <p:nvSpPr>
            <p:cNvPr id="16" name="instance.C23.108.cell.column2.1110">
              <a:extLst>
                <a:ext uri="{FF2B5EF4-FFF2-40B4-BE49-F238E27FC236}">
                  <a16:creationId id="{748F622F-4324-4C55-A596-402EE8BD5579}"/>
                </a:ext>
              </a:extLst>
            </p:cNvPr>
            <p:cNvSpPr>
              <a:spLocks noGrp="1"/>
            </p:cNvSpPr>
            <p:nvPr/>
          </p:nvSpPr>
          <p:spPr>
            <a:xfrm>
              <a:off x="2324100" y="3028950"/>
              <a:ext cx="1790700" cy="20383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17" name="instance.C23.108.cell.column2.label.1111">
              <a:extLst>
                <a:ext uri="{FF2B5EF4-FFF2-40B4-BE49-F238E27FC236}">
                  <a16:creationId id="{F7F7C487-112B-4D23-B1F4-79B65B91834B}"/>
                </a:ext>
              </a:extLst>
            </p:cNvPr>
            <p:cNvSpPr>
              <a:spLocks noGrp="1"/>
            </p:cNvSpPr>
            <p:nvPr/>
          </p:nvSpPr>
          <p:spPr>
            <a:xfrm>
              <a:off x="2419350" y="3124200"/>
              <a:ext cx="1600200" cy="1847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内容二</a:t>
              </a:r>
            </a:p>
          </p:txBody>
        </p:sp>
        <p:sp>
          <p:nvSpPr>
            <p:cNvPr id="18" name="instance.C23.108.cell.column3.1112">
              <a:extLst>
                <a:ext uri="{FF2B5EF4-FFF2-40B4-BE49-F238E27FC236}">
                  <a16:creationId id="{F935DF0C-EDDF-4208-B0AE-266DE857605B}"/>
                </a:ext>
              </a:extLst>
            </p:cNvPr>
            <p:cNvSpPr>
              <a:spLocks noGrp="1"/>
            </p:cNvSpPr>
            <p:nvPr/>
          </p:nvSpPr>
          <p:spPr>
            <a:xfrm>
              <a:off x="4229100" y="3028950"/>
              <a:ext cx="1562100" cy="20383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19" name="instance.C23.108.cell.column3.label.1113">
              <a:extLst>
                <a:ext uri="{FF2B5EF4-FFF2-40B4-BE49-F238E27FC236}">
                  <a16:creationId id="{49C0D51F-6A03-450A-8E01-B67D06E5A827}"/>
                </a:ext>
              </a:extLst>
            </p:cNvPr>
            <p:cNvSpPr>
              <a:spLocks noGrp="1"/>
            </p:cNvSpPr>
            <p:nvPr/>
          </p:nvSpPr>
          <p:spPr>
            <a:xfrm>
              <a:off x="4324350" y="3124200"/>
              <a:ext cx="1371600" cy="1847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内容三</a:t>
              </a:r>
            </a:p>
          </p:txBody>
        </p:sp>
        <p:sp>
          <p:nvSpPr>
            <p:cNvPr id="20" name="instance.C23.108.cell.conclusion.1114">
              <a:extLst>
                <a:ext uri="{FF2B5EF4-FFF2-40B4-BE49-F238E27FC236}">
                  <a16:creationId id="{294531D9-DB12-47E9-B7B3-F6D5A1A92D57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5181600"/>
              <a:ext cx="5143500" cy="53340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21" name="instance.C23.108.cell.conclusion.label.1115">
              <a:extLst>
                <a:ext uri="{FF2B5EF4-FFF2-40B4-BE49-F238E27FC236}">
                  <a16:creationId id="{BC72B35D-E80D-49D7-B09F-5CC8762CC066}"/>
                </a:ext>
              </a:extLst>
            </p:cNvPr>
            <p:cNvSpPr>
              <a:spLocks noGrp="1"/>
            </p:cNvSpPr>
            <p:nvPr/>
          </p:nvSpPr>
          <p:spPr>
            <a:xfrm>
              <a:off x="727710" y="5261610"/>
              <a:ext cx="4983480" cy="3733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结论</a:t>
              </a:r>
            </a:p>
          </p:txBody>
        </p:sp>
      </p:grpSp>
      <p:sp>
        <p:nvSpPr>
          <p:cNvPr id="22" name="gallery.headline-columns.note.1116">
            <a:extLst>
              <a:ext uri="{FF2B5EF4-FFF2-40B4-BE49-F238E27FC236}">
                <a16:creationId id="{1BFCB4E3-7AC2-4C56-AA58-203ABF6F483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共享概要与底部结论贯穿三个内容栏</a:t>
            </a:r>
          </a:p>
        </p:txBody>
      </p:sp>
      <p:sp>
        <p:nvSpPr>
          <p:cNvPr id="23" name="gallery.alternating-bands.frame.1117">
            <a:extLst>
              <a:ext uri="{FF2B5EF4-FFF2-40B4-BE49-F238E27FC236}">
                <a16:creationId id="{8CF4674D-A3BD-44C7-90C5-5CAD6435D16C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4" name="gallery.alternating-bands.heading.1118">
            <a:extLst>
              <a:ext uri="{FF2B5EF4-FFF2-40B4-BE49-F238E27FC236}">
                <a16:creationId id="{430478A9-FF4C-40FE-98C9-8F03868DA382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通栏拆列交错</a:t>
            </a:r>
          </a:p>
        </p:txBody>
      </p:sp>
      <p:grpSp>
        <p:nvGrpSpPr>
          <p:cNvPr id="46" name="通栏拆列交错"/>
          <p:cNvGrpSpPr/>
          <p:nvPr/>
        </p:nvGrpSpPr>
        <p:grpSpPr>
          <a:xfrm>
            <a:off x="6400800" y="2381250"/>
            <a:ext cx="5143500" cy="3333750"/>
            <a:chOff x="6400800" y="2381250"/>
            <a:chExt cx="5143500" cy="3333750"/>
          </a:xfrm>
        </p:grpSpPr>
        <p:sp>
          <p:nvSpPr>
            <p:cNvPr id="25" name="instance.C23.109.cell.overview.1119">
              <a:extLst>
                <a:ext uri="{FF2B5EF4-FFF2-40B4-BE49-F238E27FC236}">
                  <a16:creationId id="{A007616E-4018-475A-A19C-E8D122CBCEFB}"/>
                </a:ext>
              </a:extLst>
            </p:cNvPr>
            <p:cNvSpPr>
              <a:spLocks noGrp="1"/>
            </p:cNvSpPr>
            <p:nvPr/>
          </p:nvSpPr>
          <p:spPr>
            <a:xfrm>
              <a:off x="6400800" y="2381250"/>
              <a:ext cx="5143500" cy="4381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26" name="instance.C23.109.cell.overview.label.1120">
              <a:extLst>
                <a:ext uri="{FF2B5EF4-FFF2-40B4-BE49-F238E27FC236}">
                  <a16:creationId id="{50F0A0B5-9C46-4BC8-BBC3-D807927A180E}"/>
                </a:ext>
              </a:extLst>
            </p:cNvPr>
            <p:cNvSpPr>
              <a:spLocks noGrp="1"/>
            </p:cNvSpPr>
            <p:nvPr/>
          </p:nvSpPr>
          <p:spPr>
            <a:xfrm>
              <a:off x="6466523" y="2446973"/>
              <a:ext cx="5012055" cy="30670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总览</a:t>
              </a:r>
            </a:p>
          </p:txBody>
        </p:sp>
        <p:sp>
          <p:nvSpPr>
            <p:cNvPr id="27" name="instance.C23.109.cell.openingMain.1121">
              <a:extLst>
                <a:ext uri="{FF2B5EF4-FFF2-40B4-BE49-F238E27FC236}">
                  <a16:creationId id="{D9BC9031-B51B-449D-8B66-1732CE7FDE3B}"/>
                </a:ext>
              </a:extLst>
            </p:cNvPr>
            <p:cNvSpPr>
              <a:spLocks noGrp="1"/>
            </p:cNvSpPr>
            <p:nvPr/>
          </p:nvSpPr>
          <p:spPr>
            <a:xfrm>
              <a:off x="6400800" y="2933700"/>
              <a:ext cx="1981200" cy="7810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28" name="instance.C23.109.cell.openingMain.label.1122">
              <a:extLst>
                <a:ext uri="{FF2B5EF4-FFF2-40B4-BE49-F238E27FC236}">
                  <a16:creationId id="{B4479412-1113-46BA-A1DD-3B5019C1F1A9}"/>
                </a:ext>
              </a:extLst>
            </p:cNvPr>
            <p:cNvSpPr>
              <a:spLocks noGrp="1"/>
            </p:cNvSpPr>
            <p:nvPr/>
          </p:nvSpPr>
          <p:spPr>
            <a:xfrm>
              <a:off x="6496050" y="3028950"/>
              <a:ext cx="17907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要点</a:t>
              </a:r>
            </a:p>
          </p:txBody>
        </p:sp>
        <p:sp>
          <p:nvSpPr>
            <p:cNvPr id="29" name="instance.C23.109.cell.openingSupport.1123">
              <a:extLst>
                <a:ext uri="{FF2B5EF4-FFF2-40B4-BE49-F238E27FC236}">
                  <a16:creationId id="{B916CA81-EAEF-406C-911F-AC0882DC9F2E}"/>
                </a:ext>
              </a:extLst>
            </p:cNvPr>
            <p:cNvSpPr>
              <a:spLocks noGrp="1"/>
            </p:cNvSpPr>
            <p:nvPr/>
          </p:nvSpPr>
          <p:spPr>
            <a:xfrm>
              <a:off x="8496300" y="2933700"/>
              <a:ext cx="3048000" cy="7810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0" name="instance.C23.109.cell.openingSupport.label.1124">
              <a:extLst>
                <a:ext uri="{FF2B5EF4-FFF2-40B4-BE49-F238E27FC236}">
                  <a16:creationId id="{F46E48EE-E458-460F-9BDD-D80C09ECB3A5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028950"/>
              <a:ext cx="28575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</a:t>
              </a:r>
            </a:p>
          </p:txBody>
        </p:sp>
        <p:sp>
          <p:nvSpPr>
            <p:cNvPr id="31" name="instance.C23.109.cell.transition.1125">
              <a:extLst>
                <a:ext uri="{FF2B5EF4-FFF2-40B4-BE49-F238E27FC236}">
                  <a16:creationId id="{CC02A834-8D38-4AD9-927B-0664B41DA3D5}"/>
                </a:ext>
              </a:extLst>
            </p:cNvPr>
            <p:cNvSpPr>
              <a:spLocks noGrp="1"/>
            </p:cNvSpPr>
            <p:nvPr/>
          </p:nvSpPr>
          <p:spPr>
            <a:xfrm>
              <a:off x="6400800" y="3829050"/>
              <a:ext cx="5143500" cy="4381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2" name="instance.C23.109.cell.transition.label.1126">
              <a:extLst>
                <a:ext uri="{FF2B5EF4-FFF2-40B4-BE49-F238E27FC236}">
                  <a16:creationId id="{5B7926C8-4A21-426C-89DF-B65D0470CD6E}"/>
                </a:ext>
              </a:extLst>
            </p:cNvPr>
            <p:cNvSpPr>
              <a:spLocks noGrp="1"/>
            </p:cNvSpPr>
            <p:nvPr/>
          </p:nvSpPr>
          <p:spPr>
            <a:xfrm>
              <a:off x="6466523" y="3894773"/>
              <a:ext cx="5012055" cy="30670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过渡</a:t>
              </a:r>
            </a:p>
          </p:txBody>
        </p:sp>
        <p:sp>
          <p:nvSpPr>
            <p:cNvPr id="33" name="instance.C23.109.cell.detail1.1127">
              <a:extLst>
                <a:ext uri="{FF2B5EF4-FFF2-40B4-BE49-F238E27FC236}">
                  <a16:creationId id="{80C2197D-7848-47BB-859E-2D3DBD6AA5A1}"/>
                </a:ext>
              </a:extLst>
            </p:cNvPr>
            <p:cNvSpPr>
              <a:spLocks noGrp="1"/>
            </p:cNvSpPr>
            <p:nvPr/>
          </p:nvSpPr>
          <p:spPr>
            <a:xfrm>
              <a:off x="6400800" y="4381500"/>
              <a:ext cx="1428750" cy="7810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34" name="instance.C23.109.cell.detail1.label.1128">
              <a:extLst>
                <a:ext uri="{FF2B5EF4-FFF2-40B4-BE49-F238E27FC236}">
                  <a16:creationId id="{CA1F282A-ACDA-414E-AE99-16462DECBA3F}"/>
                </a:ext>
              </a:extLst>
            </p:cNvPr>
            <p:cNvSpPr>
              <a:spLocks noGrp="1"/>
            </p:cNvSpPr>
            <p:nvPr/>
          </p:nvSpPr>
          <p:spPr>
            <a:xfrm>
              <a:off x="6496050" y="4476750"/>
              <a:ext cx="123825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展开一</a:t>
              </a:r>
            </a:p>
          </p:txBody>
        </p:sp>
        <p:sp>
          <p:nvSpPr>
            <p:cNvPr id="35" name="instance.C23.109.cell.detail2.1129">
              <a:extLst>
                <a:ext uri="{FF2B5EF4-FFF2-40B4-BE49-F238E27FC236}">
                  <a16:creationId id="{DDE7B18A-474F-4779-942A-CFAE6F4F4E06}"/>
                </a:ext>
              </a:extLst>
            </p:cNvPr>
            <p:cNvSpPr>
              <a:spLocks noGrp="1"/>
            </p:cNvSpPr>
            <p:nvPr/>
          </p:nvSpPr>
          <p:spPr>
            <a:xfrm>
              <a:off x="7943850" y="4381500"/>
              <a:ext cx="2057400" cy="7810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6" name="instance.C23.109.cell.detail2.label.1130">
              <a:extLst>
                <a:ext uri="{FF2B5EF4-FFF2-40B4-BE49-F238E27FC236}">
                  <a16:creationId id="{58CD7978-5512-4751-AA74-D99523EF6261}"/>
                </a:ext>
              </a:extLst>
            </p:cNvPr>
            <p:cNvSpPr>
              <a:spLocks noGrp="1"/>
            </p:cNvSpPr>
            <p:nvPr/>
          </p:nvSpPr>
          <p:spPr>
            <a:xfrm>
              <a:off x="8039100" y="4476750"/>
              <a:ext cx="186690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展开二</a:t>
              </a:r>
            </a:p>
          </p:txBody>
        </p:sp>
        <p:sp>
          <p:nvSpPr>
            <p:cNvPr id="37" name="instance.C23.109.cell.detail3.1131">
              <a:extLst>
                <a:ext uri="{FF2B5EF4-FFF2-40B4-BE49-F238E27FC236}">
                  <a16:creationId id="{2F088E51-AB32-4A86-B615-E0A7F3615872}"/>
                </a:ext>
              </a:extLst>
            </p:cNvPr>
            <p:cNvSpPr>
              <a:spLocks noGrp="1"/>
            </p:cNvSpPr>
            <p:nvPr/>
          </p:nvSpPr>
          <p:spPr>
            <a:xfrm>
              <a:off x="10115550" y="4381500"/>
              <a:ext cx="1428750" cy="7810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8" name="instance.C23.109.cell.detail3.label.1132">
              <a:extLst>
                <a:ext uri="{FF2B5EF4-FFF2-40B4-BE49-F238E27FC236}">
                  <a16:creationId id="{C2C2B62C-29E5-4A4D-913F-AF086E0123BC}"/>
                </a:ext>
              </a:extLst>
            </p:cNvPr>
            <p:cNvSpPr>
              <a:spLocks noGrp="1"/>
            </p:cNvSpPr>
            <p:nvPr/>
          </p:nvSpPr>
          <p:spPr>
            <a:xfrm>
              <a:off x="10210800" y="4476750"/>
              <a:ext cx="1238250" cy="590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展开三</a:t>
              </a:r>
            </a:p>
          </p:txBody>
        </p:sp>
        <p:sp>
          <p:nvSpPr>
            <p:cNvPr id="39" name="instance.C23.109.cell.summary.1133">
              <a:extLst>
                <a:ext uri="{FF2B5EF4-FFF2-40B4-BE49-F238E27FC236}">
                  <a16:creationId id="{5EB86B1F-A29C-42AC-802B-08A5EECF798E}"/>
                </a:ext>
              </a:extLst>
            </p:cNvPr>
            <p:cNvSpPr>
              <a:spLocks noGrp="1"/>
            </p:cNvSpPr>
            <p:nvPr/>
          </p:nvSpPr>
          <p:spPr>
            <a:xfrm>
              <a:off x="6400800" y="5276850"/>
              <a:ext cx="5143500" cy="4381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40" name="instance.C23.109.cell.summary.label.1134">
              <a:extLst>
                <a:ext uri="{FF2B5EF4-FFF2-40B4-BE49-F238E27FC236}">
                  <a16:creationId id="{AA4B92CD-7EFC-429B-B989-487E1C70C668}"/>
                </a:ext>
              </a:extLst>
            </p:cNvPr>
            <p:cNvSpPr>
              <a:spLocks noGrp="1"/>
            </p:cNvSpPr>
            <p:nvPr/>
          </p:nvSpPr>
          <p:spPr>
            <a:xfrm>
              <a:off x="6466523" y="5342573"/>
              <a:ext cx="5012055" cy="30670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小结</a:t>
              </a:r>
            </a:p>
          </p:txBody>
        </p:sp>
      </p:grpSp>
      <p:sp>
        <p:nvSpPr>
          <p:cNvPr id="41" name="gallery.alternating-bands.note.1135">
            <a:extLst>
              <a:ext uri="{FF2B5EF4-FFF2-40B4-BE49-F238E27FC236}">
                <a16:creationId id="{9A9C09CC-687D-444F-A412-6B4C3EF1F326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通栏阅读段交替连接两列与三列</a:t>
            </a:r>
          </a:p>
        </p:txBody>
      </p:sp>
      <p:sp>
        <p:nvSpPr>
          <p:cNvPr id="47" name="navigation.rule.2712">
            <a:extLst>
              <a:ext uri="{FF2B5EF4-FFF2-40B4-BE49-F238E27FC236}">
                <a16:creationId id="{230C4AB3-BE91-457E-A20D-A7501CB89CAC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8" name="navigation.section.2713">
            <a:extLst>
              <a:ext uri="{FF2B5EF4-FFF2-40B4-BE49-F238E27FC236}">
                <a16:creationId id="{1DFD3F0F-AA56-47EE-8D01-449226850A6C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第5节　版式组件与内容分区</a:t>
            </a:r>
          </a:p>
        </p:txBody>
      </p:sp>
      <p:sp>
        <p:nvSpPr>
          <p:cNvPr id="49" name="navigation.page.2714">
            <a:extLst>
              <a:ext uri="{FF2B5EF4-FFF2-40B4-BE49-F238E27FC236}">
                <a16:creationId id="{B7499340-9AFC-43B4-B914-7B8BAA157796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30 / 53</a:t>
            </a:r>
          </a:p>
        </p:txBody>
      </p:sp>
    </p:spTree>
    <p:extLst>
      <p:ext uri="{BB962C8B-B14F-4D97-AF65-F5344CB8AC3E}">
        <p14:creationId val="690162815"/>
      </p:ext>
    </p:extLst>
  </p:cSld>
</p:sld>
</file>

<file path=ppt/slides/slide3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5" name="5.5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4" name="header.accent.1136">
              <a:extLst>
                <a:ext uri="{FF2B5EF4-FFF2-40B4-BE49-F238E27FC236}">
                  <a16:creationId id="{4D792B5A-EF41-4326-ABA9-FC11C4DD5D4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137">
              <a:extLst>
                <a:ext uri="{FF2B5EF4-FFF2-40B4-BE49-F238E27FC236}">
                  <a16:creationId id="{5DE8D676-0B18-436D-A020-94161164B309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5.5</a:t>
              </a:r>
            </a:p>
          </p:txBody>
        </p:sp>
        <p:sp>
          <p:nvSpPr>
            <p:cNvPr id="3" name="header.gradient.1138">
              <a:extLst>
                <a:ext uri="{FF2B5EF4-FFF2-40B4-BE49-F238E27FC236}">
                  <a16:creationId id="{0DA1B921-2EE2-4CBB-BAB9-8A4A29BD234B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139">
              <a:extLst>
                <a:ext uri="{FF2B5EF4-FFF2-40B4-BE49-F238E27FC236}">
                  <a16:creationId id="{4C83D62F-84A9-4A0B-A543-CC0FF4D6BB94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嵌套与成组分区</a:t>
              </a:r>
            </a:p>
          </p:txBody>
        </p:sp>
        <p:sp>
          <p:nvSpPr>
            <p:cNvPr id="5" name="header.library.1140">
              <a:extLst>
                <a:ext uri="{FF2B5EF4-FFF2-40B4-BE49-F238E27FC236}">
                  <a16:creationId id="{2957FBF1-653B-404C-A360-E5E2CF248487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141">
              <a:extLst>
                <a:ext uri="{FF2B5EF4-FFF2-40B4-BE49-F238E27FC236}">
                  <a16:creationId id="{027768F3-AC40-4B46-820A-04E8DD0C83DF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142">
              <a:extLst>
                <a:ext uri="{FF2B5EF4-FFF2-40B4-BE49-F238E27FC236}">
                  <a16:creationId id="{99745542-ADD3-43A2-A7E5-863369BE0C8B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143">
              <a:extLst>
                <a:ext uri="{FF2B5EF4-FFF2-40B4-BE49-F238E27FC236}">
                  <a16:creationId id="{74B07C21-2A82-4600-BC52-E593BA1D79FB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144">
              <a:extLst>
                <a:ext uri="{FF2B5EF4-FFF2-40B4-BE49-F238E27FC236}">
                  <a16:creationId id="{19398A90-2ED9-4633-A681-9617224A142D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外层分组先确定内容归属，内层再划分主区和辅助区。</a:t>
              </a:r>
            </a:p>
          </p:txBody>
        </p:sp>
      </p:grpSp>
      <p:sp>
        <p:nvSpPr>
          <p:cNvPr id="10" name="gallery.grouped-panels.frame.1145">
            <a:extLst>
              <a:ext uri="{FF2B5EF4-FFF2-40B4-BE49-F238E27FC236}">
                <a16:creationId id="{CAE1D540-1007-4709-8E57-71F5C56E306D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grouped-panels.heading.1146">
            <a:extLst>
              <a:ext uri="{FF2B5EF4-FFF2-40B4-BE49-F238E27FC236}">
                <a16:creationId id="{9CF9ABE4-006C-4748-96FD-67EEC2048FCA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并列内容组与共同小结</a:t>
            </a:r>
          </a:p>
        </p:txBody>
      </p:sp>
      <p:grpSp>
        <p:nvGrpSpPr>
          <p:cNvPr id="47" name="并列内容组与共同小结"/>
          <p:cNvGrpSpPr/>
          <p:nvPr/>
        </p:nvGrpSpPr>
        <p:grpSpPr>
          <a:xfrm>
            <a:off x="704850" y="2438400"/>
            <a:ext cx="5029200" cy="3219450"/>
            <a:chOff x="704850" y="2438400"/>
            <a:chExt cx="5029200" cy="3219450"/>
          </a:xfrm>
        </p:grpSpPr>
        <p:sp>
          <p:nvSpPr>
            <p:cNvPr id="12" name="instance.C23.110.region.group-a.1147">
              <a:extLst>
                <a:ext uri="{FF2B5EF4-FFF2-40B4-BE49-F238E27FC236}">
                  <a16:creationId id="{4D34A3DE-4B00-4AC5-9FCC-BA05CE9C80A5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2438400"/>
              <a:ext cx="2457450" cy="25336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13" name="instance.C23.110.region.group-a.title.1148">
              <a:extLst>
                <a:ext uri="{FF2B5EF4-FFF2-40B4-BE49-F238E27FC236}">
                  <a16:creationId id="{2362C8CA-E87C-4D86-AD5D-5C8752AF93B9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2486025"/>
              <a:ext cx="22669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内容组一</a:t>
              </a:r>
            </a:p>
          </p:txBody>
        </p:sp>
        <p:sp>
          <p:nvSpPr>
            <p:cNvPr id="14" name="instance.C23.110.region.group-b.1149">
              <a:extLst>
                <a:ext uri="{FF2B5EF4-FFF2-40B4-BE49-F238E27FC236}">
                  <a16:creationId id="{C9E13628-7D99-4D79-A9CB-DD3E270ABBE7}"/>
                </a:ext>
              </a:extLst>
            </p:cNvPr>
            <p:cNvSpPr>
              <a:spLocks noGrp="1"/>
            </p:cNvSpPr>
            <p:nvPr/>
          </p:nvSpPr>
          <p:spPr>
            <a:xfrm>
              <a:off x="3276600" y="2438400"/>
              <a:ext cx="2457450" cy="25336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15" name="instance.C23.110.region.group-b.title.1150">
              <a:extLst>
                <a:ext uri="{FF2B5EF4-FFF2-40B4-BE49-F238E27FC236}">
                  <a16:creationId id="{3AFBBF7C-0EE9-4981-A1BA-A69399B800CF}"/>
                </a:ext>
              </a:extLst>
            </p:cNvPr>
            <p:cNvSpPr>
              <a:spLocks noGrp="1"/>
            </p:cNvSpPr>
            <p:nvPr/>
          </p:nvSpPr>
          <p:spPr>
            <a:xfrm>
              <a:off x="3371850" y="2486025"/>
              <a:ext cx="22669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内容组二</a:t>
              </a:r>
            </a:p>
          </p:txBody>
        </p:sp>
        <p:sp>
          <p:nvSpPr>
            <p:cNvPr id="16" name="instance.C23.110.cell.claim.1151">
              <a:extLst>
                <a:ext uri="{FF2B5EF4-FFF2-40B4-BE49-F238E27FC236}">
                  <a16:creationId id="{E4A39CDE-A863-4A1F-B2B3-B28493E917B6}"/>
                </a:ext>
              </a:extLst>
            </p:cNvPr>
            <p:cNvSpPr>
              <a:spLocks noGrp="1"/>
            </p:cNvSpPr>
            <p:nvPr/>
          </p:nvSpPr>
          <p:spPr>
            <a:xfrm>
              <a:off x="819150" y="2857500"/>
              <a:ext cx="2228850" cy="9144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17" name="instance.C23.110.cell.claim.label.1152">
              <a:extLst>
                <a:ext uri="{FF2B5EF4-FFF2-40B4-BE49-F238E27FC236}">
                  <a16:creationId id="{B2A60709-6D9B-450C-9A83-A9D5BA7C60AD}"/>
                </a:ext>
              </a:extLst>
            </p:cNvPr>
            <p:cNvSpPr>
              <a:spLocks noGrp="1"/>
            </p:cNvSpPr>
            <p:nvPr/>
          </p:nvSpPr>
          <p:spPr>
            <a:xfrm>
              <a:off x="914400" y="2952750"/>
              <a:ext cx="2038350" cy="723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主张</a:t>
              </a:r>
            </a:p>
          </p:txBody>
        </p:sp>
        <p:sp>
          <p:nvSpPr>
            <p:cNvPr id="18" name="instance.C23.110.cell.evidence.1153">
              <a:extLst>
                <a:ext uri="{FF2B5EF4-FFF2-40B4-BE49-F238E27FC236}">
                  <a16:creationId id="{E0950AE3-2E5A-4061-A0FD-76A9F4BBC625}"/>
                </a:ext>
              </a:extLst>
            </p:cNvPr>
            <p:cNvSpPr>
              <a:spLocks noGrp="1"/>
            </p:cNvSpPr>
            <p:nvPr/>
          </p:nvSpPr>
          <p:spPr>
            <a:xfrm>
              <a:off x="819150" y="3886200"/>
              <a:ext cx="2228850" cy="9715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19" name="instance.C23.110.cell.evidence.label.1154">
              <a:extLst>
                <a:ext uri="{FF2B5EF4-FFF2-40B4-BE49-F238E27FC236}">
                  <a16:creationId id="{CF72C23E-6EBF-4D48-B6BB-41FF03D75F0E}"/>
                </a:ext>
              </a:extLst>
            </p:cNvPr>
            <p:cNvSpPr>
              <a:spLocks noGrp="1"/>
            </p:cNvSpPr>
            <p:nvPr/>
          </p:nvSpPr>
          <p:spPr>
            <a:xfrm>
              <a:off x="914400" y="3981450"/>
              <a:ext cx="2038350" cy="781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证据</a:t>
              </a:r>
            </a:p>
          </p:txBody>
        </p:sp>
        <p:sp>
          <p:nvSpPr>
            <p:cNvPr id="20" name="instance.C23.110.cell.figure.1155">
              <a:extLst>
                <a:ext uri="{FF2B5EF4-FFF2-40B4-BE49-F238E27FC236}">
                  <a16:creationId id="{6E0F9F0D-6737-4209-A351-34BE38605768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2857500"/>
              <a:ext cx="2228850" cy="9144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dash"/>
            </a:ln>
          </p:spPr>
        </p:sp>
        <p:sp>
          <p:nvSpPr>
            <p:cNvPr id="21" name="instance.C23.110.cell.figure.label.1156">
              <a:extLst>
                <a:ext uri="{FF2B5EF4-FFF2-40B4-BE49-F238E27FC236}">
                  <a16:creationId id="{4F89561E-AF32-4916-BBC4-D785439DD60A}"/>
                </a:ext>
              </a:extLst>
            </p:cNvPr>
            <p:cNvSpPr>
              <a:spLocks noGrp="1"/>
            </p:cNvSpPr>
            <p:nvPr/>
          </p:nvSpPr>
          <p:spPr>
            <a:xfrm>
              <a:off x="3486150" y="2952750"/>
              <a:ext cx="2038350" cy="723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示意图</a:t>
              </a:r>
            </a:p>
          </p:txBody>
        </p:sp>
        <p:sp>
          <p:nvSpPr>
            <p:cNvPr id="22" name="instance.C23.110.cell.explanation-a.1157">
              <a:extLst>
                <a:ext uri="{FF2B5EF4-FFF2-40B4-BE49-F238E27FC236}">
                  <a16:creationId id="{F81BD0EA-400B-4F86-8620-E06F2E64AA01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3886200"/>
              <a:ext cx="1057275" cy="9715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23" name="instance.C23.110.cell.explanation-a.label.1158">
              <a:extLst>
                <a:ext uri="{FF2B5EF4-FFF2-40B4-BE49-F238E27FC236}">
                  <a16:creationId id="{C4D52C98-EE2B-468F-9982-F8EAEE8C5C0A}"/>
                </a:ext>
              </a:extLst>
            </p:cNvPr>
            <p:cNvSpPr>
              <a:spLocks noGrp="1"/>
            </p:cNvSpPr>
            <p:nvPr/>
          </p:nvSpPr>
          <p:spPr>
            <a:xfrm>
              <a:off x="3464909" y="3960209"/>
              <a:ext cx="909256" cy="82353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说明一</a:t>
              </a:r>
            </a:p>
          </p:txBody>
        </p:sp>
        <p:sp>
          <p:nvSpPr>
            <p:cNvPr id="24" name="instance.C23.110.cell.explanation-b.1159">
              <a:extLst>
                <a:ext uri="{FF2B5EF4-FFF2-40B4-BE49-F238E27FC236}">
                  <a16:creationId id="{490B39A3-6F25-4BC7-AA06-B375DE036453}"/>
                </a:ext>
              </a:extLst>
            </p:cNvPr>
            <p:cNvSpPr>
              <a:spLocks noGrp="1"/>
            </p:cNvSpPr>
            <p:nvPr/>
          </p:nvSpPr>
          <p:spPr>
            <a:xfrm>
              <a:off x="4562475" y="3886200"/>
              <a:ext cx="1057275" cy="9715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25" name="instance.C23.110.cell.explanation-b.label.1160">
              <a:extLst>
                <a:ext uri="{FF2B5EF4-FFF2-40B4-BE49-F238E27FC236}">
                  <a16:creationId id="{7BE5A49D-DDE7-4648-90FA-6FFE4184D069}"/>
                </a:ext>
              </a:extLst>
            </p:cNvPr>
            <p:cNvSpPr>
              <a:spLocks noGrp="1"/>
            </p:cNvSpPr>
            <p:nvPr/>
          </p:nvSpPr>
          <p:spPr>
            <a:xfrm>
              <a:off x="4636484" y="3960209"/>
              <a:ext cx="909256" cy="82353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说明二</a:t>
              </a:r>
            </a:p>
          </p:txBody>
        </p:sp>
        <p:sp>
          <p:nvSpPr>
            <p:cNvPr id="26" name="instance.C23.110.cell.summary.1161">
              <a:extLst>
                <a:ext uri="{FF2B5EF4-FFF2-40B4-BE49-F238E27FC236}">
                  <a16:creationId id="{9E0B3C75-05F5-48F2-9703-778361C165B8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5086350"/>
              <a:ext cx="5029200" cy="57150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27" name="instance.C23.110.cell.summary.label.1162">
              <a:extLst>
                <a:ext uri="{FF2B5EF4-FFF2-40B4-BE49-F238E27FC236}">
                  <a16:creationId id="{861F3A54-8315-455D-A5C2-843B72B79C93}"/>
                </a:ext>
              </a:extLst>
            </p:cNvPr>
            <p:cNvSpPr>
              <a:spLocks noGrp="1"/>
            </p:cNvSpPr>
            <p:nvPr/>
          </p:nvSpPr>
          <p:spPr>
            <a:xfrm>
              <a:off x="790575" y="5172075"/>
              <a:ext cx="48577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共同小结</a:t>
              </a:r>
            </a:p>
          </p:txBody>
        </p:sp>
      </p:grpSp>
      <p:sp>
        <p:nvSpPr>
          <p:cNvPr id="28" name="gallery.grouped-panels.note.1163">
            <a:extLst>
              <a:ext uri="{FF2B5EF4-FFF2-40B4-BE49-F238E27FC236}">
                <a16:creationId id="{161C9976-5D5A-4312-B705-1913F94A45C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左右分别组织主辅内容，底部形成共同小结</a:t>
            </a:r>
          </a:p>
        </p:txBody>
      </p:sp>
      <p:sp>
        <p:nvSpPr>
          <p:cNvPr id="29" name="gallery.nested-main.frame.1164">
            <a:extLst>
              <a:ext uri="{FF2B5EF4-FFF2-40B4-BE49-F238E27FC236}">
                <a16:creationId id="{07F6564B-571E-4428-98A8-ABAE20CDC966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0" name="gallery.nested-main.heading.1165">
            <a:extLst>
              <a:ext uri="{FF2B5EF4-FFF2-40B4-BE49-F238E27FC236}">
                <a16:creationId id="{F54CA37D-7982-4481-B162-2E6C7CE35884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主题内嵌主区与辅助组</a:t>
            </a:r>
          </a:p>
        </p:txBody>
      </p:sp>
      <p:grpSp>
        <p:nvGrpSpPr>
          <p:cNvPr id="48" name="主题内嵌主区与辅助组"/>
          <p:cNvGrpSpPr/>
          <p:nvPr/>
        </p:nvGrpSpPr>
        <p:grpSpPr>
          <a:xfrm>
            <a:off x="6457950" y="2438400"/>
            <a:ext cx="5029200" cy="3219450"/>
            <a:chOff x="6457950" y="2438400"/>
            <a:chExt cx="5029200" cy="3219450"/>
          </a:xfrm>
        </p:grpSpPr>
        <p:sp>
          <p:nvSpPr>
            <p:cNvPr id="31" name="instance.C23.111.region.theme.1166">
              <a:extLst>
                <a:ext uri="{FF2B5EF4-FFF2-40B4-BE49-F238E27FC236}">
                  <a16:creationId id="{D6E34008-7514-4704-9703-4C47D2FAC421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2438400"/>
              <a:ext cx="5029200" cy="32194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32" name="instance.C23.111.region.theme.title.1167">
              <a:extLst>
                <a:ext uri="{FF2B5EF4-FFF2-40B4-BE49-F238E27FC236}">
                  <a16:creationId id="{671D75FC-87E5-4DDA-BEC6-5FE15F5D6B54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2486025"/>
              <a:ext cx="48387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主题分组</a:t>
              </a:r>
            </a:p>
          </p:txBody>
        </p:sp>
        <p:sp>
          <p:nvSpPr>
            <p:cNvPr id="33" name="instance.C23.111.region.support-group.1168">
              <a:extLst>
                <a:ext uri="{FF2B5EF4-FFF2-40B4-BE49-F238E27FC236}">
                  <a16:creationId id="{C6414330-1A20-4BD8-98A1-89F227305FFF}"/>
                </a:ext>
              </a:extLst>
            </p:cNvPr>
            <p:cNvSpPr>
              <a:spLocks noGrp="1"/>
            </p:cNvSpPr>
            <p:nvPr/>
          </p:nvSpPr>
          <p:spPr>
            <a:xfrm>
              <a:off x="8343900" y="2857500"/>
              <a:ext cx="3028950" cy="26860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34" name="instance.C23.111.region.support-group.title.1169">
              <a:extLst>
                <a:ext uri="{FF2B5EF4-FFF2-40B4-BE49-F238E27FC236}">
                  <a16:creationId id="{EE3406D2-87C3-45C8-A7ED-2656AF348FC3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2905125"/>
              <a:ext cx="28384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辅助分组</a:t>
              </a:r>
            </a:p>
          </p:txBody>
        </p:sp>
        <p:sp>
          <p:nvSpPr>
            <p:cNvPr id="35" name="instance.C23.111.cell.main.1170">
              <a:extLst>
                <a:ext uri="{FF2B5EF4-FFF2-40B4-BE49-F238E27FC236}">
                  <a16:creationId id="{44CB07BA-1413-4370-ABF5-194328C8C724}"/>
                </a:ext>
              </a:extLst>
            </p:cNvPr>
            <p:cNvSpPr>
              <a:spLocks noGrp="1"/>
            </p:cNvSpPr>
            <p:nvPr/>
          </p:nvSpPr>
          <p:spPr>
            <a:xfrm>
              <a:off x="6572250" y="2857500"/>
              <a:ext cx="1657350" cy="26860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36" name="instance.C23.111.cell.main.label.1171">
              <a:extLst>
                <a:ext uri="{FF2B5EF4-FFF2-40B4-BE49-F238E27FC236}">
                  <a16:creationId id="{D4D7F8EE-5187-4FE6-99D4-7FAC162C39D0}"/>
                </a:ext>
              </a:extLst>
            </p:cNvPr>
            <p:cNvSpPr>
              <a:spLocks noGrp="1"/>
            </p:cNvSpPr>
            <p:nvPr/>
          </p:nvSpPr>
          <p:spPr>
            <a:xfrm>
              <a:off x="6667500" y="2952750"/>
              <a:ext cx="1466850" cy="2495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主内容</a:t>
              </a:r>
            </a:p>
          </p:txBody>
        </p:sp>
        <p:sp>
          <p:nvSpPr>
            <p:cNvPr id="37" name="instance.C23.111.cell.overview.1172">
              <a:extLst>
                <a:ext uri="{FF2B5EF4-FFF2-40B4-BE49-F238E27FC236}">
                  <a16:creationId id="{899E9DDA-F471-4A8A-A9AA-4EAA8B6974E7}"/>
                </a:ext>
              </a:extLst>
            </p:cNvPr>
            <p:cNvSpPr>
              <a:spLocks noGrp="1"/>
            </p:cNvSpPr>
            <p:nvPr/>
          </p:nvSpPr>
          <p:spPr>
            <a:xfrm>
              <a:off x="8458200" y="3276600"/>
              <a:ext cx="2800350" cy="10287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dash"/>
            </a:ln>
          </p:spPr>
        </p:sp>
        <p:sp>
          <p:nvSpPr>
            <p:cNvPr id="38" name="instance.C23.111.cell.overview.label.1173">
              <a:extLst>
                <a:ext uri="{FF2B5EF4-FFF2-40B4-BE49-F238E27FC236}">
                  <a16:creationId id="{D2D2876A-5088-42A8-AE5C-E3854A2DF931}"/>
                </a:ext>
              </a:extLst>
            </p:cNvPr>
            <p:cNvSpPr>
              <a:spLocks noGrp="1"/>
            </p:cNvSpPr>
            <p:nvPr/>
          </p:nvSpPr>
          <p:spPr>
            <a:xfrm>
              <a:off x="8553450" y="3371850"/>
              <a:ext cx="2609850" cy="838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总览图</a:t>
              </a:r>
            </a:p>
          </p:txBody>
        </p:sp>
        <p:sp>
          <p:nvSpPr>
            <p:cNvPr id="39" name="instance.C23.111.cell.evidence-a.1174">
              <a:extLst>
                <a:ext uri="{FF2B5EF4-FFF2-40B4-BE49-F238E27FC236}">
                  <a16:creationId id="{DAC4D0B5-436D-4434-B1A2-14F95CB72A7D}"/>
                </a:ext>
              </a:extLst>
            </p:cNvPr>
            <p:cNvSpPr>
              <a:spLocks noGrp="1"/>
            </p:cNvSpPr>
            <p:nvPr/>
          </p:nvSpPr>
          <p:spPr>
            <a:xfrm>
              <a:off x="8458200" y="4419600"/>
              <a:ext cx="1343025" cy="10096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0" name="instance.C23.111.cell.evidence-a.label.1175">
              <a:extLst>
                <a:ext uri="{FF2B5EF4-FFF2-40B4-BE49-F238E27FC236}">
                  <a16:creationId id="{B11EB0B4-3B57-4F48-97D9-DB7C945125D5}"/>
                </a:ext>
              </a:extLst>
            </p:cNvPr>
            <p:cNvSpPr>
              <a:spLocks noGrp="1"/>
            </p:cNvSpPr>
            <p:nvPr/>
          </p:nvSpPr>
          <p:spPr>
            <a:xfrm>
              <a:off x="8552212" y="4513612"/>
              <a:ext cx="1155002" cy="82162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依据一</a:t>
              </a:r>
            </a:p>
          </p:txBody>
        </p:sp>
        <p:sp>
          <p:nvSpPr>
            <p:cNvPr id="41" name="instance.C23.111.cell.evidence-b.1176">
              <a:extLst>
                <a:ext uri="{FF2B5EF4-FFF2-40B4-BE49-F238E27FC236}">
                  <a16:creationId id="{CF666FA3-DA47-48E9-B177-89E5974D0F8E}"/>
                </a:ext>
              </a:extLst>
            </p:cNvPr>
            <p:cNvSpPr>
              <a:spLocks noGrp="1"/>
            </p:cNvSpPr>
            <p:nvPr/>
          </p:nvSpPr>
          <p:spPr>
            <a:xfrm>
              <a:off x="9915525" y="4419600"/>
              <a:ext cx="1343025" cy="10096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2" name="instance.C23.111.cell.evidence-b.label.1177">
              <a:extLst>
                <a:ext uri="{FF2B5EF4-FFF2-40B4-BE49-F238E27FC236}">
                  <a16:creationId id="{74150CCB-CF06-42A9-931F-E87AB2193F96}"/>
                </a:ext>
              </a:extLst>
            </p:cNvPr>
            <p:cNvSpPr>
              <a:spLocks noGrp="1"/>
            </p:cNvSpPr>
            <p:nvPr/>
          </p:nvSpPr>
          <p:spPr>
            <a:xfrm>
              <a:off x="10009537" y="4513612"/>
              <a:ext cx="1155002" cy="82162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依据二</a:t>
              </a:r>
            </a:p>
          </p:txBody>
        </p:sp>
      </p:grpSp>
      <p:sp>
        <p:nvSpPr>
          <p:cNvPr id="43" name="gallery.nested-main.note.1178">
            <a:extLst>
              <a:ext uri="{FF2B5EF4-FFF2-40B4-BE49-F238E27FC236}">
                <a16:creationId id="{42437E84-E620-4E59-8DD9-6461738C1AEB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主区与嵌套辅组共同归入外层主题</a:t>
            </a:r>
          </a:p>
        </p:txBody>
      </p:sp>
      <p:sp>
        <p:nvSpPr>
          <p:cNvPr id="49" name="navigation.rule.2715">
            <a:extLst>
              <a:ext uri="{FF2B5EF4-FFF2-40B4-BE49-F238E27FC236}">
                <a16:creationId id="{7BC63106-A10F-412F-A139-45BA9DD4197E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50" name="navigation.section.2716">
            <a:extLst>
              <a:ext uri="{FF2B5EF4-FFF2-40B4-BE49-F238E27FC236}">
                <a16:creationId id="{AD1E54D1-C686-4BEF-AB5E-6DF6E77F9639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第5节　版式组件与内容分区</a:t>
            </a:r>
          </a:p>
        </p:txBody>
      </p:sp>
      <p:sp>
        <p:nvSpPr>
          <p:cNvPr id="51" name="navigation.page.2717">
            <a:extLst>
              <a:ext uri="{FF2B5EF4-FFF2-40B4-BE49-F238E27FC236}">
                <a16:creationId id="{A85F6EB5-8A4E-476B-9F79-092E331C3652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31 / 53</a:t>
            </a:r>
          </a:p>
        </p:txBody>
      </p:sp>
    </p:spTree>
    <p:extLst>
      <p:ext uri="{BB962C8B-B14F-4D97-AF65-F5344CB8AC3E}">
        <p14:creationId val="320593118"/>
      </p:ext>
    </p:extLst>
  </p:cSld>
</p:sld>
</file>

<file path=ppt/slides/slide3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7" name="5.6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6" name="header.accent.1179">
              <a:extLst>
                <a:ext uri="{FF2B5EF4-FFF2-40B4-BE49-F238E27FC236}">
                  <a16:creationId id="{3086FF68-C444-4CEB-91A4-317257B1204B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180">
              <a:extLst>
                <a:ext uri="{FF2B5EF4-FFF2-40B4-BE49-F238E27FC236}">
                  <a16:creationId id="{DDE650EB-D790-464F-95AF-C60CAFB8CDD8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5.6</a:t>
              </a:r>
            </a:p>
          </p:txBody>
        </p:sp>
        <p:sp>
          <p:nvSpPr>
            <p:cNvPr id="3" name="header.gradient.1181">
              <a:extLst>
                <a:ext uri="{FF2B5EF4-FFF2-40B4-BE49-F238E27FC236}">
                  <a16:creationId id="{4CA27D52-1C31-4AFD-98AB-903F9283BAA3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182">
              <a:extLst>
                <a:ext uri="{FF2B5EF4-FFF2-40B4-BE49-F238E27FC236}">
                  <a16:creationId id="{81B1EE09-F6A9-4BC6-B159-333264403426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对照与总结分区</a:t>
              </a:r>
            </a:p>
          </p:txBody>
        </p:sp>
        <p:sp>
          <p:nvSpPr>
            <p:cNvPr id="5" name="header.library.1183">
              <a:extLst>
                <a:ext uri="{FF2B5EF4-FFF2-40B4-BE49-F238E27FC236}">
                  <a16:creationId id="{D9FF969C-A4BF-47DF-8F0E-7DBF9486D7F9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8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184">
              <a:extLst>
                <a:ext uri="{FF2B5EF4-FFF2-40B4-BE49-F238E27FC236}">
                  <a16:creationId id="{4267E2C5-F2C7-4A50-908B-C5D446C6B4C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185">
              <a:extLst>
                <a:ext uri="{FF2B5EF4-FFF2-40B4-BE49-F238E27FC236}">
                  <a16:creationId id="{9A77F009-05B7-499B-AB04-BE5337709F54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186">
              <a:extLst>
                <a:ext uri="{FF2B5EF4-FFF2-40B4-BE49-F238E27FC236}">
                  <a16:creationId id="{9C864677-934A-4499-B84E-1F3BDB7FD488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187">
              <a:extLst>
                <a:ext uri="{FF2B5EF4-FFF2-40B4-BE49-F238E27FC236}">
                  <a16:creationId id="{A7303E3B-9F6C-462C-8694-753A8A9C5A5C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对照区共享问题、维度或结论，比较内容按位置对齐。</a:t>
              </a:r>
            </a:p>
          </p:txBody>
        </p:sp>
      </p:grpSp>
      <p:sp>
        <p:nvSpPr>
          <p:cNvPr id="10" name="gallery.paired-summary.frame.1188">
            <a:extLst>
              <a:ext uri="{FF2B5EF4-FFF2-40B4-BE49-F238E27FC236}">
                <a16:creationId id="{627E2E34-24BB-4EF0-BA6F-D93B32B769A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paired-summary.heading.1189">
            <a:extLst>
              <a:ext uri="{FF2B5EF4-FFF2-40B4-BE49-F238E27FC236}">
                <a16:creationId id="{E3F0415E-0735-47AF-AAB3-E3C746657C93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双侧对照与共用首尾</a:t>
            </a:r>
          </a:p>
        </p:txBody>
      </p:sp>
      <p:grpSp>
        <p:nvGrpSpPr>
          <p:cNvPr id="59" name="双侧对照与共用首尾"/>
          <p:cNvGrpSpPr/>
          <p:nvPr/>
        </p:nvGrpSpPr>
        <p:grpSpPr>
          <a:xfrm>
            <a:off x="704850" y="2438400"/>
            <a:ext cx="5029200" cy="3219450"/>
            <a:chOff x="704850" y="2438400"/>
            <a:chExt cx="5029200" cy="3219450"/>
          </a:xfrm>
        </p:grpSpPr>
        <p:sp>
          <p:nvSpPr>
            <p:cNvPr id="12" name="instance.C23.112.region.perspective-a.1190">
              <a:extLst>
                <a:ext uri="{FF2B5EF4-FFF2-40B4-BE49-F238E27FC236}">
                  <a16:creationId id="{D81D9788-627F-4CCF-9417-682B340971E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2990850"/>
              <a:ext cx="2457450" cy="20383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13" name="instance.C23.112.region.perspective-a.title.1191">
              <a:extLst>
                <a:ext uri="{FF2B5EF4-FFF2-40B4-BE49-F238E27FC236}">
                  <a16:creationId id="{00EFC7EA-EA47-469B-B4E3-75602B2BF19F}"/>
                </a:ext>
              </a:extLst>
            </p:cNvPr>
            <p:cNvSpPr>
              <a:spLocks noGrp="1"/>
            </p:cNvSpPr>
            <p:nvPr/>
          </p:nvSpPr>
          <p:spPr>
            <a:xfrm>
              <a:off x="800100" y="3038475"/>
              <a:ext cx="22669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视角一</a:t>
              </a:r>
            </a:p>
          </p:txBody>
        </p:sp>
        <p:sp>
          <p:nvSpPr>
            <p:cNvPr id="14" name="instance.C23.112.region.perspective-b.1192">
              <a:extLst>
                <a:ext uri="{FF2B5EF4-FFF2-40B4-BE49-F238E27FC236}">
                  <a16:creationId id="{C56F6C00-464C-42C6-96C7-158352F6C5AA}"/>
                </a:ext>
              </a:extLst>
            </p:cNvPr>
            <p:cNvSpPr>
              <a:spLocks noGrp="1"/>
            </p:cNvSpPr>
            <p:nvPr/>
          </p:nvSpPr>
          <p:spPr>
            <a:xfrm>
              <a:off x="3276600" y="2990850"/>
              <a:ext cx="2457450" cy="2038350"/>
            </a:xfrm>
            <a:prstGeom prst="rect">
              <a:avLst/>
            </a:prstGeom>
            <a:solidFill>
              <a:srgbClr val="FFFFFF"/>
            </a:solidFill>
            <a:ln w="10478">
              <a:solidFill>
                <a:srgbClr val="A6B4C0"/>
              </a:solidFill>
              <a:prstDash val="solid"/>
            </a:ln>
          </p:spPr>
        </p:sp>
        <p:sp>
          <p:nvSpPr>
            <p:cNvPr id="15" name="instance.C23.112.region.perspective-b.title.1193">
              <a:extLst>
                <a:ext uri="{FF2B5EF4-FFF2-40B4-BE49-F238E27FC236}">
                  <a16:creationId id="{058AF791-D860-40D5-A982-37C32774ECA0}"/>
                </a:ext>
              </a:extLst>
            </p:cNvPr>
            <p:cNvSpPr>
              <a:spLocks noGrp="1"/>
            </p:cNvSpPr>
            <p:nvPr/>
          </p:nvSpPr>
          <p:spPr>
            <a:xfrm>
              <a:off x="3371850" y="3038475"/>
              <a:ext cx="22669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视角二</a:t>
              </a:r>
            </a:p>
          </p:txBody>
        </p:sp>
        <p:sp>
          <p:nvSpPr>
            <p:cNvPr id="16" name="instance.C23.112.cell.question.1194">
              <a:extLst>
                <a:ext uri="{FF2B5EF4-FFF2-40B4-BE49-F238E27FC236}">
                  <a16:creationId id="{6ED18052-AFD1-4E41-9BF8-A59D1A20E4DC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2438400"/>
              <a:ext cx="5029200" cy="4381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17" name="instance.C23.112.cell.question.label.1195">
              <a:extLst>
                <a:ext uri="{FF2B5EF4-FFF2-40B4-BE49-F238E27FC236}">
                  <a16:creationId id="{800B3A28-40ED-43E7-94F8-38D95C58EF37}"/>
                </a:ext>
              </a:extLst>
            </p:cNvPr>
            <p:cNvSpPr>
              <a:spLocks noGrp="1"/>
            </p:cNvSpPr>
            <p:nvPr/>
          </p:nvSpPr>
          <p:spPr>
            <a:xfrm>
              <a:off x="770573" y="2504123"/>
              <a:ext cx="4897755" cy="30670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共同问题</a:t>
              </a:r>
            </a:p>
          </p:txBody>
        </p:sp>
        <p:sp>
          <p:nvSpPr>
            <p:cNvPr id="18" name="instance.C23.112.cell.argument-a.1196">
              <a:extLst>
                <a:ext uri="{FF2B5EF4-FFF2-40B4-BE49-F238E27FC236}">
                  <a16:creationId id="{EBFB75FB-4A47-4AA5-8C27-0750B38BC905}"/>
                </a:ext>
              </a:extLst>
            </p:cNvPr>
            <p:cNvSpPr>
              <a:spLocks noGrp="1"/>
            </p:cNvSpPr>
            <p:nvPr/>
          </p:nvSpPr>
          <p:spPr>
            <a:xfrm>
              <a:off x="819150" y="3409950"/>
              <a:ext cx="2228850" cy="15049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19" name="instance.C23.112.cell.argument-a.label.1197">
              <a:extLst>
                <a:ext uri="{FF2B5EF4-FFF2-40B4-BE49-F238E27FC236}">
                  <a16:creationId id="{7FDE8F51-2BEE-4022-961E-37CEFF1CA5AD}"/>
                </a:ext>
              </a:extLst>
            </p:cNvPr>
            <p:cNvSpPr>
              <a:spLocks noGrp="1"/>
            </p:cNvSpPr>
            <p:nvPr/>
          </p:nvSpPr>
          <p:spPr>
            <a:xfrm>
              <a:off x="914400" y="3505200"/>
              <a:ext cx="2038350" cy="1314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论证一</a:t>
              </a:r>
            </a:p>
          </p:txBody>
        </p:sp>
        <p:sp>
          <p:nvSpPr>
            <p:cNvPr id="20" name="instance.C23.112.cell.argument-b.1198">
              <a:extLst>
                <a:ext uri="{FF2B5EF4-FFF2-40B4-BE49-F238E27FC236}">
                  <a16:creationId id="{19DFFAE5-A1CE-4185-BC5E-CAC9FCFC6AD9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3409950"/>
              <a:ext cx="2228850" cy="15049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21" name="instance.C23.112.cell.argument-b.label.1199">
              <a:extLst>
                <a:ext uri="{FF2B5EF4-FFF2-40B4-BE49-F238E27FC236}">
                  <a16:creationId id="{30DAFBB4-2FE4-4CD6-9B17-3539EF6AFEFB}"/>
                </a:ext>
              </a:extLst>
            </p:cNvPr>
            <p:cNvSpPr>
              <a:spLocks noGrp="1"/>
            </p:cNvSpPr>
            <p:nvPr/>
          </p:nvSpPr>
          <p:spPr>
            <a:xfrm>
              <a:off x="3486150" y="3505200"/>
              <a:ext cx="2038350" cy="1314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论证二</a:t>
              </a:r>
            </a:p>
          </p:txBody>
        </p:sp>
        <p:sp>
          <p:nvSpPr>
            <p:cNvPr id="22" name="instance.C23.112.cell.summary.1200">
              <a:extLst>
                <a:ext uri="{FF2B5EF4-FFF2-40B4-BE49-F238E27FC236}">
                  <a16:creationId id="{8D0E0DC6-F819-4623-9B3B-FAFCD5BD63F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5143500"/>
              <a:ext cx="5029200" cy="5143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23" name="instance.C23.112.cell.summary.label.1201">
              <a:extLst>
                <a:ext uri="{FF2B5EF4-FFF2-40B4-BE49-F238E27FC236}">
                  <a16:creationId id="{DEA938C7-9A96-4E8A-8A8B-4EB1F3454447}"/>
                </a:ext>
              </a:extLst>
            </p:cNvPr>
            <p:cNvSpPr>
              <a:spLocks noGrp="1"/>
            </p:cNvSpPr>
            <p:nvPr/>
          </p:nvSpPr>
          <p:spPr>
            <a:xfrm>
              <a:off x="782003" y="5220653"/>
              <a:ext cx="4874895" cy="3600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共同小结</a:t>
              </a:r>
            </a:p>
          </p:txBody>
        </p:sp>
      </p:grpSp>
      <p:sp>
        <p:nvSpPr>
          <p:cNvPr id="24" name="gallery.paired-summary.note.1202">
            <a:extLst>
              <a:ext uri="{FF2B5EF4-FFF2-40B4-BE49-F238E27FC236}">
                <a16:creationId id="{DDB3E021-F96B-4EC8-A833-B83E5C8B041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两侧内容回应同一问题，并汇入共同小结</a:t>
            </a:r>
          </a:p>
        </p:txBody>
      </p:sp>
      <p:sp>
        <p:nvSpPr>
          <p:cNvPr id="25" name="gallery.aligned-contrast.frame.1203">
            <a:extLst>
              <a:ext uri="{FF2B5EF4-FFF2-40B4-BE49-F238E27FC236}">
                <a16:creationId id="{2163C51A-AEA4-4B82-9513-5380B293A47F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6" name="gallery.aligned-contrast.heading.1204">
            <a:extLst>
              <a:ext uri="{FF2B5EF4-FFF2-40B4-BE49-F238E27FC236}">
                <a16:creationId id="{6A7F7FD3-A335-4900-AA96-795302B4EE61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C23  共性贯穿的逐行对照</a:t>
            </a:r>
          </a:p>
        </p:txBody>
      </p:sp>
      <p:grpSp>
        <p:nvGrpSpPr>
          <p:cNvPr id="60" name="共性贯穿的逐行对照"/>
          <p:cNvGrpSpPr/>
          <p:nvPr/>
        </p:nvGrpSpPr>
        <p:grpSpPr>
          <a:xfrm>
            <a:off x="6457950" y="2438400"/>
            <a:ext cx="5029200" cy="3219450"/>
            <a:chOff x="6457950" y="2438400"/>
            <a:chExt cx="5029200" cy="3219450"/>
          </a:xfrm>
        </p:grpSpPr>
        <p:sp>
          <p:nvSpPr>
            <p:cNvPr id="27" name="instance.C23.113.cell.axis.1205">
              <a:extLst>
                <a:ext uri="{FF2B5EF4-FFF2-40B4-BE49-F238E27FC236}">
                  <a16:creationId id="{8AC9B4E6-DF6B-401B-A404-2E3266FF5E74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2438400"/>
              <a:ext cx="571500" cy="4000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28" name="instance.C23.113.cell.axis.label.1206">
              <a:extLst>
                <a:ext uri="{FF2B5EF4-FFF2-40B4-BE49-F238E27FC236}">
                  <a16:creationId id="{F39C8C33-ACAF-4A87-8C0C-45ECC745C604}"/>
                </a:ext>
              </a:extLst>
            </p:cNvPr>
            <p:cNvSpPr>
              <a:spLocks noGrp="1"/>
            </p:cNvSpPr>
            <p:nvPr/>
          </p:nvSpPr>
          <p:spPr>
            <a:xfrm>
              <a:off x="6497955" y="2478405"/>
              <a:ext cx="491490" cy="3200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维度</a:t>
              </a:r>
            </a:p>
          </p:txBody>
        </p:sp>
        <p:sp>
          <p:nvSpPr>
            <p:cNvPr id="29" name="instance.C23.113.cell.side-a.1207">
              <a:extLst>
                <a:ext uri="{FF2B5EF4-FFF2-40B4-BE49-F238E27FC236}">
                  <a16:creationId id="{56766480-937D-4A30-B83B-D4C18BEDE9B4}"/>
                </a:ext>
              </a:extLst>
            </p:cNvPr>
            <p:cNvSpPr>
              <a:spLocks noGrp="1"/>
            </p:cNvSpPr>
            <p:nvPr/>
          </p:nvSpPr>
          <p:spPr>
            <a:xfrm>
              <a:off x="7143750" y="2438400"/>
              <a:ext cx="1352550" cy="4000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0" name="instance.C23.113.cell.side-a.label.1208">
              <a:extLst>
                <a:ext uri="{FF2B5EF4-FFF2-40B4-BE49-F238E27FC236}">
                  <a16:creationId id="{AD47E938-3D4E-432C-BB08-D911269E832D}"/>
                </a:ext>
              </a:extLst>
            </p:cNvPr>
            <p:cNvSpPr>
              <a:spLocks noGrp="1"/>
            </p:cNvSpPr>
            <p:nvPr/>
          </p:nvSpPr>
          <p:spPr>
            <a:xfrm>
              <a:off x="7200900" y="2495550"/>
              <a:ext cx="12382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差异一</a:t>
              </a:r>
            </a:p>
          </p:txBody>
        </p:sp>
        <p:sp>
          <p:nvSpPr>
            <p:cNvPr id="31" name="instance.C23.113.cell.shared.1209">
              <a:extLst>
                <a:ext uri="{FF2B5EF4-FFF2-40B4-BE49-F238E27FC236}">
                  <a16:creationId id="{219B8AFA-B27A-43A5-9D98-C970242F6FCE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438400"/>
              <a:ext cx="1409700" cy="4000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2" name="instance.C23.113.cell.shared.label.1210">
              <a:extLst>
                <a:ext uri="{FF2B5EF4-FFF2-40B4-BE49-F238E27FC236}">
                  <a16:creationId id="{9ED90029-12E1-4F70-8A01-52AB99FDD205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2495550"/>
              <a:ext cx="12954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共同区</a:t>
              </a:r>
            </a:p>
          </p:txBody>
        </p:sp>
        <p:sp>
          <p:nvSpPr>
            <p:cNvPr id="33" name="instance.C23.113.cell.side-b.1211">
              <a:extLst>
                <a:ext uri="{FF2B5EF4-FFF2-40B4-BE49-F238E27FC236}">
                  <a16:creationId id="{091E11B2-B6D1-45CF-B5CB-9E11ABF7DFF8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2438400"/>
              <a:ext cx="1352550" cy="400050"/>
            </a:xfrm>
            <a:prstGeom prst="rect">
              <a:avLst/>
            </a:prstGeom>
            <a:solidFill>
              <a:srgbClr val="0759BE"/>
            </a:solidFill>
            <a:ln w="11430">
              <a:solidFill>
                <a:srgbClr val="0759BE"/>
              </a:solidFill>
              <a:prstDash val="solid"/>
            </a:ln>
          </p:spPr>
        </p:sp>
        <p:sp>
          <p:nvSpPr>
            <p:cNvPr id="34" name="instance.C23.113.cell.side-b.label.1212">
              <a:extLst>
                <a:ext uri="{FF2B5EF4-FFF2-40B4-BE49-F238E27FC236}">
                  <a16:creationId id="{4AE51E21-82EE-4307-817A-D4A2CAEF1CAE}"/>
                </a:ext>
              </a:extLst>
            </p:cNvPr>
            <p:cNvSpPr>
              <a:spLocks noGrp="1"/>
            </p:cNvSpPr>
            <p:nvPr/>
          </p:nvSpPr>
          <p:spPr>
            <a:xfrm>
              <a:off x="10191750" y="2495550"/>
              <a:ext cx="12382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差异二</a:t>
              </a:r>
            </a:p>
          </p:txBody>
        </p:sp>
        <p:sp>
          <p:nvSpPr>
            <p:cNvPr id="35" name="instance.C23.113.cell.goal-axis.1213">
              <a:extLst>
                <a:ext uri="{FF2B5EF4-FFF2-40B4-BE49-F238E27FC236}">
                  <a16:creationId id="{F93E1770-072E-40A7-9177-EE0F3F884D21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2952750"/>
              <a:ext cx="571500" cy="8191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6" name="instance.C23.113.cell.goal-axis.label.1214">
              <a:extLst>
                <a:ext uri="{FF2B5EF4-FFF2-40B4-BE49-F238E27FC236}">
                  <a16:creationId id="{6075E7B2-3671-4162-B09B-9E8DCD406F86}"/>
                </a:ext>
              </a:extLst>
            </p:cNvPr>
            <p:cNvSpPr>
              <a:spLocks noGrp="1"/>
            </p:cNvSpPr>
            <p:nvPr/>
          </p:nvSpPr>
          <p:spPr>
            <a:xfrm>
              <a:off x="6497955" y="2992755"/>
              <a:ext cx="491490" cy="7391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目标</a:t>
              </a:r>
            </a:p>
          </p:txBody>
        </p:sp>
        <p:sp>
          <p:nvSpPr>
            <p:cNvPr id="37" name="instance.C23.113.cell.method-axis.1215">
              <a:extLst>
                <a:ext uri="{FF2B5EF4-FFF2-40B4-BE49-F238E27FC236}">
                  <a16:creationId id="{B9FAAFF7-AC60-488B-8D15-41BF21DFE2EE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3886200"/>
              <a:ext cx="571500" cy="81915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38" name="instance.C23.113.cell.method-axis.label.1216">
              <a:extLst>
                <a:ext uri="{FF2B5EF4-FFF2-40B4-BE49-F238E27FC236}">
                  <a16:creationId id="{029370F3-80FD-43A0-BAEE-098E38DB7570}"/>
                </a:ext>
              </a:extLst>
            </p:cNvPr>
            <p:cNvSpPr>
              <a:spLocks noGrp="1"/>
            </p:cNvSpPr>
            <p:nvPr/>
          </p:nvSpPr>
          <p:spPr>
            <a:xfrm>
              <a:off x="6497955" y="3926205"/>
              <a:ext cx="491490" cy="73914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方法</a:t>
              </a:r>
            </a:p>
          </p:txBody>
        </p:sp>
        <p:sp>
          <p:nvSpPr>
            <p:cNvPr id="39" name="instance.C23.113.cell.result-axis.1217">
              <a:extLst>
                <a:ext uri="{FF2B5EF4-FFF2-40B4-BE49-F238E27FC236}">
                  <a16:creationId id="{BFA6A9CD-4EEC-469E-8F67-97276020C3C8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4819650"/>
              <a:ext cx="571500" cy="8382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0" name="instance.C23.113.cell.result-axis.label.1218">
              <a:extLst>
                <a:ext uri="{FF2B5EF4-FFF2-40B4-BE49-F238E27FC236}">
                  <a16:creationId id="{973F85A5-EBF3-401C-B256-A5C9B6B4A195}"/>
                </a:ext>
              </a:extLst>
            </p:cNvPr>
            <p:cNvSpPr>
              <a:spLocks noGrp="1"/>
            </p:cNvSpPr>
            <p:nvPr/>
          </p:nvSpPr>
          <p:spPr>
            <a:xfrm>
              <a:off x="6497955" y="4859655"/>
              <a:ext cx="491490" cy="75819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结果</a:t>
              </a:r>
            </a:p>
          </p:txBody>
        </p:sp>
        <p:sp>
          <p:nvSpPr>
            <p:cNvPr id="41" name="instance.C23.113.cell.goal-a.1219">
              <a:extLst>
                <a:ext uri="{FF2B5EF4-FFF2-40B4-BE49-F238E27FC236}">
                  <a16:creationId id="{EAC16D32-BCC9-4452-B4CA-898240594350}"/>
                </a:ext>
              </a:extLst>
            </p:cNvPr>
            <p:cNvSpPr>
              <a:spLocks noGrp="1"/>
            </p:cNvSpPr>
            <p:nvPr/>
          </p:nvSpPr>
          <p:spPr>
            <a:xfrm>
              <a:off x="7143750" y="2952750"/>
              <a:ext cx="1352550" cy="8191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2" name="instance.C23.113.cell.goal-a.label.1220">
              <a:extLst>
                <a:ext uri="{FF2B5EF4-FFF2-40B4-BE49-F238E27FC236}">
                  <a16:creationId id="{37457AE2-29CC-47B8-8C0C-EFD35E86BC47}"/>
                </a:ext>
              </a:extLst>
            </p:cNvPr>
            <p:cNvSpPr>
              <a:spLocks noGrp="1"/>
            </p:cNvSpPr>
            <p:nvPr/>
          </p:nvSpPr>
          <p:spPr>
            <a:xfrm>
              <a:off x="7238429" y="3047429"/>
              <a:ext cx="1163193" cy="62979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目标一</a:t>
              </a:r>
            </a:p>
          </p:txBody>
        </p:sp>
        <p:sp>
          <p:nvSpPr>
            <p:cNvPr id="43" name="instance.C23.113.cell.method-a.1221">
              <a:extLst>
                <a:ext uri="{FF2B5EF4-FFF2-40B4-BE49-F238E27FC236}">
                  <a16:creationId id="{41EA6993-95AD-4C20-8735-27F4E49AFB2F}"/>
                </a:ext>
              </a:extLst>
            </p:cNvPr>
            <p:cNvSpPr>
              <a:spLocks noGrp="1"/>
            </p:cNvSpPr>
            <p:nvPr/>
          </p:nvSpPr>
          <p:spPr>
            <a:xfrm>
              <a:off x="7143750" y="3886200"/>
              <a:ext cx="1352550" cy="8191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4" name="instance.C23.113.cell.method-a.label.1222">
              <a:extLst>
                <a:ext uri="{FF2B5EF4-FFF2-40B4-BE49-F238E27FC236}">
                  <a16:creationId id="{323394D0-1AB6-43EC-B9AC-C9C32B25FA09}"/>
                </a:ext>
              </a:extLst>
            </p:cNvPr>
            <p:cNvSpPr>
              <a:spLocks noGrp="1"/>
            </p:cNvSpPr>
            <p:nvPr/>
          </p:nvSpPr>
          <p:spPr>
            <a:xfrm>
              <a:off x="7238429" y="3980879"/>
              <a:ext cx="1163193" cy="62979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方法一</a:t>
              </a:r>
            </a:p>
          </p:txBody>
        </p:sp>
        <p:sp>
          <p:nvSpPr>
            <p:cNvPr id="45" name="instance.C23.113.cell.result-a.1223">
              <a:extLst>
                <a:ext uri="{FF2B5EF4-FFF2-40B4-BE49-F238E27FC236}">
                  <a16:creationId id="{D9D0EDB0-A8F7-4169-A56B-A39E2B7472FE}"/>
                </a:ext>
              </a:extLst>
            </p:cNvPr>
            <p:cNvSpPr>
              <a:spLocks noGrp="1"/>
            </p:cNvSpPr>
            <p:nvPr/>
          </p:nvSpPr>
          <p:spPr>
            <a:xfrm>
              <a:off x="7143750" y="4819650"/>
              <a:ext cx="1352550" cy="8382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46" name="instance.C23.113.cell.result-a.label.1224">
              <a:extLst>
                <a:ext uri="{FF2B5EF4-FFF2-40B4-BE49-F238E27FC236}">
                  <a16:creationId id="{428B5090-2889-4F85-8B59-FABC20DF8B1E}"/>
                </a:ext>
              </a:extLst>
            </p:cNvPr>
            <p:cNvSpPr>
              <a:spLocks noGrp="1"/>
            </p:cNvSpPr>
            <p:nvPr/>
          </p:nvSpPr>
          <p:spPr>
            <a:xfrm>
              <a:off x="7238429" y="4914329"/>
              <a:ext cx="1163193" cy="64884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结果一</a:t>
              </a:r>
            </a:p>
          </p:txBody>
        </p:sp>
        <p:sp>
          <p:nvSpPr>
            <p:cNvPr id="47" name="instance.C23.113.cell.common.1225">
              <a:extLst>
                <a:ext uri="{FF2B5EF4-FFF2-40B4-BE49-F238E27FC236}">
                  <a16:creationId id="{5222D56C-DA11-42F4-8F80-043021338638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952750"/>
              <a:ext cx="1409700" cy="2705100"/>
            </a:xfrm>
            <a:prstGeom prst="rect">
              <a:avLst/>
            </a:prstGeom>
            <a:solidFill>
              <a:srgbClr val="F2F7FB"/>
            </a:solidFill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48" name="instance.C23.113.cell.common.label.1226">
              <a:extLst>
                <a:ext uri="{FF2B5EF4-FFF2-40B4-BE49-F238E27FC236}">
                  <a16:creationId id="{0C2B5C1D-5AE8-4A25-95AF-57DE73188388}"/>
                </a:ext>
              </a:extLst>
            </p:cNvPr>
            <p:cNvSpPr>
              <a:spLocks noGrp="1"/>
            </p:cNvSpPr>
            <p:nvPr/>
          </p:nvSpPr>
          <p:spPr>
            <a:xfrm>
              <a:off x="8705850" y="3048000"/>
              <a:ext cx="1219200" cy="2514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共同依据</a:t>
              </a:r>
            </a:p>
          </p:txBody>
        </p:sp>
        <p:sp>
          <p:nvSpPr>
            <p:cNvPr id="49" name="instance.C23.113.cell.goal-b.1227">
              <a:extLst>
                <a:ext uri="{FF2B5EF4-FFF2-40B4-BE49-F238E27FC236}">
                  <a16:creationId id="{3A3B5E5D-6621-4458-8643-269864FC776C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2952750"/>
              <a:ext cx="1352550" cy="8191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50" name="instance.C23.113.cell.goal-b.label.1228">
              <a:extLst>
                <a:ext uri="{FF2B5EF4-FFF2-40B4-BE49-F238E27FC236}">
                  <a16:creationId id="{3652759B-93FD-49CB-BC58-298C4CAFA2C5}"/>
                </a:ext>
              </a:extLst>
            </p:cNvPr>
            <p:cNvSpPr>
              <a:spLocks noGrp="1"/>
            </p:cNvSpPr>
            <p:nvPr/>
          </p:nvSpPr>
          <p:spPr>
            <a:xfrm>
              <a:off x="10229279" y="3047429"/>
              <a:ext cx="1163193" cy="62979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目标二</a:t>
              </a:r>
            </a:p>
          </p:txBody>
        </p:sp>
        <p:sp>
          <p:nvSpPr>
            <p:cNvPr id="51" name="instance.C23.113.cell.method-b.1229">
              <a:extLst>
                <a:ext uri="{FF2B5EF4-FFF2-40B4-BE49-F238E27FC236}">
                  <a16:creationId id="{852F255C-66E5-4F7A-B781-F68C3B12BA79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3886200"/>
              <a:ext cx="1352550" cy="81915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52" name="instance.C23.113.cell.method-b.label.1230">
              <a:extLst>
                <a:ext uri="{FF2B5EF4-FFF2-40B4-BE49-F238E27FC236}">
                  <a16:creationId id="{267293A4-A738-400E-B570-7A817244EAE5}"/>
                </a:ext>
              </a:extLst>
            </p:cNvPr>
            <p:cNvSpPr>
              <a:spLocks noGrp="1"/>
            </p:cNvSpPr>
            <p:nvPr/>
          </p:nvSpPr>
          <p:spPr>
            <a:xfrm>
              <a:off x="10229279" y="3980879"/>
              <a:ext cx="1163193" cy="62979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方法二</a:t>
              </a:r>
            </a:p>
          </p:txBody>
        </p:sp>
        <p:sp>
          <p:nvSpPr>
            <p:cNvPr id="53" name="instance.C23.113.cell.result-b.1231">
              <a:extLst>
                <a:ext uri="{FF2B5EF4-FFF2-40B4-BE49-F238E27FC236}">
                  <a16:creationId id="{243B0E1D-F8D5-4877-9482-74EC1F46ED16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4819650"/>
              <a:ext cx="1352550" cy="8382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A6B4C0"/>
              </a:solidFill>
              <a:prstDash val="solid"/>
            </a:ln>
          </p:spPr>
        </p:sp>
        <p:sp>
          <p:nvSpPr>
            <p:cNvPr id="54" name="instance.C23.113.cell.result-b.label.1232">
              <a:extLst>
                <a:ext uri="{FF2B5EF4-FFF2-40B4-BE49-F238E27FC236}">
                  <a16:creationId id="{380DE9CE-0C4C-4B05-90B8-688CB4768A42}"/>
                </a:ext>
              </a:extLst>
            </p:cNvPr>
            <p:cNvSpPr>
              <a:spLocks noGrp="1"/>
            </p:cNvSpPr>
            <p:nvPr/>
          </p:nvSpPr>
          <p:spPr>
            <a:xfrm>
              <a:off x="10229279" y="4914329"/>
              <a:ext cx="1163193" cy="64884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结果二</a:t>
              </a:r>
            </a:p>
          </p:txBody>
        </p:sp>
      </p:grpSp>
      <p:sp>
        <p:nvSpPr>
          <p:cNvPr id="55" name="gallery.aligned-contrast.note.1233">
            <a:extLst>
              <a:ext uri="{FF2B5EF4-FFF2-40B4-BE49-F238E27FC236}">
                <a16:creationId id="{B89AD78C-CDBF-43CE-99DD-C78681E68A32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中央共性贯穿三行，两侧按同一维度对照</a:t>
            </a:r>
          </a:p>
        </p:txBody>
      </p:sp>
      <p:sp>
        <p:nvSpPr>
          <p:cNvPr id="61" name="navigation.rule.2718">
            <a:extLst>
              <a:ext uri="{FF2B5EF4-FFF2-40B4-BE49-F238E27FC236}">
                <a16:creationId id="{F7C421E2-B8B8-429B-B98C-BE02B4963EA4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2" name="navigation.section.2719">
            <a:extLst>
              <a:ext uri="{FF2B5EF4-FFF2-40B4-BE49-F238E27FC236}">
                <a16:creationId id="{9D25B217-8EE4-46FE-AE4C-84ADAF8439BE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第5节　版式组件与内容分区</a:t>
            </a:r>
          </a:p>
        </p:txBody>
      </p:sp>
      <p:sp>
        <p:nvSpPr>
          <p:cNvPr id="63" name="navigation.page.2720">
            <a:extLst>
              <a:ext uri="{FF2B5EF4-FFF2-40B4-BE49-F238E27FC236}">
                <a16:creationId id="{5B20041F-AB81-4D09-8AA8-0548C120D106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32 / 53</a:t>
            </a:r>
          </a:p>
        </p:txBody>
      </p:sp>
    </p:spTree>
    <p:extLst>
      <p:ext uri="{BB962C8B-B14F-4D97-AF65-F5344CB8AC3E}">
        <p14:creationId val="1700932029"/>
      </p:ext>
    </p:extLst>
  </p:cSld>
</p:sld>
</file>

<file path=ppt/slides/slide3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4" name="页面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3" name="header.accent.1">
              <a:extLst>
                <a:ext uri="{FF2B5EF4-FFF2-40B4-BE49-F238E27FC236}">
                  <a16:creationId id="{E5BD3600-6DF7-485E-8FB5-8A11F639BC98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">
              <a:extLst>
                <a:ext uri="{FF2B5EF4-FFF2-40B4-BE49-F238E27FC236}">
                  <a16:creationId id="{7EC7B94F-5D25-4726-B189-03FB0FF20C59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</a:t>
              </a:r>
            </a:p>
          </p:txBody>
        </p:sp>
        <p:sp>
          <p:nvSpPr>
            <p:cNvPr id="3" name="header.gradient.3">
              <a:extLst>
                <a:ext uri="{FF2B5EF4-FFF2-40B4-BE49-F238E27FC236}">
                  <a16:creationId id="{3D151D7D-C07D-4278-9544-22C1E8D29C50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4">
              <a:extLst>
                <a:ext uri="{FF2B5EF4-FFF2-40B4-BE49-F238E27FC236}">
                  <a16:creationId id="{320245E0-69E4-4683-8CCD-C2EE75E55CE5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节点、符号与叠层平面</a:t>
              </a:r>
            </a:p>
          </p:txBody>
        </p:sp>
        <p:sp>
          <p:nvSpPr>
            <p:cNvPr id="5" name="header.library.5">
              <a:extLst>
                <a:ext uri="{FF2B5EF4-FFF2-40B4-BE49-F238E27FC236}">
                  <a16:creationId id="{EF534B61-5FEE-4BA5-8345-E05D3AF4E157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5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6">
              <a:extLst>
                <a:ext uri="{FF2B5EF4-FFF2-40B4-BE49-F238E27FC236}">
                  <a16:creationId id="{302B53D7-172C-434E-94EB-B16AAC346402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7">
              <a:extLst>
                <a:ext uri="{FF2B5EF4-FFF2-40B4-BE49-F238E27FC236}">
                  <a16:creationId id="{4A4E2AF5-7F72-4822-93A5-1492984FF426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8">
              <a:extLst>
                <a:ext uri="{FF2B5EF4-FFF2-40B4-BE49-F238E27FC236}">
                  <a16:creationId id="{C37AD78B-86C4-467F-9960-7CDBFFA2C593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9">
              <a:extLst>
                <a:ext uri="{FF2B5EF4-FFF2-40B4-BE49-F238E27FC236}">
                  <a16:creationId id="{F5839BDE-B925-4C8A-85B2-D5E40F11D082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节点外形、短符号和层数分别可调，所有文字均可替换。</a:t>
              </a:r>
            </a:p>
          </p:txBody>
        </p:sp>
      </p:grpSp>
      <p:sp>
        <p:nvSpPr>
          <p:cNvPr id="10" name="gallery.block.node.frame.10">
            <a:extLst>
              <a:ext uri="{FF2B5EF4-FFF2-40B4-BE49-F238E27FC236}">
                <a16:creationId id="{983F2A79-F0FD-40E9-8950-4B539B0B70AB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1277600" cy="14287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block.node.heading.11">
            <a:extLst>
              <a:ext uri="{FF2B5EF4-FFF2-40B4-BE49-F238E27FC236}">
                <a16:creationId id="{854CEE1E-E399-442B-A06B-EC1AE4825E4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基础节点</a:t>
            </a:r>
          </a:p>
        </p:txBody>
      </p:sp>
      <p:sp>
        <p:nvSpPr>
          <p:cNvPr id="12" name="instance.C15.1.body.12">
            <a:extLst>
              <a:ext uri="{FF2B5EF4-FFF2-40B4-BE49-F238E27FC236}">
                <a16:creationId id="{1A2B6E94-20B5-4583-A20C-B586A41AAD14}"/>
              </a:ext>
            </a:extLst>
          </p:cNvPr>
          <p:cNvSpPr>
            <a:spLocks noGrp="1"/>
          </p:cNvSpPr>
          <p:nvPr/>
        </p:nvSpPr>
        <p:spPr>
          <a:xfrm>
            <a:off x="904875" y="2428875"/>
            <a:ext cx="2476500" cy="523875"/>
          </a:xfrm>
          <a:prstGeom prst="rect">
            <a:avLst/>
          </a:prstGeom>
          <a:solidFill>
            <a:srgbClr val="F2F7FB"/>
          </a:solidFill>
          <a:ln w="13335">
            <a:solidFill>
              <a:srgbClr val="A6B4C0"/>
            </a:solidFill>
            <a:prstDash val="solid"/>
          </a:ln>
        </p:spPr>
        <p:txBody>
          <a:bodyPr wrap="square" lIns="47625" tIns="47625" rIns="47625" bIns="47625" anchor="ctr">
            <a:noAutofit/>
          </a:bodyPr>
          <a:lstStyle>
            <a:def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>节点 A</a:t>
            </a:r>
          </a:p>
        </p:txBody>
      </p:sp>
      <p:sp>
        <p:nvSpPr>
          <p:cNvPr id="13" name="instance.C15.2.body.13">
            <a:extLst>
              <a:ext uri="{FF2B5EF4-FFF2-40B4-BE49-F238E27FC236}">
                <a16:creationId id="{7A7C1AF1-D3FE-4357-AE96-1AB17BDA370E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2476500" cy="523875"/>
          </a:xfrm>
          <a:prstGeom prst="roundRect">
            <a:avLst>
              <a:gd name="adj" fmla="val 18182"/>
            </a:avLst>
          </a:prstGeom>
          <a:solidFill>
            <a:srgbClr val="F2F7FB"/>
          </a:solidFill>
          <a:ln w="13335">
            <a:solidFill>
              <a:srgbClr val="A6B4C0"/>
            </a:solidFill>
            <a:prstDash val="solid"/>
          </a:ln>
        </p:spPr>
        <p:txBody>
          <a:bodyPr wrap="square" lIns="47625" tIns="47625" rIns="47625" bIns="47625" anchor="ctr">
            <a:noAutofit/>
          </a:bodyPr>
          <a:lstStyle>
            <a:def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>节点 B</a:t>
            </a:r>
          </a:p>
        </p:txBody>
      </p:sp>
      <p:sp>
        <p:nvSpPr>
          <p:cNvPr id="14" name="instance.C15.3.body.14">
            <a:extLst>
              <a:ext uri="{FF2B5EF4-FFF2-40B4-BE49-F238E27FC236}">
                <a16:creationId id="{C8F3105C-7EF1-4EF0-B4A7-9E7B8FDB4B61}"/>
              </a:ext>
            </a:extLst>
          </p:cNvPr>
          <p:cNvSpPr>
            <a:spLocks noGrp="1"/>
          </p:cNvSpPr>
          <p:nvPr/>
        </p:nvSpPr>
        <p:spPr>
          <a:xfrm>
            <a:off x="8715375" y="2295525"/>
            <a:ext cx="2076450" cy="781050"/>
          </a:xfrm>
          <a:prstGeom prst="diamond">
            <a:avLst/>
          </a:prstGeom>
          <a:solidFill>
            <a:srgbClr val="F2F7FB"/>
          </a:solidFill>
          <a:ln w="13335">
            <a:solidFill>
              <a:srgbClr val="A6B4C0"/>
            </a:solidFill>
            <a:prstDash val="solid"/>
          </a:ln>
        </p:spPr>
        <p:txBody>
          <a:bodyPr wrap="square" lIns="47625" tIns="47625" rIns="47625" bIns="47625" anchor="ctr">
            <a:noAutofit/>
          </a:bodyPr>
          <a:lstStyle>
            <a:def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D242B"/>
                </a:solidFill>
                <a:latin typeface="Noto Sans SC"/>
                <a:ea typeface="Noto Sans SC"/>
                <a:cs typeface="Noto Sans SC"/>
              </a:rPr>
              <a:t>条件</a:t>
            </a:r>
          </a:p>
        </p:txBody>
      </p:sp>
      <p:sp>
        <p:nvSpPr>
          <p:cNvPr id="15" name="gallery.mark.operator.frame.15">
            <a:extLst>
              <a:ext uri="{FF2B5EF4-FFF2-40B4-BE49-F238E27FC236}">
                <a16:creationId id="{DB55C4FC-8DD9-482B-9B88-BECA73585EBE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11277600" cy="13335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6" name="gallery.mark.operator.heading.16">
            <a:extLst>
              <a:ext uri="{FF2B5EF4-FFF2-40B4-BE49-F238E27FC236}">
                <a16:creationId id="{BB44B8AC-677F-4D36-B107-4ACB6DAF8ABD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运算符号</a:t>
            </a:r>
          </a:p>
        </p:txBody>
      </p:sp>
      <p:sp>
        <p:nvSpPr>
          <p:cNvPr id="17" name="instance.C16.4.circle.17">
            <a:extLst>
              <a:ext uri="{FF2B5EF4-FFF2-40B4-BE49-F238E27FC236}">
                <a16:creationId id="{A63EE0CB-42DA-478A-8980-D3A3A755A8ED}"/>
              </a:ext>
            </a:extLst>
          </p:cNvPr>
          <p:cNvSpPr>
            <a:spLocks noGrp="1"/>
          </p:cNvSpPr>
          <p:nvPr/>
        </p:nvSpPr>
        <p:spPr>
          <a:xfrm>
            <a:off x="1809750" y="4029075"/>
            <a:ext cx="485775" cy="4857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59BE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pPr>
            <a:r>
              <a: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rPr>
              <a:t>+</a:t>
            </a:r>
          </a:p>
        </p:txBody>
      </p:sp>
      <p:sp>
        <p:nvSpPr>
          <p:cNvPr id="18" name="instance.C16.5.circle.18">
            <a:extLst>
              <a:ext uri="{FF2B5EF4-FFF2-40B4-BE49-F238E27FC236}">
                <a16:creationId id="{BCF0C839-0B55-4C7C-B642-E122AA76931C}"/>
              </a:ext>
            </a:extLst>
          </p:cNvPr>
          <p:cNvSpPr>
            <a:spLocks noGrp="1"/>
          </p:cNvSpPr>
          <p:nvPr/>
        </p:nvSpPr>
        <p:spPr>
          <a:xfrm>
            <a:off x="5572125" y="4029075"/>
            <a:ext cx="485775" cy="4857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759BE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defRPr>
            </a:pPr>
            <a:r>
              <a:rPr sz="2104" b="1">
                <a:solidFill>
                  <a:srgbClr val="0759BE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19" name="instance.C16.6.circle.19">
            <a:extLst>
              <a:ext uri="{FF2B5EF4-FFF2-40B4-BE49-F238E27FC236}">
                <a16:creationId id="{A4E7DF8A-A8ED-4573-8FB4-609A11CDF65E}"/>
              </a:ext>
            </a:extLst>
          </p:cNvPr>
          <p:cNvSpPr>
            <a:spLocks noGrp="1"/>
          </p:cNvSpPr>
          <p:nvPr/>
        </p:nvSpPr>
        <p:spPr>
          <a:xfrm>
            <a:off x="9334500" y="4029075"/>
            <a:ext cx="485775" cy="4857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AF343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defRPr>
            </a:pPr>
            <a:r>
              <a:rPr sz="2104" b="1">
                <a:solidFill>
                  <a:srgbClr val="AF3438"/>
                </a:solidFill>
                <a:latin typeface="Noto Sans SC"/>
                <a:ea typeface="Noto Sans SC"/>
                <a:cs typeface="Noto Sans SC"/>
              </a:rPr>
              <a:t>⊕</a:t>
            </a:r>
          </a:p>
        </p:txBody>
      </p:sp>
      <p:sp>
        <p:nvSpPr>
          <p:cNvPr id="20" name="gallery.graphic.stack.frame.20">
            <a:extLst>
              <a:ext uri="{FF2B5EF4-FFF2-40B4-BE49-F238E27FC236}">
                <a16:creationId id="{C3529D85-09D4-4A59-B2A2-4C9B98629265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11277600" cy="163830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gallery.graphic.stack.heading.21">
            <a:extLst>
              <a:ext uri="{FF2B5EF4-FFF2-40B4-BE49-F238E27FC236}">
                <a16:creationId id="{6AB9466B-8278-42DF-98AA-6C039E2F2CDD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叠层平面</a:t>
            </a:r>
          </a:p>
        </p:txBody>
      </p:sp>
      <p:grpSp>
        <p:nvGrpSpPr>
          <p:cNvPr id="36" name="C17 叠层平面 / 三层平面"/>
          <p:cNvGrpSpPr/>
          <p:nvPr/>
        </p:nvGrpSpPr>
        <p:grpSpPr>
          <a:xfrm>
            <a:off x="1466850" y="5534025"/>
            <a:ext cx="1447800" cy="790575"/>
            <a:chOff x="1466850" y="5534025"/>
            <a:chExt cx="1447800" cy="790575"/>
          </a:xfrm>
        </p:grpSpPr>
        <p:sp>
          <p:nvSpPr>
            <p:cNvPr id="22" name="instance.C17.7.plane2.22">
              <a:extLst>
                <a:ext uri="{FF2B5EF4-FFF2-40B4-BE49-F238E27FC236}">
                  <a16:creationId id="{95E89927-9750-4D7E-A833-8E90D9998783}"/>
                </a:ext>
              </a:extLst>
            </p:cNvPr>
            <p:cNvSpPr>
              <a:spLocks noGrp="1"/>
            </p:cNvSpPr>
            <p:nvPr/>
          </p:nvSpPr>
          <p:spPr>
            <a:xfrm>
              <a:off x="1600200" y="5534025"/>
              <a:ext cx="1314450" cy="657225"/>
            </a:xfrm>
            <a:prstGeom prst="parallelogram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3" name="instance.C17.7.plane1.23">
              <a:extLst>
                <a:ext uri="{FF2B5EF4-FFF2-40B4-BE49-F238E27FC236}">
                  <a16:creationId id="{3652C02C-C7BF-484E-B089-4CF62FD904D7}"/>
                </a:ext>
              </a:extLst>
            </p:cNvPr>
            <p:cNvSpPr>
              <a:spLocks noGrp="1"/>
            </p:cNvSpPr>
            <p:nvPr/>
          </p:nvSpPr>
          <p:spPr>
            <a:xfrm>
              <a:off x="1533525" y="5600700"/>
              <a:ext cx="1314450" cy="657225"/>
            </a:xfrm>
            <a:prstGeom prst="parallelogram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4" name="instance.C17.7.plane0.24">
              <a:extLst>
                <a:ext uri="{FF2B5EF4-FFF2-40B4-BE49-F238E27FC236}">
                  <a16:creationId id="{FDE476C9-B6F6-4948-BEE1-4C3163EFFCD8}"/>
                </a:ext>
              </a:extLst>
            </p:cNvPr>
            <p:cNvSpPr>
              <a:spLocks noGrp="1"/>
            </p:cNvSpPr>
            <p:nvPr/>
          </p:nvSpPr>
          <p:spPr>
            <a:xfrm>
              <a:off x="1466850" y="5667375"/>
              <a:ext cx="1314450" cy="657225"/>
            </a:xfrm>
            <a:prstGeom prst="parallelogram">
              <a:avLst/>
            </a:prstGeom>
            <a:gradFill>
              <a:gsLst>
                <a:gs pos="0">
                  <a:srgbClr val="D1E4FA"/>
                </a:gs>
                <a:gs pos="100000">
                  <a:srgbClr val="0759BE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grpSp>
        <p:nvGrpSpPr>
          <p:cNvPr id="37" name="C17 叠层平面 / 五层平面"/>
          <p:cNvGrpSpPr/>
          <p:nvPr/>
        </p:nvGrpSpPr>
        <p:grpSpPr>
          <a:xfrm>
            <a:off x="5229225" y="5534025"/>
            <a:ext cx="1447800" cy="790575"/>
            <a:chOff x="5229225" y="5534025"/>
            <a:chExt cx="1447800" cy="790575"/>
          </a:xfrm>
        </p:grpSpPr>
        <p:sp>
          <p:nvSpPr>
            <p:cNvPr id="25" name="instance.C17.8.plane4.25">
              <a:extLst>
                <a:ext uri="{FF2B5EF4-FFF2-40B4-BE49-F238E27FC236}">
                  <a16:creationId id="{AF8508D9-57C5-45B6-AE19-7931358F6E93}"/>
                </a:ext>
              </a:extLst>
            </p:cNvPr>
            <p:cNvSpPr>
              <a:spLocks noGrp="1"/>
            </p:cNvSpPr>
            <p:nvPr/>
          </p:nvSpPr>
          <p:spPr>
            <a:xfrm>
              <a:off x="5495925" y="5534025"/>
              <a:ext cx="1181100" cy="523875"/>
            </a:xfrm>
            <a:prstGeom prst="parallelogram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6" name="instance.C17.8.plane3.26">
              <a:extLst>
                <a:ext uri="{FF2B5EF4-FFF2-40B4-BE49-F238E27FC236}">
                  <a16:creationId id="{075E6AC7-6523-4C5E-B7F3-45D53B2835AF}"/>
                </a:ext>
              </a:extLst>
            </p:cNvPr>
            <p:cNvSpPr>
              <a:spLocks noGrp="1"/>
            </p:cNvSpPr>
            <p:nvPr/>
          </p:nvSpPr>
          <p:spPr>
            <a:xfrm>
              <a:off x="5429250" y="5600700"/>
              <a:ext cx="1181100" cy="523875"/>
            </a:xfrm>
            <a:prstGeom prst="parallelogram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7" name="instance.C17.8.plane2.27">
              <a:extLst>
                <a:ext uri="{FF2B5EF4-FFF2-40B4-BE49-F238E27FC236}">
                  <a16:creationId id="{2ABD88F8-4138-4B82-9E90-DFD5B20221BA}"/>
                </a:ext>
              </a:extLst>
            </p:cNvPr>
            <p:cNvSpPr>
              <a:spLocks noGrp="1"/>
            </p:cNvSpPr>
            <p:nvPr/>
          </p:nvSpPr>
          <p:spPr>
            <a:xfrm>
              <a:off x="5362575" y="5667375"/>
              <a:ext cx="1181100" cy="523875"/>
            </a:xfrm>
            <a:prstGeom prst="parallelogram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8" name="instance.C17.8.plane1.28">
              <a:extLst>
                <a:ext uri="{FF2B5EF4-FFF2-40B4-BE49-F238E27FC236}">
                  <a16:creationId id="{12E56AFE-3A7B-4AD9-AF8E-434A7D07707D}"/>
                </a:ext>
              </a:extLst>
            </p:cNvPr>
            <p:cNvSpPr>
              <a:spLocks noGrp="1"/>
            </p:cNvSpPr>
            <p:nvPr/>
          </p:nvSpPr>
          <p:spPr>
            <a:xfrm>
              <a:off x="5295900" y="5734050"/>
              <a:ext cx="1181100" cy="523875"/>
            </a:xfrm>
            <a:prstGeom prst="parallelogram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9" name="instance.C17.8.plane0.29">
              <a:extLst>
                <a:ext uri="{FF2B5EF4-FFF2-40B4-BE49-F238E27FC236}">
                  <a16:creationId id="{90F038C0-0F01-4861-9BF3-E9B0FAF5747C}"/>
                </a:ext>
              </a:extLst>
            </p:cNvPr>
            <p:cNvSpPr>
              <a:spLocks noGrp="1"/>
            </p:cNvSpPr>
            <p:nvPr/>
          </p:nvSpPr>
          <p:spPr>
            <a:xfrm>
              <a:off x="5229225" y="5800725"/>
              <a:ext cx="1181100" cy="523875"/>
            </a:xfrm>
            <a:prstGeom prst="parallelogram">
              <a:avLst/>
            </a:prstGeom>
            <a:gradFill>
              <a:gsLst>
                <a:gs pos="0">
                  <a:srgbClr val="D1E4FA"/>
                </a:gs>
                <a:gs pos="100000">
                  <a:srgbClr val="0759BE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grpSp>
        <p:nvGrpSpPr>
          <p:cNvPr id="38" name="C17 叠层平面 / 矩形叠片"/>
          <p:cNvGrpSpPr/>
          <p:nvPr/>
        </p:nvGrpSpPr>
        <p:grpSpPr>
          <a:xfrm>
            <a:off x="8991600" y="5534025"/>
            <a:ext cx="1447800" cy="790575"/>
            <a:chOff x="8991600" y="5534025"/>
            <a:chExt cx="1447800" cy="790575"/>
          </a:xfrm>
        </p:grpSpPr>
        <p:sp>
          <p:nvSpPr>
            <p:cNvPr id="30" name="instance.C17.9.plane2.30">
              <a:extLst>
                <a:ext uri="{FF2B5EF4-FFF2-40B4-BE49-F238E27FC236}">
                  <a16:creationId id="{6DD1B3F6-5598-41F8-84A3-8D7682300854}"/>
                </a:ext>
              </a:extLst>
            </p:cNvPr>
            <p:cNvSpPr>
              <a:spLocks noGrp="1"/>
            </p:cNvSpPr>
            <p:nvPr/>
          </p:nvSpPr>
          <p:spPr>
            <a:xfrm>
              <a:off x="9124950" y="5534025"/>
              <a:ext cx="1314450" cy="657225"/>
            </a:xfrm>
            <a:prstGeom prst="rect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1" name="instance.C17.9.plane1.31">
              <a:extLst>
                <a:ext uri="{FF2B5EF4-FFF2-40B4-BE49-F238E27FC236}">
                  <a16:creationId id="{81D4D9F7-3A09-4ACE-931B-A98A43E6F4B9}"/>
                </a:ext>
              </a:extLst>
            </p:cNvPr>
            <p:cNvSpPr>
              <a:spLocks noGrp="1"/>
            </p:cNvSpPr>
            <p:nvPr/>
          </p:nvSpPr>
          <p:spPr>
            <a:xfrm>
              <a:off x="9058275" y="5600700"/>
              <a:ext cx="1314450" cy="657225"/>
            </a:xfrm>
            <a:prstGeom prst="rect">
              <a:avLst/>
            </a:prstGeom>
            <a:gradFill>
              <a:gsLst>
                <a:gs pos="0">
                  <a:srgbClr val="F4F8FD"/>
                </a:gs>
                <a:gs pos="100000">
                  <a:srgbClr val="B6CFE9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2" name="instance.C17.9.plane0.32">
              <a:extLst>
                <a:ext uri="{FF2B5EF4-FFF2-40B4-BE49-F238E27FC236}">
                  <a16:creationId id="{4FF4C5FC-DEE2-4757-9D17-B40FCC0AEF48}"/>
                </a:ext>
              </a:extLst>
            </p:cNvPr>
            <p:cNvSpPr>
              <a:spLocks noGrp="1"/>
            </p:cNvSpPr>
            <p:nvPr/>
          </p:nvSpPr>
          <p:spPr>
            <a:xfrm>
              <a:off x="8991600" y="5667375"/>
              <a:ext cx="1314450" cy="657225"/>
            </a:xfrm>
            <a:prstGeom prst="rect">
              <a:avLst/>
            </a:prstGeom>
            <a:gradFill>
              <a:gsLst>
                <a:gs pos="0">
                  <a:srgbClr val="D1E4FA"/>
                </a:gs>
                <a:gs pos="100000">
                  <a:srgbClr val="0759BE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39" name="navigation.rule.2721">
            <a:extLst>
              <a:ext uri="{FF2B5EF4-FFF2-40B4-BE49-F238E27FC236}">
                <a16:creationId id="{D691FAE0-92FA-42C1-929F-8A065F41BFA8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0" name="navigation.section.2722">
            <a:extLst>
              <a:ext uri="{FF2B5EF4-FFF2-40B4-BE49-F238E27FC236}">
                <a16:creationId id="{10F9F4AA-FABC-4F7F-9964-454E49ACE763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第6节　节点、符号与叠层平面</a:t>
            </a:r>
          </a:p>
        </p:txBody>
      </p:sp>
      <p:sp>
        <p:nvSpPr>
          <p:cNvPr id="41" name="navigation.page.2723">
            <a:extLst>
              <a:ext uri="{FF2B5EF4-FFF2-40B4-BE49-F238E27FC236}">
                <a16:creationId id="{50ABE343-7689-45D5-8A0B-03CF455723A0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33 / 53</a:t>
            </a:r>
          </a:p>
        </p:txBody>
      </p:sp>
    </p:spTree>
    <p:extLst>
      <p:ext uri="{BB962C8B-B14F-4D97-AF65-F5344CB8AC3E}">
        <p14:creationId val="195954158"/>
      </p:ext>
    </p:extLst>
  </p:cSld>
</p:sld>
</file>

<file path=ppt/slides/slide3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6" name="6.1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5" name="header.accent.1234">
              <a:extLst>
                <a:ext uri="{FF2B5EF4-FFF2-40B4-BE49-F238E27FC236}">
                  <a16:creationId id="{C809FE4B-6F4C-4B6E-9164-6A197B6A016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235">
              <a:extLst>
                <a:ext uri="{FF2B5EF4-FFF2-40B4-BE49-F238E27FC236}">
                  <a16:creationId id="{9833FACE-2951-407A-AD45-8E2876E687D2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6.1</a:t>
              </a:r>
            </a:p>
          </p:txBody>
        </p:sp>
        <p:sp>
          <p:nvSpPr>
            <p:cNvPr id="3" name="header.gradient.1236">
              <a:extLst>
                <a:ext uri="{FF2B5EF4-FFF2-40B4-BE49-F238E27FC236}">
                  <a16:creationId id="{F8652B95-036E-4496-8E51-906213DF0E0D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237">
              <a:extLst>
                <a:ext uri="{FF2B5EF4-FFF2-40B4-BE49-F238E27FC236}">
                  <a16:creationId id="{60A2BD9B-8A7D-4A06-8EBD-58B093CE7B44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节点轮廓造型</a:t>
              </a:r>
            </a:p>
          </p:txBody>
        </p:sp>
        <p:sp>
          <p:nvSpPr>
            <p:cNvPr id="5" name="header.library.1238">
              <a:extLst>
                <a:ext uri="{FF2B5EF4-FFF2-40B4-BE49-F238E27FC236}">
                  <a16:creationId id="{9709F86B-BD81-4382-AAF1-6C8560FACC19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7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239">
              <a:extLst>
                <a:ext uri="{FF2B5EF4-FFF2-40B4-BE49-F238E27FC236}">
                  <a16:creationId id="{F3657672-704D-458B-84D8-6293E0EDE8C3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240">
              <a:extLst>
                <a:ext uri="{FF2B5EF4-FFF2-40B4-BE49-F238E27FC236}">
                  <a16:creationId id="{38307C88-206C-4147-A30E-B4CB3A1EA66F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241">
              <a:extLst>
                <a:ext uri="{FF2B5EF4-FFF2-40B4-BE49-F238E27FC236}">
                  <a16:creationId id="{463B0E2F-440B-4D5B-9500-A14ED534A58F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242">
              <a:extLst>
                <a:ext uri="{FF2B5EF4-FFF2-40B4-BE49-F238E27FC236}">
                  <a16:creationId id="{A24B7DB0-1AC8-4775-B70E-F3E6DA6CB52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多边形、曲面与文档轮廓区分不同节点，文字与外形保持独立可编辑。</a:t>
              </a:r>
            </a:p>
          </p:txBody>
        </p:sp>
      </p:grpSp>
      <p:sp>
        <p:nvSpPr>
          <p:cNvPr id="10" name="gallery.node-hexagon.frame.1243">
            <a:extLst>
              <a:ext uri="{FF2B5EF4-FFF2-40B4-BE49-F238E27FC236}">
                <a16:creationId id="{93B4B0FF-C556-4E62-932F-2EFF99438FE8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node-hexagon.heading.1244">
            <a:extLst>
              <a:ext uri="{FF2B5EF4-FFF2-40B4-BE49-F238E27FC236}">
                <a16:creationId id="{ECDD529D-FDF7-4010-9045-79D24345A03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六边形节点</a:t>
            </a:r>
          </a:p>
        </p:txBody>
      </p:sp>
      <p:sp>
        <p:nvSpPr>
          <p:cNvPr id="12" name="instance.C15.114.body.1245">
            <a:extLst>
              <a:ext uri="{FF2B5EF4-FFF2-40B4-BE49-F238E27FC236}">
                <a16:creationId id="{41956EEA-8C83-4A04-9ECC-C0DC725D89BC}"/>
              </a:ext>
            </a:extLst>
          </p:cNvPr>
          <p:cNvSpPr>
            <a:spLocks noGrp="1"/>
          </p:cNvSpPr>
          <p:nvPr/>
        </p:nvSpPr>
        <p:spPr>
          <a:xfrm>
            <a:off x="990600" y="2609850"/>
            <a:ext cx="2514600" cy="762000"/>
          </a:xfrm>
          <a:prstGeom prst="hexagon">
            <a:avLst/>
          </a:prstGeom>
          <a:solidFill>
            <a:srgbClr val="F2F7FB"/>
          </a:solidFill>
          <a:ln w="14288">
            <a:solidFill>
              <a:srgbClr val="A6B4C0"/>
            </a:solidFill>
            <a:prstDash val="solid"/>
          </a:ln>
        </p:spPr>
        <p:txBody>
          <a:bodyPr wrap="square" lIns="28575" tIns="28575" rIns="28575" bIns="28575" anchor="ctr">
            <a:noAutofit/>
          </a:bodyPr>
          <a:lstStyle>
            <a:def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节点 A</a:t>
            </a:r>
          </a:p>
        </p:txBody>
      </p:sp>
      <p:sp>
        <p:nvSpPr>
          <p:cNvPr id="13" name="gallery.node-hexagon.note.1246">
            <a:extLst>
              <a:ext uri="{FF2B5EF4-FFF2-40B4-BE49-F238E27FC236}">
                <a16:creationId id="{0A093A31-B8BB-44C9-B08A-8912F6B1E118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两端收尖的六边形轮廓</a:t>
            </a:r>
          </a:p>
        </p:txBody>
      </p:sp>
      <p:sp>
        <p:nvSpPr>
          <p:cNvPr id="14" name="gallery.node-trapezoid.frame.1247">
            <a:extLst>
              <a:ext uri="{FF2B5EF4-FFF2-40B4-BE49-F238E27FC236}">
                <a16:creationId id="{83A6200E-45BB-4EEB-93BF-502FE69286F7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" name="gallery.node-trapezoid.heading.1248">
            <a:extLst>
              <a:ext uri="{FF2B5EF4-FFF2-40B4-BE49-F238E27FC236}">
                <a16:creationId id="{7C9855D8-3C79-482F-88CB-088B6DFB8049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梯形节点</a:t>
            </a:r>
          </a:p>
        </p:txBody>
      </p:sp>
      <p:sp>
        <p:nvSpPr>
          <p:cNvPr id="16" name="instance.C15.115.body.1249">
            <a:extLst>
              <a:ext uri="{FF2B5EF4-FFF2-40B4-BE49-F238E27FC236}">
                <a16:creationId id="{A96FDB46-7C05-4682-9A39-2802260A113B}"/>
              </a:ext>
            </a:extLst>
          </p:cNvPr>
          <p:cNvSpPr>
            <a:spLocks noGrp="1"/>
          </p:cNvSpPr>
          <p:nvPr/>
        </p:nvSpPr>
        <p:spPr>
          <a:xfrm>
            <a:off x="4838700" y="2609850"/>
            <a:ext cx="2514600" cy="762000"/>
          </a:xfrm>
          <a:prstGeom prst="trapezoid">
            <a:avLst/>
          </a:prstGeom>
          <a:solidFill>
            <a:srgbClr val="F2F7FB"/>
          </a:solidFill>
          <a:ln w="14288">
            <a:solidFill>
              <a:srgbClr val="A6B4C0"/>
            </a:solidFill>
            <a:prstDash val="solid"/>
          </a:ln>
        </p:spPr>
        <p:txBody>
          <a:bodyPr wrap="square" lIns="28575" tIns="28575" rIns="28575" bIns="28575" anchor="ctr">
            <a:noAutofit/>
          </a:bodyPr>
          <a:lstStyle>
            <a:def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节点 A</a:t>
            </a:r>
          </a:p>
        </p:txBody>
      </p:sp>
      <p:sp>
        <p:nvSpPr>
          <p:cNvPr id="17" name="gallery.node-trapezoid.note.1250">
            <a:extLst>
              <a:ext uri="{FF2B5EF4-FFF2-40B4-BE49-F238E27FC236}">
                <a16:creationId id="{BB9B347A-904B-4938-871E-4DDC934A41B0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上窄下宽的梯形轮廓</a:t>
            </a:r>
          </a:p>
        </p:txBody>
      </p:sp>
      <p:sp>
        <p:nvSpPr>
          <p:cNvPr id="18" name="gallery.node-parallelogram.frame.1251">
            <a:extLst>
              <a:ext uri="{FF2B5EF4-FFF2-40B4-BE49-F238E27FC236}">
                <a16:creationId id="{C5A109EB-E482-4581-A207-45BD9B86D459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9" name="gallery.node-parallelogram.heading.1252">
            <a:extLst>
              <a:ext uri="{FF2B5EF4-FFF2-40B4-BE49-F238E27FC236}">
                <a16:creationId id="{6E838FBB-0B78-4111-8C65-79B697DC9C13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平行四边形节点</a:t>
            </a:r>
          </a:p>
        </p:txBody>
      </p:sp>
      <p:sp>
        <p:nvSpPr>
          <p:cNvPr id="20" name="instance.C15.116.body.1253">
            <a:extLst>
              <a:ext uri="{FF2B5EF4-FFF2-40B4-BE49-F238E27FC236}">
                <a16:creationId id="{2CEF70B2-54A3-4007-B696-376F8F49EE93}"/>
              </a:ext>
            </a:extLst>
          </p:cNvPr>
          <p:cNvSpPr>
            <a:spLocks noGrp="1"/>
          </p:cNvSpPr>
          <p:nvPr/>
        </p:nvSpPr>
        <p:spPr>
          <a:xfrm>
            <a:off x="8686800" y="2609850"/>
            <a:ext cx="2514600" cy="762000"/>
          </a:xfrm>
          <a:prstGeom prst="parallelogram">
            <a:avLst/>
          </a:prstGeom>
          <a:solidFill>
            <a:srgbClr val="F2F7FB"/>
          </a:solidFill>
          <a:ln w="14288">
            <a:solidFill>
              <a:srgbClr val="A6B4C0"/>
            </a:solidFill>
            <a:prstDash val="solid"/>
          </a:ln>
        </p:spPr>
        <p:txBody>
          <a:bodyPr wrap="square" lIns="28575" tIns="28575" rIns="28575" bIns="28575" anchor="ctr">
            <a:noAutofit/>
          </a:bodyPr>
          <a:lstStyle>
            <a:def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节点 A</a:t>
            </a:r>
          </a:p>
        </p:txBody>
      </p:sp>
      <p:sp>
        <p:nvSpPr>
          <p:cNvPr id="21" name="gallery.node-parallelogram.note.1254">
            <a:extLst>
              <a:ext uri="{FF2B5EF4-FFF2-40B4-BE49-F238E27FC236}">
                <a16:creationId id="{60B1E1EA-C82C-4F66-BF29-C28C05E661A0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两侧平行倾斜的轮廓</a:t>
            </a:r>
          </a:p>
        </p:txBody>
      </p:sp>
      <p:sp>
        <p:nvSpPr>
          <p:cNvPr id="22" name="gallery.node-cylinder.frame.1255">
            <a:extLst>
              <a:ext uri="{FF2B5EF4-FFF2-40B4-BE49-F238E27FC236}">
                <a16:creationId id="{DF5BA4D7-55F8-4101-8A05-9CE147924A8F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node-cylinder.heading.1256">
            <a:extLst>
              <a:ext uri="{FF2B5EF4-FFF2-40B4-BE49-F238E27FC236}">
                <a16:creationId id="{C0F6A8EB-B108-45B8-A1CA-85C305BF08B1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圆柱节点</a:t>
            </a:r>
          </a:p>
        </p:txBody>
      </p:sp>
      <p:sp>
        <p:nvSpPr>
          <p:cNvPr id="24" name="instance.C15.117.body.1257">
            <a:extLst>
              <a:ext uri="{FF2B5EF4-FFF2-40B4-BE49-F238E27FC236}">
                <a16:creationId id="{2FE42771-E2CE-489F-AF32-DD58EBEF3A75}"/>
              </a:ext>
            </a:extLst>
          </p:cNvPr>
          <p:cNvSpPr>
            <a:spLocks noGrp="1"/>
          </p:cNvSpPr>
          <p:nvPr/>
        </p:nvSpPr>
        <p:spPr>
          <a:xfrm>
            <a:off x="1104900" y="5048250"/>
            <a:ext cx="2286000" cy="838200"/>
          </a:xfrm>
          <a:prstGeom prst="can">
            <a:avLst/>
          </a:prstGeom>
          <a:solidFill>
            <a:srgbClr val="F2F7FB"/>
          </a:solidFill>
          <a:ln w="14288">
            <a:solidFill>
              <a:srgbClr val="A6B4C0"/>
            </a:solidFill>
            <a:prstDash val="solid"/>
          </a:ln>
        </p:spPr>
        <p:txBody>
          <a:bodyPr wrap="square" lIns="28575" tIns="28575" rIns="28575" bIns="28575" anchor="ctr">
            <a:noAutofit/>
          </a:bodyPr>
          <a:lstStyle>
            <a:def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节点 A</a:t>
            </a:r>
          </a:p>
        </p:txBody>
      </p:sp>
      <p:sp>
        <p:nvSpPr>
          <p:cNvPr id="25" name="gallery.node-cylinder.note.1258">
            <a:extLst>
              <a:ext uri="{FF2B5EF4-FFF2-40B4-BE49-F238E27FC236}">
                <a16:creationId id="{2DD81847-2AA1-4036-BCBE-EB4661D49459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带椭圆端面的圆柱轮廓</a:t>
            </a:r>
          </a:p>
        </p:txBody>
      </p:sp>
      <p:sp>
        <p:nvSpPr>
          <p:cNvPr id="26" name="gallery.node-document.frame.1259">
            <a:extLst>
              <a:ext uri="{FF2B5EF4-FFF2-40B4-BE49-F238E27FC236}">
                <a16:creationId id="{AEB7A1E5-C9C7-4C32-A28B-6FC14D871920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7" name="gallery.node-document.heading.1260">
            <a:extLst>
              <a:ext uri="{FF2B5EF4-FFF2-40B4-BE49-F238E27FC236}">
                <a16:creationId id="{99A92403-FF5D-49E0-8225-29FCFFA38232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文档节点</a:t>
            </a:r>
          </a:p>
        </p:txBody>
      </p:sp>
      <p:grpSp>
        <p:nvGrpSpPr>
          <p:cNvPr id="38" name="文档节点"/>
          <p:cNvGrpSpPr/>
          <p:nvPr/>
        </p:nvGrpSpPr>
        <p:grpSpPr>
          <a:xfrm>
            <a:off x="4838700" y="5067300"/>
            <a:ext cx="2514600" cy="800100"/>
            <a:chOff x="4838700" y="5067300"/>
            <a:chExt cx="2514600" cy="800100"/>
          </a:xfrm>
        </p:grpSpPr>
        <p:sp>
          <p:nvSpPr>
            <p:cNvPr id="28" name="instance.C15.118.body.1261">
              <a:extLst>
                <a:ext uri="{FF2B5EF4-FFF2-40B4-BE49-F238E27FC236}">
                  <a16:creationId id="{A2080792-E368-47EB-B736-B8A179587F3A}"/>
                </a:ext>
              </a:extLst>
            </p:cNvPr>
            <p:cNvSpPr>
              <a:spLocks noGrp="1"/>
            </p:cNvSpPr>
            <p:nvPr/>
          </p:nvSpPr>
          <p:spPr>
            <a:xfrm>
              <a:off x="4838700" y="5067300"/>
              <a:ext cx="2514600" cy="800100"/>
            </a:xfrm>
            <a:custGeom>
              <a:pathLst>
                <a:path w="2514600" h="800100">
                  <a:moveTo>
                    <a:pt x="0" y="0"/>
                  </a:moveTo>
                  <a:lnTo>
                    <a:pt x="2514600" y="0"/>
                  </a:lnTo>
                  <a:lnTo>
                    <a:pt x="2514600" y="685800"/>
                  </a:lnTo>
                  <a:cubicBezTo>
                    <a:pt x="1676400" y="323850"/>
                    <a:pt x="838200" y="1047750"/>
                    <a:pt x="0" y="685800"/>
                  </a:cubicBezTo>
                  <a:close/>
                </a:path>
              </a:pathLst>
            </a:cu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9" name="instance.C15.118.label.1262">
              <a:extLst>
                <a:ext uri="{FF2B5EF4-FFF2-40B4-BE49-F238E27FC236}">
                  <a16:creationId id="{16BC0E4C-F9FE-4051-AC1E-3C9225F700CC}"/>
                </a:ext>
              </a:extLst>
            </p:cNvPr>
            <p:cNvSpPr>
              <a:spLocks noGrp="1"/>
            </p:cNvSpPr>
            <p:nvPr/>
          </p:nvSpPr>
          <p:spPr>
            <a:xfrm>
              <a:off x="5067300" y="5153025"/>
              <a:ext cx="205740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 A</a:t>
              </a:r>
            </a:p>
          </p:txBody>
        </p:sp>
      </p:grpSp>
      <p:sp>
        <p:nvSpPr>
          <p:cNvPr id="30" name="gallery.node-document.note.1263">
            <a:extLst>
              <a:ext uri="{FF2B5EF4-FFF2-40B4-BE49-F238E27FC236}">
                <a16:creationId id="{028884FC-8014-4A1A-B67B-949BEE5A372C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底部波形的文档轮廓</a:t>
            </a:r>
          </a:p>
        </p:txBody>
      </p:sp>
      <p:sp>
        <p:nvSpPr>
          <p:cNvPr id="31" name="gallery.node-capsule.frame.1264">
            <a:extLst>
              <a:ext uri="{FF2B5EF4-FFF2-40B4-BE49-F238E27FC236}">
                <a16:creationId id="{6ABD8987-C685-4F13-B9DB-F6D1F29F537B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2" name="gallery.node-capsule.heading.1265">
            <a:extLst>
              <a:ext uri="{FF2B5EF4-FFF2-40B4-BE49-F238E27FC236}">
                <a16:creationId id="{50362186-F20D-4CB1-BCB4-21E77D784F84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胶囊节点</a:t>
            </a:r>
          </a:p>
        </p:txBody>
      </p:sp>
      <p:sp>
        <p:nvSpPr>
          <p:cNvPr id="33" name="instance.C15.119.body.1266">
            <a:extLst>
              <a:ext uri="{FF2B5EF4-FFF2-40B4-BE49-F238E27FC236}">
                <a16:creationId id="{3A1200B8-9682-4F64-B709-31436F3A7A5D}"/>
              </a:ext>
            </a:extLst>
          </p:cNvPr>
          <p:cNvSpPr>
            <a:spLocks noGrp="1"/>
          </p:cNvSpPr>
          <p:nvPr/>
        </p:nvSpPr>
        <p:spPr>
          <a:xfrm>
            <a:off x="8686800" y="5086350"/>
            <a:ext cx="2514600" cy="762000"/>
          </a:xfrm>
          <a:prstGeom prst="roundRect">
            <a:avLst>
              <a:gd name="adj" fmla="val 50000"/>
            </a:avLst>
          </a:prstGeom>
          <a:solidFill>
            <a:srgbClr val="F2F7FB"/>
          </a:solidFill>
          <a:ln w="14288">
            <a:solidFill>
              <a:srgbClr val="A6B4C0"/>
            </a:solidFill>
            <a:prstDash val="solid"/>
          </a:ln>
        </p:spPr>
        <p:txBody>
          <a:bodyPr wrap="square" lIns="28575" tIns="28575" rIns="28575" bIns="28575" anchor="ctr">
            <a:noAutofit/>
          </a:bodyPr>
          <a:lstStyle>
            <a:def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0">
                <a:solidFill>
                  <a:srgbClr val="1D242B"/>
                </a:solidFill>
                <a:latin typeface="Noto Sans SC"/>
                <a:ea typeface="Noto Sans SC"/>
                <a:cs typeface="Noto Sans SC"/>
              </a:defRPr>
            </a:pPr>
            <a:r>
              <a:t>节点 A</a:t>
            </a:r>
          </a:p>
        </p:txBody>
      </p:sp>
      <p:sp>
        <p:nvSpPr>
          <p:cNvPr id="34" name="gallery.node-capsule.note.1267">
            <a:extLst>
              <a:ext uri="{FF2B5EF4-FFF2-40B4-BE49-F238E27FC236}">
                <a16:creationId id="{3213DACB-AC26-42B3-8B93-D6008BAD2B52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两端为完整半圆的轮廓</a:t>
            </a:r>
          </a:p>
        </p:txBody>
      </p:sp>
      <p:sp>
        <p:nvSpPr>
          <p:cNvPr id="39" name="navigation.rule.2724">
            <a:extLst>
              <a:ext uri="{FF2B5EF4-FFF2-40B4-BE49-F238E27FC236}">
                <a16:creationId id="{882E3393-91B0-49C5-A7B9-8D1D359083A4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0" name="navigation.section.2725">
            <a:extLst>
              <a:ext uri="{FF2B5EF4-FFF2-40B4-BE49-F238E27FC236}">
                <a16:creationId id="{2D5A5473-5424-4867-BDA2-73F281C22B4C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第6节　节点、符号与叠层平面</a:t>
            </a:r>
          </a:p>
        </p:txBody>
      </p:sp>
      <p:sp>
        <p:nvSpPr>
          <p:cNvPr id="41" name="navigation.page.2726">
            <a:extLst>
              <a:ext uri="{FF2B5EF4-FFF2-40B4-BE49-F238E27FC236}">
                <a16:creationId id="{0096209B-568C-419F-8D8B-8B646FAAE27B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34 / 53</a:t>
            </a:r>
          </a:p>
        </p:txBody>
      </p:sp>
    </p:spTree>
    <p:extLst>
      <p:ext uri="{BB962C8B-B14F-4D97-AF65-F5344CB8AC3E}">
        <p14:creationId val="1792958008"/>
      </p:ext>
    </p:extLst>
  </p:cSld>
</p:sld>
</file>

<file path=ppt/slides/slide3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7" name="6.2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6" name="header.accent.1268">
              <a:extLst>
                <a:ext uri="{FF2B5EF4-FFF2-40B4-BE49-F238E27FC236}">
                  <a16:creationId id="{2602B093-6554-4CFA-A6B1-2673675A5A22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269">
              <a:extLst>
                <a:ext uri="{FF2B5EF4-FFF2-40B4-BE49-F238E27FC236}">
                  <a16:creationId id="{67169C84-60C0-41EB-BB93-7266A769B93D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6.2</a:t>
              </a:r>
            </a:p>
          </p:txBody>
        </p:sp>
        <p:sp>
          <p:nvSpPr>
            <p:cNvPr id="3" name="header.gradient.1270">
              <a:extLst>
                <a:ext uri="{FF2B5EF4-FFF2-40B4-BE49-F238E27FC236}">
                  <a16:creationId id="{B10F5992-030A-4E2C-8841-ABC1B1285A04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271">
              <a:extLst>
                <a:ext uri="{FF2B5EF4-FFF2-40B4-BE49-F238E27FC236}">
                  <a16:creationId id="{E49CD785-B612-4D54-9F0C-177BFCD6B800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节点分区与端口</a:t>
              </a:r>
            </a:p>
          </p:txBody>
        </p:sp>
        <p:sp>
          <p:nvSpPr>
            <p:cNvPr id="5" name="header.library.1272">
              <a:extLst>
                <a:ext uri="{FF2B5EF4-FFF2-40B4-BE49-F238E27FC236}">
                  <a16:creationId id="{ECA0D692-B57A-4E86-9227-20EA3329315A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8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273">
              <a:extLst>
                <a:ext uri="{FF2B5EF4-FFF2-40B4-BE49-F238E27FC236}">
                  <a16:creationId id="{D0D2330A-DD0A-409E-9108-AFEB4EC2A45B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274">
              <a:extLst>
                <a:ext uri="{FF2B5EF4-FFF2-40B4-BE49-F238E27FC236}">
                  <a16:creationId id="{80F2C023-FECB-4A07-816A-4CDCEB6D628F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275">
              <a:extLst>
                <a:ext uri="{FF2B5EF4-FFF2-40B4-BE49-F238E27FC236}">
                  <a16:creationId id="{97F3718F-9440-48DB-9E5B-7F5EA96D3EB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276">
              <a:extLst>
                <a:ext uri="{FF2B5EF4-FFF2-40B4-BE49-F238E27FC236}">
                  <a16:creationId id="{B6710844-94CD-4665-A2F9-94DA768A435D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边框、端口、字段与编号组成复合节点，保留清楚的文字空间和连接位置。</a:t>
              </a:r>
            </a:p>
          </p:txBody>
        </p:sp>
      </p:grpSp>
      <p:sp>
        <p:nvSpPr>
          <p:cNvPr id="10" name="gallery.node-double-frame.frame.1277">
            <a:extLst>
              <a:ext uri="{FF2B5EF4-FFF2-40B4-BE49-F238E27FC236}">
                <a16:creationId id="{756BEA53-DDC3-49AA-9497-7E345CCB1E68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node-double-frame.heading.1278">
            <a:extLst>
              <a:ext uri="{FF2B5EF4-FFF2-40B4-BE49-F238E27FC236}">
                <a16:creationId id="{C241ECC4-52F1-429E-88B1-F9E63F83721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双框节点</a:t>
            </a:r>
          </a:p>
        </p:txBody>
      </p:sp>
      <p:grpSp>
        <p:nvGrpSpPr>
          <p:cNvPr id="69" name="双框节点"/>
          <p:cNvGrpSpPr/>
          <p:nvPr/>
        </p:nvGrpSpPr>
        <p:grpSpPr>
          <a:xfrm>
            <a:off x="952500" y="2590800"/>
            <a:ext cx="2590800" cy="800100"/>
            <a:chOff x="952500" y="2590800"/>
            <a:chExt cx="2590800" cy="800100"/>
          </a:xfrm>
        </p:grpSpPr>
        <p:sp>
          <p:nvSpPr>
            <p:cNvPr id="12" name="instance.C15.120.body.1279">
              <a:extLst>
                <a:ext uri="{FF2B5EF4-FFF2-40B4-BE49-F238E27FC236}">
                  <a16:creationId id="{7ED72C08-0E12-4500-BF14-56C0A2B47372}"/>
                </a:ext>
              </a:extLst>
            </p:cNvPr>
            <p:cNvSpPr>
              <a:spLocks noGrp="1"/>
            </p:cNvSpPr>
            <p:nvPr/>
          </p:nvSpPr>
          <p:spPr>
            <a:xfrm>
              <a:off x="952500" y="2590800"/>
              <a:ext cx="2590800" cy="8001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3" name="instance.C15.120.inner.1280">
              <a:extLst>
                <a:ext uri="{FF2B5EF4-FFF2-40B4-BE49-F238E27FC236}">
                  <a16:creationId id="{3F9910FE-1A04-4EF9-9F7B-73534B6F25B9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" y="2676525"/>
              <a:ext cx="2419350" cy="628650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4" name="instance.C15.120.label.1281">
              <a:extLst>
                <a:ext uri="{FF2B5EF4-FFF2-40B4-BE49-F238E27FC236}">
                  <a16:creationId id="{2A38CB55-734F-44F4-A20F-DA7C416796C4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" y="2724150"/>
              <a:ext cx="201930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 A</a:t>
              </a:r>
            </a:p>
          </p:txBody>
        </p:sp>
      </p:grpSp>
      <p:sp>
        <p:nvSpPr>
          <p:cNvPr id="15" name="gallery.node-double-frame.note.1282">
            <a:extLst>
              <a:ext uri="{FF2B5EF4-FFF2-40B4-BE49-F238E27FC236}">
                <a16:creationId id="{C5B58ACC-A3DE-41B6-84D7-49AD1CF62086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双层边框包围主体文字</a:t>
            </a:r>
          </a:p>
        </p:txBody>
      </p:sp>
      <p:sp>
        <p:nvSpPr>
          <p:cNvPr id="16" name="gallery.node-multiport.frame.1283">
            <a:extLst>
              <a:ext uri="{FF2B5EF4-FFF2-40B4-BE49-F238E27FC236}">
                <a16:creationId id="{0FE70736-06BA-4326-848C-490DCCCDF86D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7" name="gallery.node-multiport.heading.1284">
            <a:extLst>
              <a:ext uri="{FF2B5EF4-FFF2-40B4-BE49-F238E27FC236}">
                <a16:creationId id="{699C9B6E-78F7-46E6-A66E-475715B8213E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多端口节点</a:t>
            </a:r>
          </a:p>
        </p:txBody>
      </p:sp>
      <p:grpSp>
        <p:nvGrpSpPr>
          <p:cNvPr id="70" name="多端口节点"/>
          <p:cNvGrpSpPr/>
          <p:nvPr/>
        </p:nvGrpSpPr>
        <p:grpSpPr>
          <a:xfrm>
            <a:off x="4819650" y="2638425"/>
            <a:ext cx="2552700" cy="704850"/>
            <a:chOff x="4819650" y="2638425"/>
            <a:chExt cx="2552700" cy="704850"/>
          </a:xfrm>
        </p:grpSpPr>
        <p:sp>
          <p:nvSpPr>
            <p:cNvPr id="18" name="instance.C15.121.body.1285">
              <a:extLst>
                <a:ext uri="{FF2B5EF4-FFF2-40B4-BE49-F238E27FC236}">
                  <a16:creationId id="{E7F0B3F2-B383-412B-BEDD-E1408B5F4638}"/>
                </a:ext>
              </a:extLst>
            </p:cNvPr>
            <p:cNvSpPr>
              <a:spLocks noGrp="1"/>
            </p:cNvSpPr>
            <p:nvPr/>
          </p:nvSpPr>
          <p:spPr>
            <a:xfrm>
              <a:off x="5029200" y="2638425"/>
              <a:ext cx="2133600" cy="704850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19" name="instance.C15.121.label.1286">
              <a:extLst>
                <a:ext uri="{FF2B5EF4-FFF2-40B4-BE49-F238E27FC236}">
                  <a16:creationId id="{80D5345B-E5B3-400B-9D38-C3B0AB2DD261}"/>
                </a:ext>
              </a:extLst>
            </p:cNvPr>
            <p:cNvSpPr>
              <a:spLocks noGrp="1"/>
            </p:cNvSpPr>
            <p:nvPr/>
          </p:nvSpPr>
          <p:spPr>
            <a:xfrm>
              <a:off x="5210175" y="2733675"/>
              <a:ext cx="17716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 A</a:t>
              </a:r>
            </a:p>
          </p:txBody>
        </p:sp>
        <p:sp>
          <p:nvSpPr>
            <p:cNvPr id="20" name="instance.C15.121.stem.left1.1287">
              <a:extLst>
                <a:ext uri="{FF2B5EF4-FFF2-40B4-BE49-F238E27FC236}">
                  <a16:creationId id="{180E813E-9FC9-476F-8612-A91797D16451}"/>
                </a:ext>
              </a:extLst>
            </p:cNvPr>
            <p:cNvSpPr>
              <a:spLocks noGrp="1"/>
            </p:cNvSpPr>
            <p:nvPr/>
          </p:nvSpPr>
          <p:spPr>
            <a:xfrm>
              <a:off x="4933950" y="2800350"/>
              <a:ext cx="9525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1" name="instance.C15.121.port.left1.1288">
              <a:extLst>
                <a:ext uri="{FF2B5EF4-FFF2-40B4-BE49-F238E27FC236}">
                  <a16:creationId id="{A1082956-36B2-43FF-8AE5-FC98C04DD544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2743200"/>
              <a:ext cx="114300" cy="1143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2" name="instance.C15.121.stem.left2.1289">
              <a:extLst>
                <a:ext uri="{FF2B5EF4-FFF2-40B4-BE49-F238E27FC236}">
                  <a16:creationId id="{71EAA04F-A244-4A61-AEEE-156E3557493D}"/>
                </a:ext>
              </a:extLst>
            </p:cNvPr>
            <p:cNvSpPr>
              <a:spLocks noGrp="1"/>
            </p:cNvSpPr>
            <p:nvPr/>
          </p:nvSpPr>
          <p:spPr>
            <a:xfrm>
              <a:off x="4933950" y="2990850"/>
              <a:ext cx="9525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3" name="instance.C15.121.port.left2.1290">
              <a:extLst>
                <a:ext uri="{FF2B5EF4-FFF2-40B4-BE49-F238E27FC236}">
                  <a16:creationId id="{6B5CD2F6-79EC-45E9-A193-059949A05605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2933700"/>
              <a:ext cx="114300" cy="1143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4" name="instance.C15.121.stem.left3.1291">
              <a:extLst>
                <a:ext uri="{FF2B5EF4-FFF2-40B4-BE49-F238E27FC236}">
                  <a16:creationId id="{0C40E763-F244-4E64-A699-963969FB4C81}"/>
                </a:ext>
              </a:extLst>
            </p:cNvPr>
            <p:cNvSpPr>
              <a:spLocks noGrp="1"/>
            </p:cNvSpPr>
            <p:nvPr/>
          </p:nvSpPr>
          <p:spPr>
            <a:xfrm>
              <a:off x="4933950" y="3181350"/>
              <a:ext cx="9525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5" name="instance.C15.121.port.left3.1292">
              <a:extLst>
                <a:ext uri="{FF2B5EF4-FFF2-40B4-BE49-F238E27FC236}">
                  <a16:creationId id="{7AFD5E43-72B6-4EF2-BD94-C71BB23AF1D0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3124200"/>
              <a:ext cx="114300" cy="1143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6" name="instance.C15.121.stem.right1.1293">
              <a:extLst>
                <a:ext uri="{FF2B5EF4-FFF2-40B4-BE49-F238E27FC236}">
                  <a16:creationId id="{174F1E89-EFF4-46A4-8B75-3584723A1CCA}"/>
                </a:ext>
              </a:extLst>
            </p:cNvPr>
            <p:cNvSpPr>
              <a:spLocks noGrp="1"/>
            </p:cNvSpPr>
            <p:nvPr/>
          </p:nvSpPr>
          <p:spPr>
            <a:xfrm>
              <a:off x="7162800" y="2800350"/>
              <a:ext cx="9525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7" name="instance.C15.121.port.right1.1294">
              <a:extLst>
                <a:ext uri="{FF2B5EF4-FFF2-40B4-BE49-F238E27FC236}">
                  <a16:creationId id="{D0F8AC66-F6DE-4698-B468-37929C605035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2743200"/>
              <a:ext cx="114300" cy="1143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8" name="instance.C15.121.stem.right2.1295">
              <a:extLst>
                <a:ext uri="{FF2B5EF4-FFF2-40B4-BE49-F238E27FC236}">
                  <a16:creationId id="{88EC2167-B7CA-4225-BC25-DDA2A16FF8C0}"/>
                </a:ext>
              </a:extLst>
            </p:cNvPr>
            <p:cNvSpPr>
              <a:spLocks noGrp="1"/>
            </p:cNvSpPr>
            <p:nvPr/>
          </p:nvSpPr>
          <p:spPr>
            <a:xfrm>
              <a:off x="7162800" y="2990850"/>
              <a:ext cx="9525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29" name="instance.C15.121.port.right2.1296">
              <a:extLst>
                <a:ext uri="{FF2B5EF4-FFF2-40B4-BE49-F238E27FC236}">
                  <a16:creationId id="{40CA1234-F541-4729-AF81-5CD4350B1EF6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2933700"/>
              <a:ext cx="114300" cy="1143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0" name="instance.C15.121.stem.right3.1297">
              <a:extLst>
                <a:ext uri="{FF2B5EF4-FFF2-40B4-BE49-F238E27FC236}">
                  <a16:creationId id="{06ED95EC-6256-40D4-8F56-61DC9C7E6BF2}"/>
                </a:ext>
              </a:extLst>
            </p:cNvPr>
            <p:cNvSpPr>
              <a:spLocks noGrp="1"/>
            </p:cNvSpPr>
            <p:nvPr/>
          </p:nvSpPr>
          <p:spPr>
            <a:xfrm>
              <a:off x="7162800" y="3181350"/>
              <a:ext cx="9525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1" name="instance.C15.121.port.right3.1298">
              <a:extLst>
                <a:ext uri="{FF2B5EF4-FFF2-40B4-BE49-F238E27FC236}">
                  <a16:creationId id="{2214C9E8-BE5B-4BF6-A0AA-EC43F54CCB57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3124200"/>
              <a:ext cx="114300" cy="1143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A6B4C0"/>
              </a:solidFill>
              <a:prstDash val="solid"/>
            </a:ln>
          </p:spPr>
        </p:sp>
      </p:grpSp>
      <p:sp>
        <p:nvSpPr>
          <p:cNvPr id="32" name="gallery.node-multiport.note.1299">
            <a:extLst>
              <a:ext uri="{FF2B5EF4-FFF2-40B4-BE49-F238E27FC236}">
                <a16:creationId id="{A5217855-671F-4363-9239-68BB1B6655E9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两侧各三个原生连接端口</a:t>
            </a:r>
          </a:p>
        </p:txBody>
      </p:sp>
      <p:sp>
        <p:nvSpPr>
          <p:cNvPr id="33" name="gallery.node-compartment.frame.1300">
            <a:extLst>
              <a:ext uri="{FF2B5EF4-FFF2-40B4-BE49-F238E27FC236}">
                <a16:creationId id="{C4A63B84-C1FE-4B63-A90F-D7E490989686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4" name="gallery.node-compartment.heading.1301">
            <a:extLst>
              <a:ext uri="{FF2B5EF4-FFF2-40B4-BE49-F238E27FC236}">
                <a16:creationId id="{D12789D2-553F-43CC-AFF3-856FF21B698A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分格节点</a:t>
            </a:r>
          </a:p>
        </p:txBody>
      </p:sp>
      <p:grpSp>
        <p:nvGrpSpPr>
          <p:cNvPr id="71" name="分格节点"/>
          <p:cNvGrpSpPr/>
          <p:nvPr/>
        </p:nvGrpSpPr>
        <p:grpSpPr>
          <a:xfrm>
            <a:off x="8667750" y="2571750"/>
            <a:ext cx="2552700" cy="838200"/>
            <a:chOff x="8667750" y="2571750"/>
            <a:chExt cx="2552700" cy="838200"/>
          </a:xfrm>
        </p:grpSpPr>
        <p:sp>
          <p:nvSpPr>
            <p:cNvPr id="35" name="instance.C15.122.body.1302">
              <a:extLst>
                <a:ext uri="{FF2B5EF4-FFF2-40B4-BE49-F238E27FC236}">
                  <a16:creationId id="{5D76E10B-4A21-4102-A58C-3935BAADB75F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2571750"/>
              <a:ext cx="2552700" cy="838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6" name="instance.C15.122.header.1303">
              <a:extLst>
                <a:ext uri="{FF2B5EF4-FFF2-40B4-BE49-F238E27FC236}">
                  <a16:creationId id="{0C067776-66F3-4414-9325-3C9D46646661}"/>
                </a:ext>
              </a:extLst>
            </p:cNvPr>
            <p:cNvSpPr>
              <a:spLocks noGrp="1"/>
            </p:cNvSpPr>
            <p:nvPr/>
          </p:nvSpPr>
          <p:spPr>
            <a:xfrm>
              <a:off x="8677275" y="2581275"/>
              <a:ext cx="2533650" cy="27622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7" name="instance.C15.122.divider.header.1304">
              <a:extLst>
                <a:ext uri="{FF2B5EF4-FFF2-40B4-BE49-F238E27FC236}">
                  <a16:creationId id="{78BC855D-7994-4A8D-A017-3A5D7FF3EFCC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2857500"/>
              <a:ext cx="255270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8" name="instance.C15.122.divider.fields.1305">
              <a:extLst>
                <a:ext uri="{FF2B5EF4-FFF2-40B4-BE49-F238E27FC236}">
                  <a16:creationId id="{C0A7AA2E-7570-4A21-AC5B-C14EFEDB226D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3133725"/>
              <a:ext cx="255270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39" name="instance.C15.122.label.1306">
              <a:extLst>
                <a:ext uri="{FF2B5EF4-FFF2-40B4-BE49-F238E27FC236}">
                  <a16:creationId id="{18E1145C-FB42-4342-8759-597CC5DD9287}"/>
                </a:ext>
              </a:extLst>
            </p:cNvPr>
            <p:cNvSpPr>
              <a:spLocks noGrp="1"/>
            </p:cNvSpPr>
            <p:nvPr/>
          </p:nvSpPr>
          <p:spPr>
            <a:xfrm>
              <a:off x="8782050" y="2590800"/>
              <a:ext cx="23241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 A</a:t>
              </a:r>
            </a:p>
          </p:txBody>
        </p:sp>
        <p:sp>
          <p:nvSpPr>
            <p:cNvPr id="40" name="instance.C15.122.fieldA.1307">
              <a:extLst>
                <a:ext uri="{FF2B5EF4-FFF2-40B4-BE49-F238E27FC236}">
                  <a16:creationId id="{2445E66F-BC57-4959-873F-4448BB9A9326}"/>
                </a:ext>
              </a:extLst>
            </p:cNvPr>
            <p:cNvSpPr>
              <a:spLocks noGrp="1"/>
            </p:cNvSpPr>
            <p:nvPr/>
          </p:nvSpPr>
          <p:spPr>
            <a:xfrm>
              <a:off x="8782050" y="2867025"/>
              <a:ext cx="23241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字段 A</a:t>
              </a:r>
            </a:p>
          </p:txBody>
        </p:sp>
        <p:sp>
          <p:nvSpPr>
            <p:cNvPr id="41" name="instance.C15.122.fieldB.1308">
              <a:extLst>
                <a:ext uri="{FF2B5EF4-FFF2-40B4-BE49-F238E27FC236}">
                  <a16:creationId id="{92BE25BF-9854-4FA7-82F8-F6342CDF101A}"/>
                </a:ext>
              </a:extLst>
            </p:cNvPr>
            <p:cNvSpPr>
              <a:spLocks noGrp="1"/>
            </p:cNvSpPr>
            <p:nvPr/>
          </p:nvSpPr>
          <p:spPr>
            <a:xfrm>
              <a:off x="8782050" y="3143250"/>
              <a:ext cx="23241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字段 B</a:t>
              </a:r>
            </a:p>
          </p:txBody>
        </p:sp>
      </p:grpSp>
      <p:sp>
        <p:nvSpPr>
          <p:cNvPr id="42" name="gallery.node-compartment.note.1309">
            <a:extLst>
              <a:ext uri="{FF2B5EF4-FFF2-40B4-BE49-F238E27FC236}">
                <a16:creationId id="{1FDFF7D0-4CC7-456E-B813-91BBCC96E391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标题与两个字段各自分格</a:t>
            </a:r>
          </a:p>
        </p:txBody>
      </p:sp>
      <p:sp>
        <p:nvSpPr>
          <p:cNvPr id="43" name="gallery.node-index-corner.frame.1310">
            <a:extLst>
              <a:ext uri="{FF2B5EF4-FFF2-40B4-BE49-F238E27FC236}">
                <a16:creationId id="{989A3C1E-CE2D-43FA-9D88-35B04BADD71A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4" name="gallery.node-index-corner.heading.1311">
            <a:extLst>
              <a:ext uri="{FF2B5EF4-FFF2-40B4-BE49-F238E27FC236}">
                <a16:creationId id="{2C201A9A-F12E-4F95-877B-0FF8CD3631A2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编号角标节点</a:t>
            </a:r>
          </a:p>
        </p:txBody>
      </p:sp>
      <p:grpSp>
        <p:nvGrpSpPr>
          <p:cNvPr id="72" name="编号角标节点"/>
          <p:cNvGrpSpPr/>
          <p:nvPr/>
        </p:nvGrpSpPr>
        <p:grpSpPr>
          <a:xfrm>
            <a:off x="971550" y="5086350"/>
            <a:ext cx="2552700" cy="762000"/>
            <a:chOff x="971550" y="5086350"/>
            <a:chExt cx="2552700" cy="762000"/>
          </a:xfrm>
        </p:grpSpPr>
        <p:sp>
          <p:nvSpPr>
            <p:cNvPr id="45" name="instance.C15.123.body.1312">
              <a:extLst>
                <a:ext uri="{FF2B5EF4-FFF2-40B4-BE49-F238E27FC236}">
                  <a16:creationId id="{E2533956-4287-45AC-BD7A-D138FD7823AA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5086350"/>
              <a:ext cx="2552700" cy="762000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46" name="instance.C15.123.badge.1313">
              <a:extLst>
                <a:ext uri="{FF2B5EF4-FFF2-40B4-BE49-F238E27FC236}">
                  <a16:creationId id="{9AC83DB5-7398-4C38-91D2-72AE3778A03A}"/>
                </a:ext>
              </a:extLst>
            </p:cNvPr>
            <p:cNvSpPr>
              <a:spLocks noGrp="1"/>
            </p:cNvSpPr>
            <p:nvPr/>
          </p:nvSpPr>
          <p:spPr>
            <a:xfrm>
              <a:off x="981075" y="5095875"/>
              <a:ext cx="400050" cy="3048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7" name="instance.C15.123.index.1314">
              <a:extLst>
                <a:ext uri="{FF2B5EF4-FFF2-40B4-BE49-F238E27FC236}">
                  <a16:creationId id="{D82E1213-956C-4125-AC6B-D004DE4C5782}"/>
                </a:ext>
              </a:extLst>
            </p:cNvPr>
            <p:cNvSpPr>
              <a:spLocks noGrp="1"/>
            </p:cNvSpPr>
            <p:nvPr/>
          </p:nvSpPr>
          <p:spPr>
            <a:xfrm>
              <a:off x="990600" y="5105400"/>
              <a:ext cx="3810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01</a:t>
              </a:r>
            </a:p>
          </p:txBody>
        </p:sp>
        <p:sp>
          <p:nvSpPr>
            <p:cNvPr id="48" name="instance.C15.123.label.1315">
              <a:extLst>
                <a:ext uri="{FF2B5EF4-FFF2-40B4-BE49-F238E27FC236}">
                  <a16:creationId id="{4A98259F-B3F2-4579-9115-2C6EE1B84875}"/>
                </a:ext>
              </a:extLst>
            </p:cNvPr>
            <p:cNvSpPr>
              <a:spLocks noGrp="1"/>
            </p:cNvSpPr>
            <p:nvPr/>
          </p:nvSpPr>
          <p:spPr>
            <a:xfrm>
              <a:off x="1485900" y="5181600"/>
              <a:ext cx="190500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 A</a:t>
              </a:r>
            </a:p>
          </p:txBody>
        </p:sp>
      </p:grpSp>
      <p:sp>
        <p:nvSpPr>
          <p:cNvPr id="49" name="gallery.node-index-corner.note.1316">
            <a:extLst>
              <a:ext uri="{FF2B5EF4-FFF2-40B4-BE49-F238E27FC236}">
                <a16:creationId id="{9758BDF2-DDE9-4438-B9ED-299DE85E3E0C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角标编号与主体文字分区</a:t>
            </a:r>
          </a:p>
        </p:txBody>
      </p:sp>
      <p:sp>
        <p:nvSpPr>
          <p:cNvPr id="50" name="gallery.node-nested.frame.1317">
            <a:extLst>
              <a:ext uri="{FF2B5EF4-FFF2-40B4-BE49-F238E27FC236}">
                <a16:creationId id="{8B2FF89B-EFD2-4811-A9D7-8D1249672E98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1" name="gallery.node-nested.heading.1318">
            <a:extLst>
              <a:ext uri="{FF2B5EF4-FFF2-40B4-BE49-F238E27FC236}">
                <a16:creationId id="{5C9EA232-2640-4945-9930-3F165D7E7AF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内嵌子节点</a:t>
            </a:r>
          </a:p>
        </p:txBody>
      </p:sp>
      <p:grpSp>
        <p:nvGrpSpPr>
          <p:cNvPr id="73" name="内嵌子节点"/>
          <p:cNvGrpSpPr/>
          <p:nvPr/>
        </p:nvGrpSpPr>
        <p:grpSpPr>
          <a:xfrm>
            <a:off x="4800600" y="5048250"/>
            <a:ext cx="2590800" cy="838200"/>
            <a:chOff x="4800600" y="5048250"/>
            <a:chExt cx="2590800" cy="838200"/>
          </a:xfrm>
        </p:grpSpPr>
        <p:sp>
          <p:nvSpPr>
            <p:cNvPr id="52" name="instance.C15.124.body.1319">
              <a:extLst>
                <a:ext uri="{FF2B5EF4-FFF2-40B4-BE49-F238E27FC236}">
                  <a16:creationId id="{043C1ABF-6675-4C49-9C51-15EB7DCB2197}"/>
                </a:ext>
              </a:extLst>
            </p:cNvPr>
            <p:cNvSpPr>
              <a:spLocks noGrp="1"/>
            </p:cNvSpPr>
            <p:nvPr/>
          </p:nvSpPr>
          <p:spPr>
            <a:xfrm>
              <a:off x="4800600" y="5048250"/>
              <a:ext cx="2590800" cy="838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3" name="instance.C15.124.label.1320">
              <a:extLst>
                <a:ext uri="{FF2B5EF4-FFF2-40B4-BE49-F238E27FC236}">
                  <a16:creationId id="{DD947530-0456-4F94-B9D1-752BDD4ED067}"/>
                </a:ext>
              </a:extLst>
            </p:cNvPr>
            <p:cNvSpPr>
              <a:spLocks noGrp="1"/>
            </p:cNvSpPr>
            <p:nvPr/>
          </p:nvSpPr>
          <p:spPr>
            <a:xfrm>
              <a:off x="4953000" y="5067300"/>
              <a:ext cx="22860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 A</a:t>
              </a:r>
            </a:p>
          </p:txBody>
        </p:sp>
        <p:sp>
          <p:nvSpPr>
            <p:cNvPr id="54" name="instance.C15.124.child.1321">
              <a:extLst>
                <a:ext uri="{FF2B5EF4-FFF2-40B4-BE49-F238E27FC236}">
                  <a16:creationId id="{041C6758-DE90-49C3-A795-6787B40419D4}"/>
                </a:ext>
              </a:extLst>
            </p:cNvPr>
            <p:cNvSpPr>
              <a:spLocks noGrp="1"/>
            </p:cNvSpPr>
            <p:nvPr/>
          </p:nvSpPr>
          <p:spPr>
            <a:xfrm>
              <a:off x="5438775" y="5410200"/>
              <a:ext cx="1314450" cy="381000"/>
            </a:xfrm>
            <a:prstGeom prst="roundRect">
              <a:avLst>
                <a:gd name="adj" fmla="val 17500"/>
              </a:avLst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  <p:txBody>
            <a:bodyPr wrap="square" lIns="19050" tIns="19050" rIns="19050" bIns="19050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子节点</a:t>
              </a:r>
            </a:p>
          </p:txBody>
        </p:sp>
      </p:grpSp>
      <p:sp>
        <p:nvSpPr>
          <p:cNvPr id="55" name="gallery.node-nested.note.1322">
            <a:extLst>
              <a:ext uri="{FF2B5EF4-FFF2-40B4-BE49-F238E27FC236}">
                <a16:creationId id="{C5ADFC97-4FD6-4B08-B741-7A107BA727C7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外层节点包含独立子节点</a:t>
            </a:r>
          </a:p>
        </p:txBody>
      </p:sp>
      <p:sp>
        <p:nvSpPr>
          <p:cNvPr id="56" name="gallery.node-split.frame.1323">
            <a:extLst>
              <a:ext uri="{FF2B5EF4-FFF2-40B4-BE49-F238E27FC236}">
                <a16:creationId id="{E550B58A-0823-4F1A-9764-0B78B12AD0A1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7" name="gallery.node-split.heading.1324">
            <a:extLst>
              <a:ext uri="{FF2B5EF4-FFF2-40B4-BE49-F238E27FC236}">
                <a16:creationId id="{EC8283AD-3EF0-4C52-B5AA-A369D1FA7493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C15  分段节点</a:t>
            </a:r>
          </a:p>
        </p:txBody>
      </p:sp>
      <p:grpSp>
        <p:nvGrpSpPr>
          <p:cNvPr id="74" name="分段节点"/>
          <p:cNvGrpSpPr/>
          <p:nvPr/>
        </p:nvGrpSpPr>
        <p:grpSpPr>
          <a:xfrm>
            <a:off x="8648700" y="5086350"/>
            <a:ext cx="2590800" cy="762000"/>
            <a:chOff x="8648700" y="5086350"/>
            <a:chExt cx="2590800" cy="762000"/>
          </a:xfrm>
        </p:grpSpPr>
        <p:sp>
          <p:nvSpPr>
            <p:cNvPr id="58" name="instance.C15.125.body.1325">
              <a:extLst>
                <a:ext uri="{FF2B5EF4-FFF2-40B4-BE49-F238E27FC236}">
                  <a16:creationId id="{A3AE0D6A-05A8-4143-AE4A-02610F12D1DD}"/>
                </a:ext>
              </a:extLst>
            </p:cNvPr>
            <p:cNvSpPr>
              <a:spLocks noGrp="1"/>
            </p:cNvSpPr>
            <p:nvPr/>
          </p:nvSpPr>
          <p:spPr>
            <a:xfrm>
              <a:off x="8648700" y="5086350"/>
              <a:ext cx="2590800" cy="762000"/>
            </a:xfrm>
            <a:prstGeom prst="rect">
              <a:avLst/>
            </a:prstGeom>
            <a:solidFill>
              <a:srgbClr val="F2F7FB"/>
            </a:solidFill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59" name="instance.C15.125.left.1326">
              <a:extLst>
                <a:ext uri="{FF2B5EF4-FFF2-40B4-BE49-F238E27FC236}">
                  <a16:creationId id="{97AA474F-7BFA-42F3-88CA-63401996858C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5095875"/>
              <a:ext cx="1009650" cy="74295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0" name="instance.C15.125.divider.vertical.1327">
              <a:extLst>
                <a:ext uri="{FF2B5EF4-FFF2-40B4-BE49-F238E27FC236}">
                  <a16:creationId id="{6864DFF5-001B-43D0-9B46-720A08DB88EE}"/>
                </a:ext>
              </a:extLst>
            </p:cNvPr>
            <p:cNvSpPr>
              <a:spLocks noGrp="1"/>
            </p:cNvSpPr>
            <p:nvPr/>
          </p:nvSpPr>
          <p:spPr>
            <a:xfrm>
              <a:off x="9677400" y="5086350"/>
              <a:ext cx="0" cy="76200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1" name="instance.C15.125.divider.fields.1328">
              <a:extLst>
                <a:ext uri="{FF2B5EF4-FFF2-40B4-BE49-F238E27FC236}">
                  <a16:creationId id="{D7BADF70-A30A-416E-A949-B32B06EE9492}"/>
                </a:ext>
              </a:extLst>
            </p:cNvPr>
            <p:cNvSpPr>
              <a:spLocks noGrp="1"/>
            </p:cNvSpPr>
            <p:nvPr/>
          </p:nvSpPr>
          <p:spPr>
            <a:xfrm>
              <a:off x="9677400" y="5467350"/>
              <a:ext cx="1562100" cy="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2" name="instance.C15.125.label.1329">
              <a:extLst>
                <a:ext uri="{FF2B5EF4-FFF2-40B4-BE49-F238E27FC236}">
                  <a16:creationId id="{3B010885-0234-420F-AA8F-8F726AB7FD5D}"/>
                </a:ext>
              </a:extLst>
            </p:cNvPr>
            <p:cNvSpPr>
              <a:spLocks noGrp="1"/>
            </p:cNvSpPr>
            <p:nvPr/>
          </p:nvSpPr>
          <p:spPr>
            <a:xfrm>
              <a:off x="8734425" y="5200650"/>
              <a:ext cx="85725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65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节点 A</a:t>
              </a:r>
            </a:p>
          </p:txBody>
        </p:sp>
        <p:sp>
          <p:nvSpPr>
            <p:cNvPr id="63" name="instance.C15.125.fieldA.1330">
              <a:extLst>
                <a:ext uri="{FF2B5EF4-FFF2-40B4-BE49-F238E27FC236}">
                  <a16:creationId id="{B29B30A1-CDBC-4DBF-8A8E-32A2E77EC71B}"/>
                </a:ext>
              </a:extLst>
            </p:cNvPr>
            <p:cNvSpPr>
              <a:spLocks noGrp="1"/>
            </p:cNvSpPr>
            <p:nvPr/>
          </p:nvSpPr>
          <p:spPr>
            <a:xfrm>
              <a:off x="9791700" y="5133975"/>
              <a:ext cx="13335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字段 A</a:t>
              </a:r>
            </a:p>
          </p:txBody>
        </p:sp>
        <p:sp>
          <p:nvSpPr>
            <p:cNvPr id="64" name="instance.C15.125.fieldB.1331">
              <a:extLst>
                <a:ext uri="{FF2B5EF4-FFF2-40B4-BE49-F238E27FC236}">
                  <a16:creationId id="{29B8A3BE-0459-4485-8947-2594567FFE3C}"/>
                </a:ext>
              </a:extLst>
            </p:cNvPr>
            <p:cNvSpPr>
              <a:spLocks noGrp="1"/>
            </p:cNvSpPr>
            <p:nvPr/>
          </p:nvSpPr>
          <p:spPr>
            <a:xfrm>
              <a:off x="9791700" y="5514975"/>
              <a:ext cx="13335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字段 B</a:t>
              </a:r>
            </a:p>
          </p:txBody>
        </p:sp>
      </p:grpSp>
      <p:sp>
        <p:nvSpPr>
          <p:cNvPr id="65" name="gallery.node-split.note.1332">
            <a:extLst>
              <a:ext uri="{FF2B5EF4-FFF2-40B4-BE49-F238E27FC236}">
                <a16:creationId id="{6D45D54C-B121-40F1-943F-9DB50516380D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左侧主标签与右侧双字段</a:t>
            </a:r>
          </a:p>
        </p:txBody>
      </p:sp>
      <p:sp>
        <p:nvSpPr>
          <p:cNvPr id="75" name="navigation.rule.2727">
            <a:extLst>
              <a:ext uri="{FF2B5EF4-FFF2-40B4-BE49-F238E27FC236}">
                <a16:creationId id="{BCC1B050-71B9-4B58-A7B3-CB7ABE6BDC79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6" name="navigation.section.2728">
            <a:extLst>
              <a:ext uri="{FF2B5EF4-FFF2-40B4-BE49-F238E27FC236}">
                <a16:creationId id="{D819B0B4-FD0C-4331-B810-95B7AD4B9D0B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第6节　节点、符号与叠层平面</a:t>
            </a:r>
          </a:p>
        </p:txBody>
      </p:sp>
      <p:sp>
        <p:nvSpPr>
          <p:cNvPr id="77" name="navigation.page.2729">
            <a:extLst>
              <a:ext uri="{FF2B5EF4-FFF2-40B4-BE49-F238E27FC236}">
                <a16:creationId id="{0C766341-D82D-4FED-8585-3FC51A5E7411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35 / 53</a:t>
            </a:r>
          </a:p>
        </p:txBody>
      </p:sp>
    </p:spTree>
    <p:extLst>
      <p:ext uri="{BB962C8B-B14F-4D97-AF65-F5344CB8AC3E}">
        <p14:creationId val="517783330"/>
      </p:ext>
    </p:extLst>
  </p:cSld>
</p:sld>
</file>

<file path=ppt/slides/slide3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4" name="6.3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53" name="header.accent.1333">
              <a:extLst>
                <a:ext uri="{FF2B5EF4-FFF2-40B4-BE49-F238E27FC236}">
                  <a16:creationId id="{09A89330-A2F4-4EB3-9910-824296FAFC4A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334">
              <a:extLst>
                <a:ext uri="{FF2B5EF4-FFF2-40B4-BE49-F238E27FC236}">
                  <a16:creationId id="{37F0A1EB-5F0C-4D33-89AB-D32CD4E9AA03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6.3</a:t>
              </a:r>
            </a:p>
          </p:txBody>
        </p:sp>
        <p:sp>
          <p:nvSpPr>
            <p:cNvPr id="3" name="header.gradient.1335">
              <a:extLst>
                <a:ext uri="{FF2B5EF4-FFF2-40B4-BE49-F238E27FC236}">
                  <a16:creationId id="{6BF80BB4-979C-432D-AA50-8AC49C43672F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336">
              <a:extLst>
                <a:ext uri="{FF2B5EF4-FFF2-40B4-BE49-F238E27FC236}">
                  <a16:creationId id="{388F704C-EFFA-4E88-BD3C-B8AEA686C1BA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符号边框与内核</a:t>
              </a:r>
            </a:p>
          </p:txBody>
        </p:sp>
        <p:sp>
          <p:nvSpPr>
            <p:cNvPr id="5" name="header.library.1337">
              <a:extLst>
                <a:ext uri="{FF2B5EF4-FFF2-40B4-BE49-F238E27FC236}">
                  <a16:creationId id="{999F1E1F-BB9C-4AEF-92A5-BED3E8DE8585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55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338">
              <a:extLst>
                <a:ext uri="{FF2B5EF4-FFF2-40B4-BE49-F238E27FC236}">
                  <a16:creationId id="{03FB22F7-402B-43E0-9A35-B11828DCAD00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339">
              <a:extLst>
                <a:ext uri="{FF2B5EF4-FFF2-40B4-BE49-F238E27FC236}">
                  <a16:creationId id="{35170CAF-5BB8-4EAA-A138-9F5A2E2FC733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340">
              <a:extLst>
                <a:ext uri="{FF2B5EF4-FFF2-40B4-BE49-F238E27FC236}">
                  <a16:creationId id="{AC71C3EB-4694-4453-B018-5BEED907F23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341">
              <a:extLst>
                <a:ext uri="{FF2B5EF4-FFF2-40B4-BE49-F238E27FC236}">
                  <a16:creationId id="{E2623F17-E896-4A10-A49E-F95F0F3A6381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方框、多边框、双环与括线包围运算符号，轮廓和内部标记均可编辑。</a:t>
              </a:r>
            </a:p>
          </p:txBody>
        </p:sp>
      </p:grpSp>
      <p:sp>
        <p:nvSpPr>
          <p:cNvPr id="10" name="gallery.square-add.frame.1342">
            <a:extLst>
              <a:ext uri="{FF2B5EF4-FFF2-40B4-BE49-F238E27FC236}">
                <a16:creationId id="{48645171-3583-4502-8387-644A25F6CFD3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square-add.heading.1343">
            <a:extLst>
              <a:ext uri="{FF2B5EF4-FFF2-40B4-BE49-F238E27FC236}">
                <a16:creationId id="{12ABEF9F-DDA0-4508-917E-3E0590180BB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方框加号</a:t>
            </a:r>
          </a:p>
        </p:txBody>
      </p:sp>
      <p:grpSp>
        <p:nvGrpSpPr>
          <p:cNvPr id="56" name="方框加号"/>
          <p:cNvGrpSpPr/>
          <p:nvPr/>
        </p:nvGrpSpPr>
        <p:grpSpPr>
          <a:xfrm>
            <a:off x="1895475" y="2647950"/>
            <a:ext cx="704850" cy="704850"/>
            <a:chOff x="1895475" y="2647950"/>
            <a:chExt cx="704850" cy="704850"/>
          </a:xfrm>
        </p:grpSpPr>
        <p:sp>
          <p:nvSpPr>
            <p:cNvPr id="12" name="instance.C16.126.square.1.1344">
              <a:extLst>
                <a:ext uri="{FF2B5EF4-FFF2-40B4-BE49-F238E27FC236}">
                  <a16:creationId id="{CC160D5D-E225-400B-83B9-A8B6E954020E}"/>
                </a:ext>
              </a:extLst>
            </p:cNvPr>
            <p:cNvSpPr>
              <a:spLocks noGrp="1"/>
            </p:cNvSpPr>
            <p:nvPr/>
          </p:nvSpPr>
          <p:spPr>
            <a:xfrm>
              <a:off x="1895475" y="2647950"/>
              <a:ext cx="704850" cy="704850"/>
            </a:xfrm>
            <a:prstGeom prst="rect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13" name="instance.C16.126.sign.horizontal.2.1345">
              <a:extLst>
                <a:ext uri="{FF2B5EF4-FFF2-40B4-BE49-F238E27FC236}">
                  <a16:creationId id="{C9467FD4-07B0-4B59-BF55-657BD123BDD7}"/>
                </a:ext>
              </a:extLst>
            </p:cNvPr>
            <p:cNvSpPr>
              <a:spLocks noGrp="1"/>
            </p:cNvSpPr>
            <p:nvPr/>
          </p:nvSpPr>
          <p:spPr>
            <a:xfrm>
              <a:off x="2100167" y="2980230"/>
              <a:ext cx="295466" cy="40291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14" name="instance.C16.126.sign.vertical.3.1346">
              <a:extLst>
                <a:ext uri="{FF2B5EF4-FFF2-40B4-BE49-F238E27FC236}">
                  <a16:creationId id="{1B762150-B80E-462F-A223-1196E77BF00D}"/>
                </a:ext>
              </a:extLst>
            </p:cNvPr>
            <p:cNvSpPr>
              <a:spLocks noGrp="1"/>
            </p:cNvSpPr>
            <p:nvPr/>
          </p:nvSpPr>
          <p:spPr>
            <a:xfrm rot="5400000">
              <a:off x="2100167" y="2980230"/>
              <a:ext cx="295466" cy="40291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15" name="gallery.square-add.note.1347">
            <a:extLst>
              <a:ext uri="{FF2B5EF4-FFF2-40B4-BE49-F238E27FC236}">
                <a16:creationId id="{CE701D0B-5101-456B-AC2B-C6086C970EAA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方形边框包围居中算子</a:t>
            </a:r>
          </a:p>
        </p:txBody>
      </p:sp>
      <p:sp>
        <p:nvSpPr>
          <p:cNvPr id="16" name="gallery.diamond-multiply.frame.1348">
            <a:extLst>
              <a:ext uri="{FF2B5EF4-FFF2-40B4-BE49-F238E27FC236}">
                <a16:creationId id="{DC3D85D1-F4AE-4C27-821D-1928372ABD80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7" name="gallery.diamond-multiply.heading.1349">
            <a:extLst>
              <a:ext uri="{FF2B5EF4-FFF2-40B4-BE49-F238E27FC236}">
                <a16:creationId id="{48FFA087-A862-4FBE-AFC0-3EB2F0CC65E5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菱框乘号</a:t>
            </a:r>
          </a:p>
        </p:txBody>
      </p:sp>
      <p:grpSp>
        <p:nvGrpSpPr>
          <p:cNvPr id="57" name="菱框乘号"/>
          <p:cNvGrpSpPr/>
          <p:nvPr/>
        </p:nvGrpSpPr>
        <p:grpSpPr>
          <a:xfrm>
            <a:off x="5638800" y="2543175"/>
            <a:ext cx="914400" cy="914400"/>
            <a:chOff x="5638800" y="2543175"/>
            <a:chExt cx="914400" cy="914400"/>
          </a:xfrm>
        </p:grpSpPr>
        <p:sp>
          <p:nvSpPr>
            <p:cNvPr id="18" name="instance.C16.127.diamond.1.1350">
              <a:extLst>
                <a:ext uri="{FF2B5EF4-FFF2-40B4-BE49-F238E27FC236}">
                  <a16:creationId id="{37EEA3F7-C1BB-4592-85B6-8BB6D7BD1164}"/>
                </a:ext>
              </a:extLst>
            </p:cNvPr>
            <p:cNvSpPr>
              <a:spLocks noGrp="1"/>
            </p:cNvSpPr>
            <p:nvPr/>
          </p:nvSpPr>
          <p:spPr>
            <a:xfrm>
              <a:off x="5638800" y="2543175"/>
              <a:ext cx="914400" cy="914400"/>
            </a:xfrm>
            <a:prstGeom prst="diamond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19" name="instance.C16.127.sign.diagonal-a.2.1351">
              <a:extLst>
                <a:ext uri="{FF2B5EF4-FFF2-40B4-BE49-F238E27FC236}">
                  <a16:creationId id="{E09ADF8B-6930-42B5-B5AB-D4B0422BE571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5962650" y="2983230"/>
              <a:ext cx="266700" cy="3429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0" name="instance.C16.127.sign.diagonal-b.3.1352">
              <a:extLst>
                <a:ext uri="{FF2B5EF4-FFF2-40B4-BE49-F238E27FC236}">
                  <a16:creationId id="{DC6E43F1-8425-443B-AAA4-08B7BEF148C7}"/>
                </a:ext>
              </a:extLst>
            </p:cNvPr>
            <p:cNvSpPr>
              <a:spLocks noGrp="1"/>
            </p:cNvSpPr>
            <p:nvPr/>
          </p:nvSpPr>
          <p:spPr>
            <a:xfrm rot="8100000">
              <a:off x="5962650" y="2983230"/>
              <a:ext cx="266700" cy="3429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21" name="gallery.diamond-multiply.note.1353">
            <a:extLst>
              <a:ext uri="{FF2B5EF4-FFF2-40B4-BE49-F238E27FC236}">
                <a16:creationId id="{3244AF13-42F8-41E3-A058-E01006146350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菱形边框内保留乘号</a:t>
            </a:r>
          </a:p>
        </p:txBody>
      </p:sp>
      <p:sp>
        <p:nvSpPr>
          <p:cNvPr id="22" name="gallery.hexagon-sum.frame.1354">
            <a:extLst>
              <a:ext uri="{FF2B5EF4-FFF2-40B4-BE49-F238E27FC236}">
                <a16:creationId id="{11B0522D-E7D6-4818-B28D-564D3558EA8B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hexagon-sum.heading.1355">
            <a:extLst>
              <a:ext uri="{FF2B5EF4-FFF2-40B4-BE49-F238E27FC236}">
                <a16:creationId id="{71EDCFA7-C4E4-41C5-8585-9FE739E72858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六边框求和</a:t>
            </a:r>
          </a:p>
        </p:txBody>
      </p:sp>
      <p:grpSp>
        <p:nvGrpSpPr>
          <p:cNvPr id="58" name="六边框求和"/>
          <p:cNvGrpSpPr/>
          <p:nvPr/>
        </p:nvGrpSpPr>
        <p:grpSpPr>
          <a:xfrm>
            <a:off x="9448800" y="2581275"/>
            <a:ext cx="990600" cy="838200"/>
            <a:chOff x="9448800" y="2581275"/>
            <a:chExt cx="990600" cy="838200"/>
          </a:xfrm>
        </p:grpSpPr>
        <p:sp>
          <p:nvSpPr>
            <p:cNvPr id="24" name="instance.C16.128.hexagon.1.1356">
              <a:extLst>
                <a:ext uri="{FF2B5EF4-FFF2-40B4-BE49-F238E27FC236}">
                  <a16:creationId id="{67B20D4B-6FC0-4679-9BAC-595AB86911EA}"/>
                </a:ext>
              </a:extLst>
            </p:cNvPr>
            <p:cNvSpPr>
              <a:spLocks noGrp="1"/>
            </p:cNvSpPr>
            <p:nvPr/>
          </p:nvSpPr>
          <p:spPr>
            <a:xfrm>
              <a:off x="9448800" y="2581275"/>
              <a:ext cx="990600" cy="838200"/>
            </a:xfrm>
            <a:prstGeom prst="hexagon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25" name="instance.C16.128.sign.sigma.2.1357">
              <a:extLst>
                <a:ext uri="{FF2B5EF4-FFF2-40B4-BE49-F238E27FC236}">
                  <a16:creationId id="{067F67B9-72AE-406C-A743-7A5AE43C1953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2771775"/>
              <a:ext cx="457200" cy="457200"/>
            </a:xfrm>
            <a:custGeom>
              <a:pathLst>
                <a:path w="952500" h="952500">
                  <a:moveTo>
                    <a:pt x="133350" y="76200"/>
                  </a:moveTo>
                  <a:lnTo>
                    <a:pt x="857250" y="76200"/>
                  </a:lnTo>
                  <a:lnTo>
                    <a:pt x="857250" y="209550"/>
                  </a:lnTo>
                  <a:lnTo>
                    <a:pt x="333375" y="209550"/>
                  </a:lnTo>
                  <a:lnTo>
                    <a:pt x="628650" y="476250"/>
                  </a:lnTo>
                  <a:lnTo>
                    <a:pt x="333375" y="742950"/>
                  </a:lnTo>
                  <a:lnTo>
                    <a:pt x="857250" y="742950"/>
                  </a:lnTo>
                  <a:lnTo>
                    <a:pt x="857250" y="876300"/>
                  </a:lnTo>
                  <a:lnTo>
                    <a:pt x="133350" y="876300"/>
                  </a:lnTo>
                  <a:lnTo>
                    <a:pt x="133350" y="762000"/>
                  </a:lnTo>
                  <a:lnTo>
                    <a:pt x="447675" y="476250"/>
                  </a:lnTo>
                  <a:lnTo>
                    <a:pt x="133350" y="1905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26" name="gallery.hexagon-sum.note.1358">
            <a:extLst>
              <a:ext uri="{FF2B5EF4-FFF2-40B4-BE49-F238E27FC236}">
                <a16:creationId id="{34D52C1B-FBF9-4E88-A80B-47504B5506F5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六边形轮廓包围求和符号</a:t>
            </a:r>
          </a:p>
        </p:txBody>
      </p:sp>
      <p:sp>
        <p:nvSpPr>
          <p:cNvPr id="27" name="gallery.double-ring-dot.frame.1359">
            <a:extLst>
              <a:ext uri="{FF2B5EF4-FFF2-40B4-BE49-F238E27FC236}">
                <a16:creationId id="{29EF953A-3728-49DF-970A-C9D9BFF3599C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8" name="gallery.double-ring-dot.heading.1360">
            <a:extLst>
              <a:ext uri="{FF2B5EF4-FFF2-40B4-BE49-F238E27FC236}">
                <a16:creationId id="{46DF46C1-4581-4DBC-BB53-16F833A14BF9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双环点积</a:t>
            </a:r>
          </a:p>
        </p:txBody>
      </p:sp>
      <p:grpSp>
        <p:nvGrpSpPr>
          <p:cNvPr id="59" name="双环点积"/>
          <p:cNvGrpSpPr/>
          <p:nvPr/>
        </p:nvGrpSpPr>
        <p:grpSpPr>
          <a:xfrm>
            <a:off x="1847850" y="5076825"/>
            <a:ext cx="800100" cy="800100"/>
            <a:chOff x="1847850" y="5076825"/>
            <a:chExt cx="800100" cy="800100"/>
          </a:xfrm>
        </p:grpSpPr>
        <p:sp>
          <p:nvSpPr>
            <p:cNvPr id="29" name="instance.C16.129.outer-ring.1.1361">
              <a:extLst>
                <a:ext uri="{FF2B5EF4-FFF2-40B4-BE49-F238E27FC236}">
                  <a16:creationId id="{CA1337D2-D66C-4328-8EA0-E6C76AF03A49}"/>
                </a:ext>
              </a:extLst>
            </p:cNvPr>
            <p:cNvSpPr>
              <a:spLocks noGrp="1"/>
            </p:cNvSpPr>
            <p:nvPr/>
          </p:nvSpPr>
          <p:spPr>
            <a:xfrm>
              <a:off x="1847850" y="507682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30" name="instance.C16.129.inner-ring.2.1362">
              <a:extLst>
                <a:ext uri="{FF2B5EF4-FFF2-40B4-BE49-F238E27FC236}">
                  <a16:creationId id="{D4B99D6F-64F1-41DE-A8A1-D9A75D4522DE}"/>
                </a:ext>
              </a:extLst>
            </p:cNvPr>
            <p:cNvSpPr>
              <a:spLocks noGrp="1"/>
            </p:cNvSpPr>
            <p:nvPr/>
          </p:nvSpPr>
          <p:spPr>
            <a:xfrm>
              <a:off x="1952625" y="5181600"/>
              <a:ext cx="590550" cy="590550"/>
            </a:xfrm>
            <a:prstGeom prst="ellipse">
              <a:avLst/>
            </a:prstGeom>
            <a:solidFill>
              <a:srgbClr val="F2F7FB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31" name="instance.C16.129.sign.dot.3.1363">
              <a:extLst>
                <a:ext uri="{FF2B5EF4-FFF2-40B4-BE49-F238E27FC236}">
                  <a16:creationId id="{8AEA51D2-2DE1-426E-BA41-4B8097779A18}"/>
                </a:ext>
              </a:extLst>
            </p:cNvPr>
            <p:cNvSpPr>
              <a:spLocks noGrp="1"/>
            </p:cNvSpPr>
            <p:nvPr/>
          </p:nvSpPr>
          <p:spPr>
            <a:xfrm>
              <a:off x="2205371" y="5434346"/>
              <a:ext cx="85058" cy="85058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32" name="gallery.double-ring-dot.note.1364">
            <a:extLst>
              <a:ext uri="{FF2B5EF4-FFF2-40B4-BE49-F238E27FC236}">
                <a16:creationId id="{1C775EA0-6F27-42B4-B24F-BDDF69E23089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双圆环保留中心点积</a:t>
            </a:r>
          </a:p>
        </p:txBody>
      </p:sp>
      <p:sp>
        <p:nvSpPr>
          <p:cNvPr id="33" name="gallery.open-bracket-equal.frame.1365">
            <a:extLst>
              <a:ext uri="{FF2B5EF4-FFF2-40B4-BE49-F238E27FC236}">
                <a16:creationId id="{6E4286CC-2220-4866-8353-1DF08E144FE4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4" name="gallery.open-bracket-equal.heading.1366">
            <a:extLst>
              <a:ext uri="{FF2B5EF4-FFF2-40B4-BE49-F238E27FC236}">
                <a16:creationId id="{9FD75F3B-71B0-4C8F-AFEB-E39E0063E49D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开放括线等号</a:t>
            </a:r>
          </a:p>
        </p:txBody>
      </p:sp>
      <p:grpSp>
        <p:nvGrpSpPr>
          <p:cNvPr id="60" name="开放括线等号"/>
          <p:cNvGrpSpPr/>
          <p:nvPr/>
        </p:nvGrpSpPr>
        <p:grpSpPr>
          <a:xfrm>
            <a:off x="5619750" y="5143500"/>
            <a:ext cx="952500" cy="666750"/>
            <a:chOff x="5619750" y="5143500"/>
            <a:chExt cx="952500" cy="666750"/>
          </a:xfrm>
        </p:grpSpPr>
        <p:sp>
          <p:nvSpPr>
            <p:cNvPr id="35" name="instance.C16.130.left-top.1.1367">
              <a:extLst>
                <a:ext uri="{FF2B5EF4-FFF2-40B4-BE49-F238E27FC236}">
                  <a16:creationId id="{1E2D59E6-4062-4BD2-9CD4-10B7ECFA58C0}"/>
                </a:ext>
              </a:extLst>
            </p:cNvPr>
            <p:cNvSpPr>
              <a:spLocks noGrp="1"/>
            </p:cNvSpPr>
            <p:nvPr/>
          </p:nvSpPr>
          <p:spPr>
            <a:xfrm>
              <a:off x="5619750" y="5143500"/>
              <a:ext cx="152400" cy="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36" name="instance.C16.130.left-side.2.1368">
              <a:extLst>
                <a:ext uri="{FF2B5EF4-FFF2-40B4-BE49-F238E27FC236}">
                  <a16:creationId id="{AD2916AB-E1CE-4A66-9ABA-BBFD75658259}"/>
                </a:ext>
              </a:extLst>
            </p:cNvPr>
            <p:cNvSpPr>
              <a:spLocks noGrp="1"/>
            </p:cNvSpPr>
            <p:nvPr/>
          </p:nvSpPr>
          <p:spPr>
            <a:xfrm>
              <a:off x="5619750" y="5143500"/>
              <a:ext cx="0" cy="66675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37" name="instance.C16.130.left-bottom.3.1369">
              <a:extLst>
                <a:ext uri="{FF2B5EF4-FFF2-40B4-BE49-F238E27FC236}">
                  <a16:creationId id="{10B9E801-C2CF-4DD5-909E-40C741A68A7E}"/>
                </a:ext>
              </a:extLst>
            </p:cNvPr>
            <p:cNvSpPr>
              <a:spLocks noGrp="1"/>
            </p:cNvSpPr>
            <p:nvPr/>
          </p:nvSpPr>
          <p:spPr>
            <a:xfrm>
              <a:off x="5619750" y="5810250"/>
              <a:ext cx="152400" cy="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38" name="instance.C16.130.right-top.4.1370">
              <a:extLst>
                <a:ext uri="{FF2B5EF4-FFF2-40B4-BE49-F238E27FC236}">
                  <a16:creationId id="{78FE4743-DDC5-4DCA-9CCE-BE2A0D498AC0}"/>
                </a:ext>
              </a:extLst>
            </p:cNvPr>
            <p:cNvSpPr>
              <a:spLocks noGrp="1"/>
            </p:cNvSpPr>
            <p:nvPr/>
          </p:nvSpPr>
          <p:spPr>
            <a:xfrm>
              <a:off x="6419850" y="5143500"/>
              <a:ext cx="152400" cy="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39" name="instance.C16.130.right-side.5.1371">
              <a:extLst>
                <a:ext uri="{FF2B5EF4-FFF2-40B4-BE49-F238E27FC236}">
                  <a16:creationId id="{EA46638C-5CAC-4EC7-9469-1F43EA324D61}"/>
                </a:ext>
              </a:extLst>
            </p:cNvPr>
            <p:cNvSpPr>
              <a:spLocks noGrp="1"/>
            </p:cNvSpPr>
            <p:nvPr/>
          </p:nvSpPr>
          <p:spPr>
            <a:xfrm>
              <a:off x="6572250" y="5143500"/>
              <a:ext cx="0" cy="66675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40" name="instance.C16.130.right-bottom.6.1372">
              <a:extLst>
                <a:ext uri="{FF2B5EF4-FFF2-40B4-BE49-F238E27FC236}">
                  <a16:creationId id="{2DC33A4A-1EE4-4EEF-95FF-CCF950B2A308}"/>
                </a:ext>
              </a:extLst>
            </p:cNvPr>
            <p:cNvSpPr>
              <a:spLocks noGrp="1"/>
            </p:cNvSpPr>
            <p:nvPr/>
          </p:nvSpPr>
          <p:spPr>
            <a:xfrm>
              <a:off x="6419850" y="5810250"/>
              <a:ext cx="152400" cy="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41" name="instance.C16.130.sign.upper.7.1373">
              <a:extLst>
                <a:ext uri="{FF2B5EF4-FFF2-40B4-BE49-F238E27FC236}">
                  <a16:creationId id="{17322950-3EB0-4E76-A037-462E76A9B5B8}"/>
                </a:ext>
              </a:extLst>
            </p:cNvPr>
            <p:cNvSpPr>
              <a:spLocks noGrp="1"/>
            </p:cNvSpPr>
            <p:nvPr/>
          </p:nvSpPr>
          <p:spPr>
            <a:xfrm>
              <a:off x="5941981" y="5390531"/>
              <a:ext cx="308039" cy="4200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2" name="instance.C16.130.sign.lower.8.1374">
              <a:extLst>
                <a:ext uri="{FF2B5EF4-FFF2-40B4-BE49-F238E27FC236}">
                  <a16:creationId id="{ABCBE2B0-313E-44E9-826A-E11D03D33BC5}"/>
                </a:ext>
              </a:extLst>
            </p:cNvPr>
            <p:cNvSpPr>
              <a:spLocks noGrp="1"/>
            </p:cNvSpPr>
            <p:nvPr/>
          </p:nvSpPr>
          <p:spPr>
            <a:xfrm>
              <a:off x="5941981" y="5521214"/>
              <a:ext cx="308039" cy="4200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43" name="gallery.open-bracket-equal.note.1375">
            <a:extLst>
              <a:ext uri="{FF2B5EF4-FFF2-40B4-BE49-F238E27FC236}">
                <a16:creationId id="{934BEA49-404E-419C-81D0-2DD8C1FC61DF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开放括线收拢两条横线</a:t>
            </a:r>
          </a:p>
        </p:txBody>
      </p:sp>
      <p:sp>
        <p:nvSpPr>
          <p:cNvPr id="44" name="gallery.split-symbol.frame.1376">
            <a:extLst>
              <a:ext uri="{FF2B5EF4-FFF2-40B4-BE49-F238E27FC236}">
                <a16:creationId id="{5137500C-7386-4AED-B154-8B435366F285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5" name="gallery.split-symbol.heading.1377">
            <a:extLst>
              <a:ext uri="{FF2B5EF4-FFF2-40B4-BE49-F238E27FC236}">
                <a16:creationId id="{7D90F82E-3CAE-4C8E-B3EA-D7DE71DA2507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分隔双符号</a:t>
            </a:r>
          </a:p>
        </p:txBody>
      </p:sp>
      <p:grpSp>
        <p:nvGrpSpPr>
          <p:cNvPr id="61" name="分隔双符号"/>
          <p:cNvGrpSpPr/>
          <p:nvPr/>
        </p:nvGrpSpPr>
        <p:grpSpPr>
          <a:xfrm>
            <a:off x="9239250" y="5153025"/>
            <a:ext cx="1409700" cy="647700"/>
            <a:chOff x="9239250" y="5153025"/>
            <a:chExt cx="1409700" cy="647700"/>
          </a:xfrm>
        </p:grpSpPr>
        <p:sp>
          <p:nvSpPr>
            <p:cNvPr id="46" name="instance.C16.131.body.1.1378">
              <a:extLst>
                <a:ext uri="{FF2B5EF4-FFF2-40B4-BE49-F238E27FC236}">
                  <a16:creationId id="{C2B5054B-8AF6-4D63-9CAC-327DA8393DC7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5153025"/>
              <a:ext cx="1409700" cy="647700"/>
            </a:xfrm>
            <a:prstGeom prst="rect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47" name="instance.C16.131.divider.2.1379">
              <a:extLst>
                <a:ext uri="{FF2B5EF4-FFF2-40B4-BE49-F238E27FC236}">
                  <a16:creationId id="{3339D1C7-4862-4CE9-9601-467BAC21E095}"/>
                </a:ext>
              </a:extLst>
            </p:cNvPr>
            <p:cNvSpPr>
              <a:spLocks noGrp="1"/>
            </p:cNvSpPr>
            <p:nvPr/>
          </p:nvSpPr>
          <p:spPr>
            <a:xfrm>
              <a:off x="9944100" y="5153025"/>
              <a:ext cx="0" cy="647700"/>
            </a:xfrm>
            <a:prstGeom prst="line">
              <a:avLst/>
            </a:prstGeom>
            <a:noFill/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48" name="instance.C16.131.left-sign.horizontal.3.1380">
              <a:extLst>
                <a:ext uri="{FF2B5EF4-FFF2-40B4-BE49-F238E27FC236}">
                  <a16:creationId id="{FB9D45D5-E7EF-454D-8761-0971A1847D05}"/>
                </a:ext>
              </a:extLst>
            </p:cNvPr>
            <p:cNvSpPr>
              <a:spLocks noGrp="1"/>
            </p:cNvSpPr>
            <p:nvPr/>
          </p:nvSpPr>
          <p:spPr>
            <a:xfrm>
              <a:off x="9472232" y="5460587"/>
              <a:ext cx="238887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9" name="instance.C16.131.left-sign.vertical.4.1381">
              <a:extLst>
                <a:ext uri="{FF2B5EF4-FFF2-40B4-BE49-F238E27FC236}">
                  <a16:creationId id="{70A76381-0B7B-4F97-9F79-2EBB7A0D7FF5}"/>
                </a:ext>
              </a:extLst>
            </p:cNvPr>
            <p:cNvSpPr>
              <a:spLocks noGrp="1"/>
            </p:cNvSpPr>
            <p:nvPr/>
          </p:nvSpPr>
          <p:spPr>
            <a:xfrm rot="5400000">
              <a:off x="9472232" y="5460587"/>
              <a:ext cx="238887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50" name="instance.C16.131.right-sign.diagonal-a.5.1382">
              <a:extLst>
                <a:ext uri="{FF2B5EF4-FFF2-40B4-BE49-F238E27FC236}">
                  <a16:creationId id="{695FBD92-9905-4F12-9B71-0899CB97AF2E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10169843" y="5460587"/>
              <a:ext cx="253365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51" name="instance.C16.131.right-sign.diagonal-b.6.1383">
              <a:extLst>
                <a:ext uri="{FF2B5EF4-FFF2-40B4-BE49-F238E27FC236}">
                  <a16:creationId id="{4926E969-D946-4BFE-9AAE-61016B58EB8B}"/>
                </a:ext>
              </a:extLst>
            </p:cNvPr>
            <p:cNvSpPr>
              <a:spLocks noGrp="1"/>
            </p:cNvSpPr>
            <p:nvPr/>
          </p:nvSpPr>
          <p:spPr>
            <a:xfrm rot="8100000">
              <a:off x="10169843" y="5460587"/>
              <a:ext cx="253365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52" name="gallery.split-symbol.note.1384">
            <a:extLst>
              <a:ext uri="{FF2B5EF4-FFF2-40B4-BE49-F238E27FC236}">
                <a16:creationId id="{DB0B711E-D9A4-481C-B811-1305896A49CA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同一框体分为两个符号区</a:t>
            </a:r>
          </a:p>
        </p:txBody>
      </p:sp>
      <p:sp>
        <p:nvSpPr>
          <p:cNvPr id="62" name="navigation.rule.2730">
            <a:extLst>
              <a:ext uri="{FF2B5EF4-FFF2-40B4-BE49-F238E27FC236}">
                <a16:creationId id="{766C1C3B-A9AB-4672-9466-A353AF4A773E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3" name="navigation.section.2731">
            <a:extLst>
              <a:ext uri="{FF2B5EF4-FFF2-40B4-BE49-F238E27FC236}">
                <a16:creationId id="{BA6E8F95-7E77-44B3-9000-2F4D3C402766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第6节　节点、符号与叠层平面</a:t>
            </a:r>
          </a:p>
        </p:txBody>
      </p:sp>
      <p:sp>
        <p:nvSpPr>
          <p:cNvPr id="64" name="navigation.page.2732">
            <a:extLst>
              <a:ext uri="{FF2B5EF4-FFF2-40B4-BE49-F238E27FC236}">
                <a16:creationId id="{1A3A0C2A-A97F-4AB1-A53E-E85932C3D2AA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36 / 53</a:t>
            </a:r>
          </a:p>
        </p:txBody>
      </p:sp>
    </p:spTree>
    <p:extLst>
      <p:ext uri="{BB962C8B-B14F-4D97-AF65-F5344CB8AC3E}">
        <p14:creationId val="745837744"/>
      </p:ext>
    </p:extLst>
  </p:cSld>
</p:sld>
</file>

<file path=ppt/slides/slide3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4" name="6.4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73" name="header.accent.1385">
              <a:extLst>
                <a:ext uri="{FF2B5EF4-FFF2-40B4-BE49-F238E27FC236}">
                  <a16:creationId id="{E6812E45-EABA-40ED-827E-C7239BC887D6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386">
              <a:extLst>
                <a:ext uri="{FF2B5EF4-FFF2-40B4-BE49-F238E27FC236}">
                  <a16:creationId id="{15BB0D25-63CE-478A-8F5A-F21C57B59F5C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6.4</a:t>
              </a:r>
            </a:p>
          </p:txBody>
        </p:sp>
        <p:sp>
          <p:nvSpPr>
            <p:cNvPr id="3" name="header.gradient.1387">
              <a:extLst>
                <a:ext uri="{FF2B5EF4-FFF2-40B4-BE49-F238E27FC236}">
                  <a16:creationId id="{2EB39E95-A3C4-45BE-ABFA-D9F1529EC64A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388">
              <a:extLst>
                <a:ext uri="{FF2B5EF4-FFF2-40B4-BE49-F238E27FC236}">
                  <a16:creationId id="{4504F078-5BF3-405E-92CD-528E370B5402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符号组合结构</a:t>
              </a:r>
            </a:p>
          </p:txBody>
        </p:sp>
        <p:sp>
          <p:nvSpPr>
            <p:cNvPr id="5" name="header.library.1389">
              <a:extLst>
                <a:ext uri="{FF2B5EF4-FFF2-40B4-BE49-F238E27FC236}">
                  <a16:creationId id="{2019B7F8-709D-44DD-BC16-D2704344DCD8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75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390">
              <a:extLst>
                <a:ext uri="{FF2B5EF4-FFF2-40B4-BE49-F238E27FC236}">
                  <a16:creationId id="{EBAE7432-BE9D-48EF-8DEB-38C3223959F2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391">
              <a:extLst>
                <a:ext uri="{FF2B5EF4-FFF2-40B4-BE49-F238E27FC236}">
                  <a16:creationId id="{21EE38D0-A843-4735-BA56-FB73FFE42ADB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392">
              <a:extLst>
                <a:ext uri="{FF2B5EF4-FFF2-40B4-BE49-F238E27FC236}">
                  <a16:creationId id="{871B8142-D329-46F6-BDA2-84AA9D2D65BB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393">
              <a:extLst>
                <a:ext uri="{FF2B5EF4-FFF2-40B4-BE49-F238E27FC236}">
                  <a16:creationId id="{D1A71A44-5C92-4B45-830C-EFA4826D0057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输入、串联、成组与嵌套关系形成不同的符号组合，保持统一的蓝白配色。</a:t>
              </a:r>
            </a:p>
          </p:txBody>
        </p:sp>
      </p:grpSp>
      <p:sp>
        <p:nvSpPr>
          <p:cNvPr id="10" name="gallery.dual-input-sum.frame.1394">
            <a:extLst>
              <a:ext uri="{FF2B5EF4-FFF2-40B4-BE49-F238E27FC236}">
                <a16:creationId id="{FCC3E92C-418D-450F-91ED-D456EC0751B6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dual-input-sum.heading.1395">
            <a:extLst>
              <a:ext uri="{FF2B5EF4-FFF2-40B4-BE49-F238E27FC236}">
                <a16:creationId id="{8D723C8D-E97D-4ED1-821B-DC9D9C273AF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双输入求和</a:t>
            </a:r>
          </a:p>
        </p:txBody>
      </p:sp>
      <p:grpSp>
        <p:nvGrpSpPr>
          <p:cNvPr id="76" name="双输入求和"/>
          <p:cNvGrpSpPr/>
          <p:nvPr/>
        </p:nvGrpSpPr>
        <p:grpSpPr>
          <a:xfrm>
            <a:off x="1438275" y="2686050"/>
            <a:ext cx="1638300" cy="628650"/>
            <a:chOff x="1438275" y="2686050"/>
            <a:chExt cx="1638300" cy="628650"/>
          </a:xfrm>
        </p:grpSpPr>
        <p:cxnSp>
          <p:nvCxnSpPr>
            <p:cNvPr id="16" name="instance.C16.132.input-a.5">
              <a:extLst>
                <a:ext uri="{FF2B5EF4-FFF2-40B4-BE49-F238E27FC236}">
                  <a16:creationId id="{EDDF46F3-0594-4BC9-932F-55D9AEBF6A27}"/>
                </a:ext>
              </a:extLst>
            </p:cNvPr>
            <p:cNvCxnSpPr>
              <a:stCxn id="12" idx="6"/>
              <a:endCxn id="14" idx="2"/>
            </p:cNvCxnSpPr>
            <p:nvPr/>
          </p:nvCxnSpPr>
          <p:spPr>
            <a:xfrm>
              <a:off x="1552575" y="2743200"/>
              <a:ext cx="400050" cy="257175"/>
            </a:xfrm>
            <a:prstGeom prst="bentConnector3">
              <a:avLst>
                <a:gd name="adj1" fmla="val 50000"/>
              </a:avLst>
            </a:prstGeom>
            <a:ln w="16193">
              <a:solidFill>
                <a:srgbClr val="0759BE"/>
              </a:solidFill>
              <a:prstDash val="solid"/>
              <a:tailEnd type="none" w="sm" len="sm"/>
            </a:ln>
          </p:spPr>
        </p:cxnSp>
        <p:cxnSp>
          <p:nvCxnSpPr>
            <p:cNvPr id="17" name="instance.C16.132.input-b.6">
              <a:extLst>
                <a:ext uri="{FF2B5EF4-FFF2-40B4-BE49-F238E27FC236}">
                  <a16:creationId id="{300A294B-C393-42EB-A671-50763DE29C6D}"/>
                </a:ext>
              </a:extLst>
            </p:cNvPr>
            <p:cNvCxnSpPr>
              <a:stCxn id="13" idx="6"/>
              <a:endCxn id="14" idx="2"/>
            </p:cNvCxnSpPr>
            <p:nvPr/>
          </p:nvCxnSpPr>
          <p:spPr>
            <a:xfrm flipV="1">
              <a:off x="1552575" y="3000375"/>
              <a:ext cx="400050" cy="257175"/>
            </a:xfrm>
            <a:prstGeom prst="bentConnector3">
              <a:avLst>
                <a:gd name="adj1" fmla="val 50000"/>
              </a:avLst>
            </a:prstGeom>
            <a:ln w="16193">
              <a:solidFill>
                <a:srgbClr val="0759BE"/>
              </a:solidFill>
              <a:prstDash val="solid"/>
              <a:tailEnd type="none" w="sm" len="sm"/>
            </a:ln>
          </p:spPr>
        </p:cxnSp>
        <p:cxnSp>
          <p:nvCxnSpPr>
            <p:cNvPr id="18" name="instance.C16.132.output.7">
              <a:extLst>
                <a:ext uri="{FF2B5EF4-FFF2-40B4-BE49-F238E27FC236}">
                  <a16:creationId id="{92AB5D74-685E-4FD9-8C05-7807F714BBCB}"/>
                </a:ext>
              </a:extLst>
            </p:cNvPr>
            <p:cNvCxnSpPr>
              <a:stCxn id="14" idx="6"/>
              <a:endCxn id="15" idx="2"/>
            </p:cNvCxnSpPr>
            <p:nvPr/>
          </p:nvCxnSpPr>
          <p:spPr>
            <a:xfrm>
              <a:off x="2543175" y="3000375"/>
              <a:ext cx="419100" cy="0"/>
            </a:xfrm>
            <a:prstGeom prst="straightConnector1">
              <a:avLst/>
            </a:prstGeom>
            <a:ln w="16193">
              <a:solidFill>
                <a:srgbClr val="0759BE"/>
              </a:solidFill>
              <a:prstDash val="solid"/>
              <a:tailEnd type="none" w="sm" len="sm"/>
            </a:ln>
          </p:spPr>
        </p:cxnSp>
        <p:sp>
          <p:nvSpPr>
            <p:cNvPr id="12" name="instance.C16.132.port-a.1.1396">
              <a:extLst>
                <a:ext uri="{FF2B5EF4-FFF2-40B4-BE49-F238E27FC236}">
                  <a16:creationId id="{623F17DE-8454-4DBE-A958-85C25247905B}"/>
                </a:ext>
              </a:extLst>
            </p:cNvPr>
            <p:cNvSpPr>
              <a:spLocks noGrp="1"/>
            </p:cNvSpPr>
            <p:nvPr/>
          </p:nvSpPr>
          <p:spPr>
            <a:xfrm>
              <a:off x="1438275" y="2686050"/>
              <a:ext cx="114300" cy="114300"/>
            </a:xfrm>
            <a:prstGeom prst="ellipse">
              <a:avLst/>
            </a:prstGeom>
            <a:solidFill>
              <a:srgbClr val="0759BE"/>
            </a:solidFill>
            <a:ln w="0">
              <a:solidFill>
                <a:srgbClr val="0759BE"/>
              </a:solidFill>
              <a:prstDash val="solid"/>
            </a:ln>
          </p:spPr>
        </p:sp>
        <p:sp>
          <p:nvSpPr>
            <p:cNvPr id="13" name="instance.C16.132.port-b.2.1397">
              <a:extLst>
                <a:ext uri="{FF2B5EF4-FFF2-40B4-BE49-F238E27FC236}">
                  <a16:creationId id="{7CC694D6-AC72-489C-A0C7-C01974FB8215}"/>
                </a:ext>
              </a:extLst>
            </p:cNvPr>
            <p:cNvSpPr>
              <a:spLocks noGrp="1"/>
            </p:cNvSpPr>
            <p:nvPr/>
          </p:nvSpPr>
          <p:spPr>
            <a:xfrm>
              <a:off x="1438275" y="3200400"/>
              <a:ext cx="114300" cy="114300"/>
            </a:xfrm>
            <a:prstGeom prst="ellipse">
              <a:avLst/>
            </a:prstGeom>
            <a:solidFill>
              <a:srgbClr val="0759BE"/>
            </a:solidFill>
            <a:ln w="0">
              <a:solidFill>
                <a:srgbClr val="0759BE"/>
              </a:solidFill>
              <a:prstDash val="solid"/>
            </a:ln>
          </p:spPr>
        </p:sp>
        <p:sp>
          <p:nvSpPr>
            <p:cNvPr id="14" name="instance.C16.132.operator.3.1398">
              <a:extLst>
                <a:ext uri="{FF2B5EF4-FFF2-40B4-BE49-F238E27FC236}">
                  <a16:creationId id="{FA7B5E7F-B1C9-4DB4-AF67-3D3F5DD8119D}"/>
                </a:ext>
              </a:extLst>
            </p:cNvPr>
            <p:cNvSpPr>
              <a:spLocks noGrp="1"/>
            </p:cNvSpPr>
            <p:nvPr/>
          </p:nvSpPr>
          <p:spPr>
            <a:xfrm>
              <a:off x="1952625" y="2705100"/>
              <a:ext cx="590550" cy="59055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15" name="instance.C16.132.port-out.4.1399">
              <a:extLst>
                <a:ext uri="{FF2B5EF4-FFF2-40B4-BE49-F238E27FC236}">
                  <a16:creationId id="{4C5A3629-A6D6-42B1-BD63-535F9BD39DF9}"/>
                </a:ext>
              </a:extLst>
            </p:cNvPr>
            <p:cNvSpPr>
              <a:spLocks noGrp="1"/>
            </p:cNvSpPr>
            <p:nvPr/>
          </p:nvSpPr>
          <p:spPr>
            <a:xfrm>
              <a:off x="2962275" y="2943225"/>
              <a:ext cx="114300" cy="114300"/>
            </a:xfrm>
            <a:prstGeom prst="ellipse">
              <a:avLst/>
            </a:prstGeom>
            <a:solidFill>
              <a:srgbClr val="0759BE"/>
            </a:solidFill>
            <a:ln w="0">
              <a:solidFill>
                <a:srgbClr val="0759BE"/>
              </a:solidFill>
              <a:prstDash val="solid"/>
            </a:ln>
          </p:spPr>
        </p:sp>
        <p:sp>
          <p:nvSpPr>
            <p:cNvPr id="19" name="instance.C16.132.sum.horizontal.8.1400">
              <a:extLst>
                <a:ext uri="{FF2B5EF4-FFF2-40B4-BE49-F238E27FC236}">
                  <a16:creationId id="{EA81255E-6256-42F1-8D4B-9A00624EEFB7}"/>
                </a:ext>
              </a:extLst>
            </p:cNvPr>
            <p:cNvSpPr>
              <a:spLocks noGrp="1"/>
            </p:cNvSpPr>
            <p:nvPr/>
          </p:nvSpPr>
          <p:spPr>
            <a:xfrm>
              <a:off x="2115884" y="2982373"/>
              <a:ext cx="264033" cy="3600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0" name="instance.C16.132.sum.vertical.9.1401">
              <a:extLst>
                <a:ext uri="{FF2B5EF4-FFF2-40B4-BE49-F238E27FC236}">
                  <a16:creationId id="{3F1F3B64-DE31-42CA-93C5-7C0C81F5B9AB}"/>
                </a:ext>
              </a:extLst>
            </p:cNvPr>
            <p:cNvSpPr>
              <a:spLocks noGrp="1"/>
            </p:cNvSpPr>
            <p:nvPr/>
          </p:nvSpPr>
          <p:spPr>
            <a:xfrm rot="5400000">
              <a:off x="2115884" y="2982373"/>
              <a:ext cx="264033" cy="36005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21" name="gallery.dual-input-sum.note.1402">
            <a:extLst>
              <a:ext uri="{FF2B5EF4-FFF2-40B4-BE49-F238E27FC236}">
                <a16:creationId id="{0A769C69-556D-4E7A-8EE2-BB72063AABF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两侧端口连接中央算子</a:t>
            </a:r>
          </a:p>
        </p:txBody>
      </p:sp>
      <p:sp>
        <p:nvSpPr>
          <p:cNvPr id="22" name="gallery.serial-pair.frame.1403">
            <a:extLst>
              <a:ext uri="{FF2B5EF4-FFF2-40B4-BE49-F238E27FC236}">
                <a16:creationId id="{7217B8F2-02C1-429B-8FCD-37F7355EAB7A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serial-pair.heading.1404">
            <a:extLst>
              <a:ext uri="{FF2B5EF4-FFF2-40B4-BE49-F238E27FC236}">
                <a16:creationId id="{11B7BA70-4F04-4ABB-897D-E3B0934FEB96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串联算子</a:t>
            </a:r>
          </a:p>
        </p:txBody>
      </p:sp>
      <p:grpSp>
        <p:nvGrpSpPr>
          <p:cNvPr id="77" name="串联算子"/>
          <p:cNvGrpSpPr/>
          <p:nvPr/>
        </p:nvGrpSpPr>
        <p:grpSpPr>
          <a:xfrm>
            <a:off x="5391150" y="2724150"/>
            <a:ext cx="1409700" cy="552450"/>
            <a:chOff x="5391150" y="2724150"/>
            <a:chExt cx="1409700" cy="552450"/>
          </a:xfrm>
        </p:grpSpPr>
        <p:cxnSp>
          <p:nvCxnSpPr>
            <p:cNvPr id="26" name="instance.C16.133.sequence.3">
              <a:extLst>
                <a:ext uri="{FF2B5EF4-FFF2-40B4-BE49-F238E27FC236}">
                  <a16:creationId id="{F4F976C2-86C0-4EFC-B3AA-37ACAF03F5D3}"/>
                </a:ext>
              </a:extLst>
            </p:cNvPr>
            <p:cNvCxnSpPr>
              <a:stCxn id="24" idx="6"/>
              <a:endCxn id="25" idx="2"/>
            </p:cNvCxnSpPr>
            <p:nvPr/>
          </p:nvCxnSpPr>
          <p:spPr>
            <a:xfrm>
              <a:off x="5943600" y="3000375"/>
              <a:ext cx="304800" cy="0"/>
            </a:xfrm>
            <a:prstGeom prst="straightConnector1">
              <a:avLst/>
            </a:prstGeom>
            <a:ln w="16193">
              <a:solidFill>
                <a:srgbClr val="0759BE"/>
              </a:solidFill>
              <a:prstDash val="solid"/>
              <a:tailEnd type="triangle" w="sm" len="sm"/>
            </a:ln>
          </p:spPr>
        </p:cxnSp>
        <p:sp>
          <p:nvSpPr>
            <p:cNvPr id="24" name="instance.C16.133.first.1.1405">
              <a:extLst>
                <a:ext uri="{FF2B5EF4-FFF2-40B4-BE49-F238E27FC236}">
                  <a16:creationId id="{AC6083E1-76A9-4CB1-9009-A63F90F4CA43}"/>
                </a:ext>
              </a:extLst>
            </p:cNvPr>
            <p:cNvSpPr>
              <a:spLocks noGrp="1"/>
            </p:cNvSpPr>
            <p:nvPr/>
          </p:nvSpPr>
          <p:spPr>
            <a:xfrm>
              <a:off x="5391150" y="2724150"/>
              <a:ext cx="552450" cy="55245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25" name="instance.C16.133.second.2.1406">
              <a:extLst>
                <a:ext uri="{FF2B5EF4-FFF2-40B4-BE49-F238E27FC236}">
                  <a16:creationId id="{69743A53-2D53-4260-847B-D75304E78979}"/>
                </a:ext>
              </a:extLst>
            </p:cNvPr>
            <p:cNvSpPr>
              <a:spLocks noGrp="1"/>
            </p:cNvSpPr>
            <p:nvPr/>
          </p:nvSpPr>
          <p:spPr>
            <a:xfrm>
              <a:off x="6248400" y="2724150"/>
              <a:ext cx="552450" cy="55245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27" name="instance.C16.133.first-sign.horizontal.4.1407">
              <a:extLst>
                <a:ext uri="{FF2B5EF4-FFF2-40B4-BE49-F238E27FC236}">
                  <a16:creationId id="{08E47C73-318F-45B6-BD32-3C9CF7FEBFBB}"/>
                </a:ext>
              </a:extLst>
            </p:cNvPr>
            <p:cNvSpPr>
              <a:spLocks noGrp="1"/>
            </p:cNvSpPr>
            <p:nvPr/>
          </p:nvSpPr>
          <p:spPr>
            <a:xfrm>
              <a:off x="5551075" y="2984516"/>
              <a:ext cx="232601" cy="31718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8" name="instance.C16.133.first-sign.vertical.5.1408">
              <a:extLst>
                <a:ext uri="{FF2B5EF4-FFF2-40B4-BE49-F238E27FC236}">
                  <a16:creationId id="{97D9BA17-DB5E-4C56-80BF-870D2941FD75}"/>
                </a:ext>
              </a:extLst>
            </p:cNvPr>
            <p:cNvSpPr>
              <a:spLocks noGrp="1"/>
            </p:cNvSpPr>
            <p:nvPr/>
          </p:nvSpPr>
          <p:spPr>
            <a:xfrm rot="5400000">
              <a:off x="5551075" y="2984516"/>
              <a:ext cx="232601" cy="31718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9" name="instance.C16.133.second-sign.diagonal-a.6.1409">
              <a:extLst>
                <a:ext uri="{FF2B5EF4-FFF2-40B4-BE49-F238E27FC236}">
                  <a16:creationId id="{4220E0D4-F36E-4932-8685-3191D982720C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6401276" y="2984516"/>
              <a:ext cx="246698" cy="31718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0" name="instance.C16.133.second-sign.diagonal-b.7.1410">
              <a:extLst>
                <a:ext uri="{FF2B5EF4-FFF2-40B4-BE49-F238E27FC236}">
                  <a16:creationId id="{B8A93952-ED3D-486A-94CE-7C180123194E}"/>
                </a:ext>
              </a:extLst>
            </p:cNvPr>
            <p:cNvSpPr>
              <a:spLocks noGrp="1"/>
            </p:cNvSpPr>
            <p:nvPr/>
          </p:nvSpPr>
          <p:spPr>
            <a:xfrm rot="8100000">
              <a:off x="6401276" y="2984516"/>
              <a:ext cx="246698" cy="31718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31" name="gallery.serial-pair.note.1411">
            <a:extLst>
              <a:ext uri="{FF2B5EF4-FFF2-40B4-BE49-F238E27FC236}">
                <a16:creationId id="{3D23D207-5AEE-408B-9164-C969E8B091FA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两个算子按次序连接</a:t>
            </a:r>
          </a:p>
        </p:txBody>
      </p:sp>
      <p:sp>
        <p:nvSpPr>
          <p:cNvPr id="32" name="gallery.parallel-group.frame.1412">
            <a:extLst>
              <a:ext uri="{FF2B5EF4-FFF2-40B4-BE49-F238E27FC236}">
                <a16:creationId id="{82428672-A060-4ED8-9CFF-B2A79334593F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3" name="gallery.parallel-group.heading.1413">
            <a:extLst>
              <a:ext uri="{FF2B5EF4-FFF2-40B4-BE49-F238E27FC236}">
                <a16:creationId id="{73EE1F12-E6B1-4016-AE44-60781D1B9E9E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并列符号组</a:t>
            </a:r>
          </a:p>
        </p:txBody>
      </p:sp>
      <p:grpSp>
        <p:nvGrpSpPr>
          <p:cNvPr id="78" name="并列符号组"/>
          <p:cNvGrpSpPr/>
          <p:nvPr/>
        </p:nvGrpSpPr>
        <p:grpSpPr>
          <a:xfrm>
            <a:off x="9191625" y="2695575"/>
            <a:ext cx="1504950" cy="666750"/>
            <a:chOff x="9191625" y="2695575"/>
            <a:chExt cx="1504950" cy="666750"/>
          </a:xfrm>
        </p:grpSpPr>
        <p:sp>
          <p:nvSpPr>
            <p:cNvPr id="34" name="instance.C16.134.item-0.1.1414">
              <a:extLst>
                <a:ext uri="{FF2B5EF4-FFF2-40B4-BE49-F238E27FC236}">
                  <a16:creationId id="{A08D927A-E428-44EE-B580-3764D5E7F0E0}"/>
                </a:ext>
              </a:extLst>
            </p:cNvPr>
            <p:cNvSpPr>
              <a:spLocks noGrp="1"/>
            </p:cNvSpPr>
            <p:nvPr/>
          </p:nvSpPr>
          <p:spPr>
            <a:xfrm>
              <a:off x="9229725" y="269557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37" name="instance.C16.134.item-1.4.1417">
              <a:extLst>
                <a:ext uri="{FF2B5EF4-FFF2-40B4-BE49-F238E27FC236}">
                  <a16:creationId id="{6317EEB7-79B4-4319-9587-A2BC91ADE919}"/>
                </a:ext>
              </a:extLst>
            </p:cNvPr>
            <p:cNvSpPr>
              <a:spLocks noGrp="1"/>
            </p:cNvSpPr>
            <p:nvPr/>
          </p:nvSpPr>
          <p:spPr>
            <a:xfrm>
              <a:off x="9753600" y="269557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40" name="instance.C16.134.item-2.7.1420">
              <a:extLst>
                <a:ext uri="{FF2B5EF4-FFF2-40B4-BE49-F238E27FC236}">
                  <a16:creationId id="{310C6D69-5420-4054-9615-CDE6C8E7B30C}"/>
                </a:ext>
              </a:extLst>
            </p:cNvPr>
            <p:cNvSpPr>
              <a:spLocks noGrp="1"/>
            </p:cNvSpPr>
            <p:nvPr/>
          </p:nvSpPr>
          <p:spPr>
            <a:xfrm>
              <a:off x="10277475" y="269557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35" name="instance.C16.134.item-0-sign.horizontal.2.1415">
              <a:extLst>
                <a:ext uri="{FF2B5EF4-FFF2-40B4-BE49-F238E27FC236}">
                  <a16:creationId id="{D0D1913A-BC2B-486C-ADAC-9F9554A5D5ED}"/>
                </a:ext>
              </a:extLst>
            </p:cNvPr>
            <p:cNvSpPr>
              <a:spLocks noGrp="1"/>
            </p:cNvSpPr>
            <p:nvPr/>
          </p:nvSpPr>
          <p:spPr>
            <a:xfrm>
              <a:off x="9332214" y="2874074"/>
              <a:ext cx="176022" cy="24003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6" name="instance.C16.134.item-0-sign.vertical.3.1416">
              <a:extLst>
                <a:ext uri="{FF2B5EF4-FFF2-40B4-BE49-F238E27FC236}">
                  <a16:creationId id="{77D64D01-C6CF-43D5-91D8-59E3D12F1A6C}"/>
                </a:ext>
              </a:extLst>
            </p:cNvPr>
            <p:cNvSpPr>
              <a:spLocks noGrp="1"/>
            </p:cNvSpPr>
            <p:nvPr/>
          </p:nvSpPr>
          <p:spPr>
            <a:xfrm rot="5400000">
              <a:off x="9332214" y="2874074"/>
              <a:ext cx="176022" cy="24003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8" name="instance.C16.134.item-1-sign.diagonal-a.5.1418">
              <a:extLst>
                <a:ext uri="{FF2B5EF4-FFF2-40B4-BE49-F238E27FC236}">
                  <a16:creationId id="{053F29FA-BB08-4526-BE34-547B29101ECF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9850755" y="2874074"/>
              <a:ext cx="186690" cy="24003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39" name="instance.C16.134.item-1-sign.diagonal-b.6.1419">
              <a:extLst>
                <a:ext uri="{FF2B5EF4-FFF2-40B4-BE49-F238E27FC236}">
                  <a16:creationId id="{AB713153-8F41-4AAE-824D-A6109BAADC1D}"/>
                </a:ext>
              </a:extLst>
            </p:cNvPr>
            <p:cNvSpPr>
              <a:spLocks noGrp="1"/>
            </p:cNvSpPr>
            <p:nvPr/>
          </p:nvSpPr>
          <p:spPr>
            <a:xfrm rot="8100000">
              <a:off x="9850755" y="2874074"/>
              <a:ext cx="186690" cy="24003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1" name="instance.C16.134.item-2-sign.horizontal.8.1421">
              <a:extLst>
                <a:ext uri="{FF2B5EF4-FFF2-40B4-BE49-F238E27FC236}">
                  <a16:creationId id="{2B6F3CE7-76D2-48CF-851F-AEF6CE321DA6}"/>
                </a:ext>
              </a:extLst>
            </p:cNvPr>
            <p:cNvSpPr>
              <a:spLocks noGrp="1"/>
            </p:cNvSpPr>
            <p:nvPr/>
          </p:nvSpPr>
          <p:spPr>
            <a:xfrm>
              <a:off x="10379964" y="2874074"/>
              <a:ext cx="176022" cy="24003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42" name="instance.C16.134.group-left.9.1422">
              <a:extLst>
                <a:ext uri="{FF2B5EF4-FFF2-40B4-BE49-F238E27FC236}">
                  <a16:creationId id="{2C42DA75-BEB8-4A6D-B759-1B769A0D6D61}"/>
                </a:ext>
              </a:extLst>
            </p:cNvPr>
            <p:cNvSpPr>
              <a:spLocks noGrp="1"/>
            </p:cNvSpPr>
            <p:nvPr/>
          </p:nvSpPr>
          <p:spPr>
            <a:xfrm>
              <a:off x="9191625" y="3209925"/>
              <a:ext cx="0" cy="15240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43" name="instance.C16.134.group-base.10.1423">
              <a:extLst>
                <a:ext uri="{FF2B5EF4-FFF2-40B4-BE49-F238E27FC236}">
                  <a16:creationId id="{8CC62EB2-71E5-498E-B0C7-660B2A7D6E91}"/>
                </a:ext>
              </a:extLst>
            </p:cNvPr>
            <p:cNvSpPr>
              <a:spLocks noGrp="1"/>
            </p:cNvSpPr>
            <p:nvPr/>
          </p:nvSpPr>
          <p:spPr>
            <a:xfrm>
              <a:off x="9191625" y="3362325"/>
              <a:ext cx="1504950" cy="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  <p:sp>
          <p:nvSpPr>
            <p:cNvPr id="44" name="instance.C16.134.group-right.11.1424">
              <a:extLst>
                <a:ext uri="{FF2B5EF4-FFF2-40B4-BE49-F238E27FC236}">
                  <a16:creationId id="{8AF0ABF7-E234-4CD2-A98E-458EF8473E36}"/>
                </a:ext>
              </a:extLst>
            </p:cNvPr>
            <p:cNvSpPr>
              <a:spLocks noGrp="1"/>
            </p:cNvSpPr>
            <p:nvPr/>
          </p:nvSpPr>
          <p:spPr>
            <a:xfrm>
              <a:off x="10696575" y="3209925"/>
              <a:ext cx="0" cy="152400"/>
            </a:xfrm>
            <a:prstGeom prst="line">
              <a:avLst/>
            </a:prstGeom>
            <a:noFill/>
            <a:ln w="17145">
              <a:solidFill>
                <a:srgbClr val="0759BE"/>
              </a:solidFill>
              <a:prstDash val="solid"/>
            </a:ln>
          </p:spPr>
        </p:sp>
      </p:grpSp>
      <p:sp>
        <p:nvSpPr>
          <p:cNvPr id="45" name="gallery.parallel-group.note.1425">
            <a:extLst>
              <a:ext uri="{FF2B5EF4-FFF2-40B4-BE49-F238E27FC236}">
                <a16:creationId id="{1B16FDD7-A0F0-4EEE-AE79-3D9C2E5246E5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并排算子由底部括线归组</a:t>
            </a:r>
          </a:p>
        </p:txBody>
      </p:sp>
      <p:sp>
        <p:nvSpPr>
          <p:cNvPr id="46" name="gallery.corner-index.frame.1426">
            <a:extLst>
              <a:ext uri="{FF2B5EF4-FFF2-40B4-BE49-F238E27FC236}">
                <a16:creationId id="{A4F8DCCD-F6D9-4241-ABF3-0289A5309EF1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7" name="gallery.corner-index.heading.1427">
            <a:extLst>
              <a:ext uri="{FF2B5EF4-FFF2-40B4-BE49-F238E27FC236}">
                <a16:creationId id="{5DE16457-7487-42C3-A092-5CB1963268AD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符号角标</a:t>
            </a:r>
          </a:p>
        </p:txBody>
      </p:sp>
      <p:grpSp>
        <p:nvGrpSpPr>
          <p:cNvPr id="79" name="符号角标"/>
          <p:cNvGrpSpPr/>
          <p:nvPr/>
        </p:nvGrpSpPr>
        <p:grpSpPr>
          <a:xfrm>
            <a:off x="1885950" y="5019675"/>
            <a:ext cx="876300" cy="876300"/>
            <a:chOff x="1885950" y="5019675"/>
            <a:chExt cx="876300" cy="876300"/>
          </a:xfrm>
        </p:grpSpPr>
        <p:sp>
          <p:nvSpPr>
            <p:cNvPr id="48" name="instance.C16.135.main.1.1428">
              <a:extLst>
                <a:ext uri="{FF2B5EF4-FFF2-40B4-BE49-F238E27FC236}">
                  <a16:creationId id="{1C7FE0B3-0288-4514-9DDD-38BCCFADACBF}"/>
                </a:ext>
              </a:extLst>
            </p:cNvPr>
            <p:cNvSpPr>
              <a:spLocks noGrp="1"/>
            </p:cNvSpPr>
            <p:nvPr/>
          </p:nvSpPr>
          <p:spPr>
            <a:xfrm>
              <a:off x="1885950" y="5172075"/>
              <a:ext cx="723900" cy="723900"/>
            </a:xfrm>
            <a:prstGeom prst="rect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51" name="instance.C16.135.badge.4.1431">
              <a:extLst>
                <a:ext uri="{FF2B5EF4-FFF2-40B4-BE49-F238E27FC236}">
                  <a16:creationId id="{6116CDA1-DD7D-4FF1-B216-D3067428D24C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5019675"/>
              <a:ext cx="304800" cy="304800"/>
            </a:xfrm>
            <a:prstGeom prst="ellipse">
              <a:avLst/>
            </a:prstGeom>
            <a:solidFill>
              <a:srgbClr val="0759BE"/>
            </a:solidFill>
            <a:ln w="0">
              <a:solidFill>
                <a:srgbClr val="0759BE"/>
              </a:solidFill>
              <a:prstDash val="solid"/>
            </a:ln>
          </p:spPr>
        </p:sp>
        <p:sp>
          <p:nvSpPr>
            <p:cNvPr id="49" name="instance.C16.135.main-sign.horizontal.2.1429">
              <a:extLst>
                <a:ext uri="{FF2B5EF4-FFF2-40B4-BE49-F238E27FC236}">
                  <a16:creationId id="{ADDD7978-9DBE-4208-89AB-89F5C24FF2EC}"/>
                </a:ext>
              </a:extLst>
            </p:cNvPr>
            <p:cNvSpPr>
              <a:spLocks noGrp="1"/>
            </p:cNvSpPr>
            <p:nvPr/>
          </p:nvSpPr>
          <p:spPr>
            <a:xfrm>
              <a:off x="2109597" y="5515166"/>
              <a:ext cx="276606" cy="37719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50" name="instance.C16.135.main-sign.vertical.3.1430">
              <a:extLst>
                <a:ext uri="{FF2B5EF4-FFF2-40B4-BE49-F238E27FC236}">
                  <a16:creationId id="{5D449610-DC4E-4C50-BA81-E62C46106CE1}"/>
                </a:ext>
              </a:extLst>
            </p:cNvPr>
            <p:cNvSpPr>
              <a:spLocks noGrp="1"/>
            </p:cNvSpPr>
            <p:nvPr/>
          </p:nvSpPr>
          <p:spPr>
            <a:xfrm rot="5400000">
              <a:off x="2109597" y="5515166"/>
              <a:ext cx="276606" cy="37719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52" name="instance.C16.135.badge-sign.diagonal-a.5.1432">
              <a:extLst>
                <a:ext uri="{FF2B5EF4-FFF2-40B4-BE49-F238E27FC236}">
                  <a16:creationId id="{9166BB84-8EB6-4012-9DEC-B271D074D54F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2543175" y="5160645"/>
              <a:ext cx="133350" cy="2286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  <p:sp>
          <p:nvSpPr>
            <p:cNvPr id="53" name="instance.C16.135.badge-sign.diagonal-b.6.1433">
              <a:extLst>
                <a:ext uri="{FF2B5EF4-FFF2-40B4-BE49-F238E27FC236}">
                  <a16:creationId id="{70B3E92F-40C8-483A-B777-9BA4F7B52B3B}"/>
                </a:ext>
              </a:extLst>
            </p:cNvPr>
            <p:cNvSpPr>
              <a:spLocks noGrp="1"/>
            </p:cNvSpPr>
            <p:nvPr/>
          </p:nvSpPr>
          <p:spPr>
            <a:xfrm rot="8100000">
              <a:off x="2543175" y="5160645"/>
              <a:ext cx="133350" cy="2286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</a:ln>
          </p:spPr>
        </p:sp>
      </p:grpSp>
      <p:sp>
        <p:nvSpPr>
          <p:cNvPr id="54" name="gallery.corner-index.note.1434">
            <a:extLst>
              <a:ext uri="{FF2B5EF4-FFF2-40B4-BE49-F238E27FC236}">
                <a16:creationId id="{AFB28DDA-6978-4046-8436-80F459947A65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主符号右上附独立角标</a:t>
            </a:r>
          </a:p>
        </p:txBody>
      </p:sp>
      <p:sp>
        <p:nvSpPr>
          <p:cNvPr id="55" name="gallery.nested-operator.frame.1435">
            <a:extLst>
              <a:ext uri="{FF2B5EF4-FFF2-40B4-BE49-F238E27FC236}">
                <a16:creationId id="{B0AF0230-001E-405E-AAB5-BC869881DD82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6" name="gallery.nested-operator.heading.1436">
            <a:extLst>
              <a:ext uri="{FF2B5EF4-FFF2-40B4-BE49-F238E27FC236}">
                <a16:creationId id="{F62DAA57-E998-43FE-89B6-6816812F5E6C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嵌套算子</a:t>
            </a:r>
          </a:p>
        </p:txBody>
      </p:sp>
      <p:grpSp>
        <p:nvGrpSpPr>
          <p:cNvPr id="80" name="嵌套算子"/>
          <p:cNvGrpSpPr/>
          <p:nvPr/>
        </p:nvGrpSpPr>
        <p:grpSpPr>
          <a:xfrm>
            <a:off x="5486400" y="5057775"/>
            <a:ext cx="1219200" cy="838200"/>
            <a:chOff x="5486400" y="5057775"/>
            <a:chExt cx="1219200" cy="838200"/>
          </a:xfrm>
        </p:grpSpPr>
        <p:sp>
          <p:nvSpPr>
            <p:cNvPr id="57" name="instance.C16.136.outer.1.1437">
              <a:extLst>
                <a:ext uri="{FF2B5EF4-FFF2-40B4-BE49-F238E27FC236}">
                  <a16:creationId id="{22823255-32AC-4034-928C-799E81FC7CFA}"/>
                </a:ext>
              </a:extLst>
            </p:cNvPr>
            <p:cNvSpPr>
              <a:spLocks noGrp="1"/>
            </p:cNvSpPr>
            <p:nvPr/>
          </p:nvSpPr>
          <p:spPr>
            <a:xfrm>
              <a:off x="5486400" y="5057775"/>
              <a:ext cx="1219200" cy="838200"/>
            </a:xfrm>
            <a:prstGeom prst="roundRect">
              <a:avLst>
                <a:gd name="adj" fmla="val 9091"/>
              </a:avLst>
            </a:prstGeom>
            <a:solidFill>
              <a:srgbClr val="F2F7FB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58" name="instance.C16.136.inner.2.1438">
              <a:extLst>
                <a:ext uri="{FF2B5EF4-FFF2-40B4-BE49-F238E27FC236}">
                  <a16:creationId id="{F1A6CD2D-4149-4A8C-8E78-221772DB5845}"/>
                </a:ext>
              </a:extLst>
            </p:cNvPr>
            <p:cNvSpPr>
              <a:spLocks noGrp="1"/>
            </p:cNvSpPr>
            <p:nvPr/>
          </p:nvSpPr>
          <p:spPr>
            <a:xfrm>
              <a:off x="5895975" y="5210175"/>
              <a:ext cx="533400" cy="53340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59" name="instance.C16.136.outer-sign.sigma.3.1439">
              <a:extLst>
                <a:ext uri="{FF2B5EF4-FFF2-40B4-BE49-F238E27FC236}">
                  <a16:creationId id="{C449679E-D985-4C68-B3F5-58E5CD148AB5}"/>
                </a:ext>
              </a:extLst>
            </p:cNvPr>
            <p:cNvSpPr>
              <a:spLocks noGrp="1"/>
            </p:cNvSpPr>
            <p:nvPr/>
          </p:nvSpPr>
          <p:spPr>
            <a:xfrm>
              <a:off x="5543550" y="5133975"/>
              <a:ext cx="228600" cy="228600"/>
            </a:xfrm>
            <a:custGeom>
              <a:pathLst>
                <a:path w="952500" h="952500">
                  <a:moveTo>
                    <a:pt x="133350" y="76200"/>
                  </a:moveTo>
                  <a:lnTo>
                    <a:pt x="857250" y="76200"/>
                  </a:lnTo>
                  <a:lnTo>
                    <a:pt x="857250" y="209550"/>
                  </a:lnTo>
                  <a:lnTo>
                    <a:pt x="333375" y="209550"/>
                  </a:lnTo>
                  <a:lnTo>
                    <a:pt x="628650" y="476250"/>
                  </a:lnTo>
                  <a:lnTo>
                    <a:pt x="333375" y="742950"/>
                  </a:lnTo>
                  <a:lnTo>
                    <a:pt x="857250" y="742950"/>
                  </a:lnTo>
                  <a:lnTo>
                    <a:pt x="857250" y="876300"/>
                  </a:lnTo>
                  <a:lnTo>
                    <a:pt x="133350" y="876300"/>
                  </a:lnTo>
                  <a:lnTo>
                    <a:pt x="133350" y="762000"/>
                  </a:lnTo>
                  <a:lnTo>
                    <a:pt x="447675" y="476250"/>
                  </a:lnTo>
                  <a:lnTo>
                    <a:pt x="133350" y="190500"/>
                  </a:lnTo>
                  <a:close/>
                </a:path>
              </a:pathLst>
            </a:cu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0" name="instance.C16.136.inner-sign.diagonal-a.4.1440">
              <a:extLst>
                <a:ext uri="{FF2B5EF4-FFF2-40B4-BE49-F238E27FC236}">
                  <a16:creationId id="{C5BB26CC-D0B8-4EED-94B8-430DAF198DE4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6039326" y="5461016"/>
              <a:ext cx="246698" cy="31718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1" name="instance.C16.136.inner-sign.diagonal-b.5.1441">
              <a:extLst>
                <a:ext uri="{FF2B5EF4-FFF2-40B4-BE49-F238E27FC236}">
                  <a16:creationId id="{E7572C6F-F2DD-4BDF-91C1-068448EA2B01}"/>
                </a:ext>
              </a:extLst>
            </p:cNvPr>
            <p:cNvSpPr>
              <a:spLocks noGrp="1"/>
            </p:cNvSpPr>
            <p:nvPr/>
          </p:nvSpPr>
          <p:spPr>
            <a:xfrm rot="8100000">
              <a:off x="6039326" y="5461016"/>
              <a:ext cx="246698" cy="31718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62" name="gallery.nested-operator.note.1442">
            <a:extLst>
              <a:ext uri="{FF2B5EF4-FFF2-40B4-BE49-F238E27FC236}">
                <a16:creationId id="{B8A17174-28B7-4963-9429-574BCF64235A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外层方框内嵌次级圆算子</a:t>
            </a:r>
          </a:p>
        </p:txBody>
      </p:sp>
      <p:sp>
        <p:nvSpPr>
          <p:cNvPr id="63" name="gallery.contrast-pair.frame.1443">
            <a:extLst>
              <a:ext uri="{FF2B5EF4-FFF2-40B4-BE49-F238E27FC236}">
                <a16:creationId id="{62E01F4A-5067-4EC6-A03E-85DEC2B9C076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64" name="gallery.contrast-pair.heading.1444">
            <a:extLst>
              <a:ext uri="{FF2B5EF4-FFF2-40B4-BE49-F238E27FC236}">
                <a16:creationId id="{8C755570-4102-42D8-93EC-B58E9A178D83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C16  对照算子</a:t>
            </a:r>
          </a:p>
        </p:txBody>
      </p:sp>
      <p:grpSp>
        <p:nvGrpSpPr>
          <p:cNvPr id="81" name="对照算子"/>
          <p:cNvGrpSpPr/>
          <p:nvPr/>
        </p:nvGrpSpPr>
        <p:grpSpPr>
          <a:xfrm>
            <a:off x="9201150" y="5095875"/>
            <a:ext cx="1485900" cy="762000"/>
            <a:chOff x="9201150" y="5095875"/>
            <a:chExt cx="1485900" cy="762000"/>
          </a:xfrm>
        </p:grpSpPr>
        <p:sp>
          <p:nvSpPr>
            <p:cNvPr id="65" name="instance.C16.137.left.1.1445">
              <a:extLst>
                <a:ext uri="{FF2B5EF4-FFF2-40B4-BE49-F238E27FC236}">
                  <a16:creationId id="{E62DCC7E-996B-49D4-98F5-979E4B483FC4}"/>
                </a:ext>
              </a:extLst>
            </p:cNvPr>
            <p:cNvSpPr>
              <a:spLocks noGrp="1"/>
            </p:cNvSpPr>
            <p:nvPr/>
          </p:nvSpPr>
          <p:spPr>
            <a:xfrm>
              <a:off x="9201150" y="5181600"/>
              <a:ext cx="590550" cy="590550"/>
            </a:xfrm>
            <a:prstGeom prst="rect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66" name="instance.C16.137.right.2.1446">
              <a:extLst>
                <a:ext uri="{FF2B5EF4-FFF2-40B4-BE49-F238E27FC236}">
                  <a16:creationId id="{863BA0B2-C0C3-494E-9601-4CFEF5E4F7A9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5181600"/>
              <a:ext cx="590550" cy="590550"/>
            </a:xfrm>
            <a:prstGeom prst="ellipse">
              <a:avLst/>
            </a:prstGeom>
            <a:solidFill>
              <a:srgbClr val="FFFFFF"/>
            </a:solidFill>
            <a:ln w="16193">
              <a:solidFill>
                <a:srgbClr val="0759BE"/>
              </a:solidFill>
              <a:prstDash val="solid"/>
            </a:ln>
          </p:spPr>
        </p:sp>
        <p:sp>
          <p:nvSpPr>
            <p:cNvPr id="67" name="instance.C16.137.divider.3.1447">
              <a:extLst>
                <a:ext uri="{FF2B5EF4-FFF2-40B4-BE49-F238E27FC236}">
                  <a16:creationId id="{AEE52B26-BF23-47D3-8ADA-D35CF6951517}"/>
                </a:ext>
              </a:extLst>
            </p:cNvPr>
            <p:cNvSpPr>
              <a:spLocks noGrp="1"/>
            </p:cNvSpPr>
            <p:nvPr/>
          </p:nvSpPr>
          <p:spPr>
            <a:xfrm>
              <a:off x="9944100" y="5095875"/>
              <a:ext cx="0" cy="762000"/>
            </a:xfrm>
            <a:prstGeom prst="line">
              <a:avLst/>
            </a:prstGeom>
            <a:noFill/>
            <a:ln w="14288">
              <a:solidFill>
                <a:srgbClr val="A6B4C0"/>
              </a:solidFill>
              <a:prstDash val="solid"/>
            </a:ln>
          </p:spPr>
        </p:sp>
        <p:sp>
          <p:nvSpPr>
            <p:cNvPr id="68" name="instance.C16.137.left-sign.horizontal.4.1448">
              <a:extLst>
                <a:ext uri="{FF2B5EF4-FFF2-40B4-BE49-F238E27FC236}">
                  <a16:creationId id="{2B357009-3979-4488-8E8B-6B6C0BD620E2}"/>
                </a:ext>
              </a:extLst>
            </p:cNvPr>
            <p:cNvSpPr>
              <a:spLocks noGrp="1"/>
            </p:cNvSpPr>
            <p:nvPr/>
          </p:nvSpPr>
          <p:spPr>
            <a:xfrm>
              <a:off x="9376982" y="5460587"/>
              <a:ext cx="238887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69" name="instance.C16.137.left-sign.vertical.5.1449">
              <a:extLst>
                <a:ext uri="{FF2B5EF4-FFF2-40B4-BE49-F238E27FC236}">
                  <a16:creationId id="{A89CFD3B-CFE6-454F-879B-7A442CFE9270}"/>
                </a:ext>
              </a:extLst>
            </p:cNvPr>
            <p:cNvSpPr>
              <a:spLocks noGrp="1"/>
            </p:cNvSpPr>
            <p:nvPr/>
          </p:nvSpPr>
          <p:spPr>
            <a:xfrm rot="5400000">
              <a:off x="9376982" y="5460587"/>
              <a:ext cx="238887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70" name="instance.C16.137.right-sign.diagonal-a.6.1450">
              <a:extLst>
                <a:ext uri="{FF2B5EF4-FFF2-40B4-BE49-F238E27FC236}">
                  <a16:creationId id="{A69E2D43-E96E-4DBF-9A3F-53281D85611C}"/>
                </a:ext>
              </a:extLst>
            </p:cNvPr>
            <p:cNvSpPr>
              <a:spLocks noGrp="1"/>
            </p:cNvSpPr>
            <p:nvPr/>
          </p:nvSpPr>
          <p:spPr>
            <a:xfrm rot="2700000">
              <a:off x="10265093" y="5460587"/>
              <a:ext cx="253365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71" name="instance.C16.137.right-sign.diagonal-b.7.1451">
              <a:extLst>
                <a:ext uri="{FF2B5EF4-FFF2-40B4-BE49-F238E27FC236}">
                  <a16:creationId id="{FAB4E99F-140E-48B4-A013-C8D545570A3D}"/>
                </a:ext>
              </a:extLst>
            </p:cNvPr>
            <p:cNvSpPr>
              <a:spLocks noGrp="1"/>
            </p:cNvSpPr>
            <p:nvPr/>
          </p:nvSpPr>
          <p:spPr>
            <a:xfrm rot="8100000">
              <a:off x="10265093" y="5460587"/>
              <a:ext cx="253365" cy="32576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72" name="gallery.contrast-pair.note.1452">
            <a:extLst>
              <a:ext uri="{FF2B5EF4-FFF2-40B4-BE49-F238E27FC236}">
                <a16:creationId id="{B75B2DCE-7B21-438C-AFCF-D7E3813179C1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两种算子按同一基线对照</a:t>
            </a:r>
          </a:p>
        </p:txBody>
      </p:sp>
      <p:sp>
        <p:nvSpPr>
          <p:cNvPr id="82" name="navigation.rule.2733">
            <a:extLst>
              <a:ext uri="{FF2B5EF4-FFF2-40B4-BE49-F238E27FC236}">
                <a16:creationId id="{1821FB0E-9FA7-41FE-90BD-69AF2B2279CD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83" name="navigation.section.2734">
            <a:extLst>
              <a:ext uri="{FF2B5EF4-FFF2-40B4-BE49-F238E27FC236}">
                <a16:creationId id="{3F26EE12-5AAB-478C-A29A-E9281EE0203F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第6节　节点、符号与叠层平面</a:t>
            </a:r>
          </a:p>
        </p:txBody>
      </p:sp>
      <p:sp>
        <p:nvSpPr>
          <p:cNvPr id="84" name="navigation.page.2735">
            <a:extLst>
              <a:ext uri="{FF2B5EF4-FFF2-40B4-BE49-F238E27FC236}">
                <a16:creationId id="{8C4FBEEC-E6C1-4356-AF28-A8719E351922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37 / 53</a:t>
            </a:r>
          </a:p>
        </p:txBody>
      </p:sp>
    </p:spTree>
    <p:extLst>
      <p:ext uri="{BB962C8B-B14F-4D97-AF65-F5344CB8AC3E}">
        <p14:creationId val="1545352156"/>
      </p:ext>
    </p:extLst>
  </p:cSld>
</p:sld>
</file>

<file path=ppt/slides/slide3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6" name="6.5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75" name="header.accent.1453">
              <a:extLst>
                <a:ext uri="{FF2B5EF4-FFF2-40B4-BE49-F238E27FC236}">
                  <a16:creationId id="{88E057F9-4A15-40BA-83D4-731788E4D044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454">
              <a:extLst>
                <a:ext uri="{FF2B5EF4-FFF2-40B4-BE49-F238E27FC236}">
                  <a16:creationId id="{D8A4DD65-7AB0-4EBB-890D-5C820A5669CE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6.5</a:t>
              </a:r>
            </a:p>
          </p:txBody>
        </p:sp>
        <p:sp>
          <p:nvSpPr>
            <p:cNvPr id="3" name="header.gradient.1455">
              <a:extLst>
                <a:ext uri="{FF2B5EF4-FFF2-40B4-BE49-F238E27FC236}">
                  <a16:creationId id="{D820376F-9679-49F6-853B-21308AC76267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456">
              <a:extLst>
                <a:ext uri="{FF2B5EF4-FFF2-40B4-BE49-F238E27FC236}">
                  <a16:creationId id="{A37981C0-AFFD-45C0-B87A-99E1D36ED1D5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叠层平面造型</a:t>
              </a:r>
            </a:p>
          </p:txBody>
        </p:sp>
        <p:sp>
          <p:nvSpPr>
            <p:cNvPr id="5" name="header.library.1457">
              <a:extLst>
                <a:ext uri="{FF2B5EF4-FFF2-40B4-BE49-F238E27FC236}">
                  <a16:creationId id="{B68FF70A-A5B7-4D6F-A2DC-6FBB6E98B42E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77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458">
              <a:extLst>
                <a:ext uri="{FF2B5EF4-FFF2-40B4-BE49-F238E27FC236}">
                  <a16:creationId id="{B5D280E9-E7A0-4588-871C-27658094BBE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459">
              <a:extLst>
                <a:ext uri="{FF2B5EF4-FFF2-40B4-BE49-F238E27FC236}">
                  <a16:creationId id="{B5CD0C40-7C42-4D59-919F-A00A5064EE7A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460">
              <a:extLst>
                <a:ext uri="{FF2B5EF4-FFF2-40B4-BE49-F238E27FC236}">
                  <a16:creationId id="{8EB9A178-1773-4C9B-B746-C86646F0657A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461">
              <a:extLst>
                <a:ext uri="{FF2B5EF4-FFF2-40B4-BE49-F238E27FC236}">
                  <a16:creationId id="{29E111D9-85D9-411B-95FA-6FA7917705A2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圆角、圆盘、多边形、开放边框与网格构成不同的叠层平面。</a:t>
              </a:r>
            </a:p>
          </p:txBody>
        </p:sp>
      </p:grpSp>
      <p:sp>
        <p:nvSpPr>
          <p:cNvPr id="10" name="gallery.rounded-sheets.frame.1462">
            <a:extLst>
              <a:ext uri="{FF2B5EF4-FFF2-40B4-BE49-F238E27FC236}">
                <a16:creationId id="{0BD722EE-CC50-4A39-BB57-9EFD37EBDCFC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rounded-sheets.heading.1463">
            <a:extLst>
              <a:ext uri="{FF2B5EF4-FFF2-40B4-BE49-F238E27FC236}">
                <a16:creationId id="{A42CFD5A-8B23-4E3E-AD6B-326C30B0020C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圆角叠片</a:t>
            </a:r>
          </a:p>
        </p:txBody>
      </p:sp>
      <p:grpSp>
        <p:nvGrpSpPr>
          <p:cNvPr id="78" name="圆角叠片"/>
          <p:cNvGrpSpPr/>
          <p:nvPr/>
        </p:nvGrpSpPr>
        <p:grpSpPr>
          <a:xfrm>
            <a:off x="1409700" y="2524125"/>
            <a:ext cx="1752600" cy="933450"/>
            <a:chOff x="1409700" y="2524125"/>
            <a:chExt cx="1752600" cy="933450"/>
          </a:xfrm>
        </p:grpSpPr>
        <p:sp>
          <p:nvSpPr>
            <p:cNvPr id="12" name="instance.C17.138.plane3.1464">
              <a:extLst>
                <a:ext uri="{FF2B5EF4-FFF2-40B4-BE49-F238E27FC236}">
                  <a16:creationId id="{6833F66C-00B4-493E-AF8F-9989A3ECC13F}"/>
                </a:ext>
              </a:extLst>
            </p:cNvPr>
            <p:cNvSpPr>
              <a:spLocks noGrp="1"/>
            </p:cNvSpPr>
            <p:nvPr/>
          </p:nvSpPr>
          <p:spPr>
            <a:xfrm>
              <a:off x="1847850" y="2524125"/>
              <a:ext cx="1314450" cy="647700"/>
            </a:xfrm>
            <a:prstGeom prst="roundRect">
              <a:avLst>
                <a:gd name="adj" fmla="val 13235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13" name="instance.C17.138.plane2.1465">
              <a:extLst>
                <a:ext uri="{FF2B5EF4-FFF2-40B4-BE49-F238E27FC236}">
                  <a16:creationId id="{952ED747-FCBB-4598-8B3E-EA6798373B44}"/>
                </a:ext>
              </a:extLst>
            </p:cNvPr>
            <p:cNvSpPr>
              <a:spLocks noGrp="1"/>
            </p:cNvSpPr>
            <p:nvPr/>
          </p:nvSpPr>
          <p:spPr>
            <a:xfrm>
              <a:off x="1701800" y="2619375"/>
              <a:ext cx="1314450" cy="647700"/>
            </a:xfrm>
            <a:prstGeom prst="roundRect">
              <a:avLst>
                <a:gd name="adj" fmla="val 13235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14" name="instance.C17.138.plane1.1466">
              <a:extLst>
                <a:ext uri="{FF2B5EF4-FFF2-40B4-BE49-F238E27FC236}">
                  <a16:creationId id="{76781A4F-BC0E-4D49-89B7-E39B761DA2FB}"/>
                </a:ext>
              </a:extLst>
            </p:cNvPr>
            <p:cNvSpPr>
              <a:spLocks noGrp="1"/>
            </p:cNvSpPr>
            <p:nvPr/>
          </p:nvSpPr>
          <p:spPr>
            <a:xfrm>
              <a:off x="1555750" y="2714625"/>
              <a:ext cx="1314450" cy="647700"/>
            </a:xfrm>
            <a:prstGeom prst="roundRect">
              <a:avLst>
                <a:gd name="adj" fmla="val 13235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15" name="instance.C17.138.plane0.1467">
              <a:extLst>
                <a:ext uri="{FF2B5EF4-FFF2-40B4-BE49-F238E27FC236}">
                  <a16:creationId id="{75E1C35C-52AE-4867-B53B-47BC162490FA}"/>
                </a:ext>
              </a:extLst>
            </p:cNvPr>
            <p:cNvSpPr>
              <a:spLocks noGrp="1"/>
            </p:cNvSpPr>
            <p:nvPr/>
          </p:nvSpPr>
          <p:spPr>
            <a:xfrm>
              <a:off x="1409700" y="2809875"/>
              <a:ext cx="1314450" cy="647700"/>
            </a:xfrm>
            <a:prstGeom prst="roundRect">
              <a:avLst>
                <a:gd name="adj" fmla="val 13235"/>
              </a:avLst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16" name="gallery.rounded-sheets.note.1468">
            <a:extLst>
              <a:ext uri="{FF2B5EF4-FFF2-40B4-BE49-F238E27FC236}">
                <a16:creationId id="{BB3EA54F-DDBB-4486-90D5-513AB39CE18D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圆角片沿对角逐层错位</a:t>
            </a:r>
          </a:p>
        </p:txBody>
      </p:sp>
      <p:sp>
        <p:nvSpPr>
          <p:cNvPr id="17" name="gallery.disc-stack.frame.1469">
            <a:extLst>
              <a:ext uri="{FF2B5EF4-FFF2-40B4-BE49-F238E27FC236}">
                <a16:creationId id="{CE2FE503-27A7-40C3-ABCB-890EC28ABD41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" name="gallery.disc-stack.heading.1470">
            <a:extLst>
              <a:ext uri="{FF2B5EF4-FFF2-40B4-BE49-F238E27FC236}">
                <a16:creationId id="{E1E8AF84-7EF7-4409-934D-7BFE9C6059A7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圆盘叠层</a:t>
            </a:r>
          </a:p>
        </p:txBody>
      </p:sp>
      <p:grpSp>
        <p:nvGrpSpPr>
          <p:cNvPr id="79" name="圆盘叠层"/>
          <p:cNvGrpSpPr/>
          <p:nvPr/>
        </p:nvGrpSpPr>
        <p:grpSpPr>
          <a:xfrm>
            <a:off x="5238750" y="2533650"/>
            <a:ext cx="1714500" cy="933450"/>
            <a:chOff x="5238750" y="2533650"/>
            <a:chExt cx="1714500" cy="933450"/>
          </a:xfrm>
        </p:grpSpPr>
        <p:sp>
          <p:nvSpPr>
            <p:cNvPr id="19" name="instance.C17.139.plane3.1471">
              <a:extLst>
                <a:ext uri="{FF2B5EF4-FFF2-40B4-BE49-F238E27FC236}">
                  <a16:creationId id="{0B50BC24-A13A-4C29-A55A-5F807BC37204}"/>
                </a:ext>
              </a:extLst>
            </p:cNvPr>
            <p:cNvSpPr>
              <a:spLocks noGrp="1"/>
            </p:cNvSpPr>
            <p:nvPr/>
          </p:nvSpPr>
          <p:spPr>
            <a:xfrm>
              <a:off x="5238750" y="3048000"/>
              <a:ext cx="1714500" cy="419100"/>
            </a:xfrm>
            <a:prstGeom prst="ellipse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0" name="instance.C17.139.plane2.1472">
              <a:extLst>
                <a:ext uri="{FF2B5EF4-FFF2-40B4-BE49-F238E27FC236}">
                  <a16:creationId id="{01DFD276-4D77-4A1A-B62E-138244BA89BA}"/>
                </a:ext>
              </a:extLst>
            </p:cNvPr>
            <p:cNvSpPr>
              <a:spLocks noGrp="1"/>
            </p:cNvSpPr>
            <p:nvPr/>
          </p:nvSpPr>
          <p:spPr>
            <a:xfrm>
              <a:off x="5238750" y="2876550"/>
              <a:ext cx="1714500" cy="419100"/>
            </a:xfrm>
            <a:prstGeom prst="ellipse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1" name="instance.C17.139.plane1.1473">
              <a:extLst>
                <a:ext uri="{FF2B5EF4-FFF2-40B4-BE49-F238E27FC236}">
                  <a16:creationId id="{0E1EF967-4410-4724-A4D4-FCE6FB00C12E}"/>
                </a:ext>
              </a:extLst>
            </p:cNvPr>
            <p:cNvSpPr>
              <a:spLocks noGrp="1"/>
            </p:cNvSpPr>
            <p:nvPr/>
          </p:nvSpPr>
          <p:spPr>
            <a:xfrm>
              <a:off x="5238750" y="2705100"/>
              <a:ext cx="1714500" cy="419100"/>
            </a:xfrm>
            <a:prstGeom prst="ellipse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2" name="instance.C17.139.plane0.1474">
              <a:extLst>
                <a:ext uri="{FF2B5EF4-FFF2-40B4-BE49-F238E27FC236}">
                  <a16:creationId id="{DDBE626D-229B-4C9E-93BB-4C4C21625030}"/>
                </a:ext>
              </a:extLst>
            </p:cNvPr>
            <p:cNvSpPr>
              <a:spLocks noGrp="1"/>
            </p:cNvSpPr>
            <p:nvPr/>
          </p:nvSpPr>
          <p:spPr>
            <a:xfrm>
              <a:off x="5238750" y="2533650"/>
              <a:ext cx="1714500" cy="419100"/>
            </a:xfrm>
            <a:prstGeom prst="ellipse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23" name="gallery.disc-stack.note.1475">
            <a:extLst>
              <a:ext uri="{FF2B5EF4-FFF2-40B4-BE49-F238E27FC236}">
                <a16:creationId id="{69008B34-CE82-4D9C-8782-6E8547D996B3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扁圆盘自下而上逐层叠放</a:t>
            </a:r>
          </a:p>
        </p:txBody>
      </p:sp>
      <p:sp>
        <p:nvSpPr>
          <p:cNvPr id="24" name="gallery.hex-stack.frame.1476">
            <a:extLst>
              <a:ext uri="{FF2B5EF4-FFF2-40B4-BE49-F238E27FC236}">
                <a16:creationId id="{D1128DA9-7D6C-4E6F-B1D0-4225C124CDF1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5" name="gallery.hex-stack.heading.1477">
            <a:extLst>
              <a:ext uri="{FF2B5EF4-FFF2-40B4-BE49-F238E27FC236}">
                <a16:creationId id="{65988417-0D28-4B00-91CA-2C094E3542E6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六边叠片</a:t>
            </a:r>
          </a:p>
        </p:txBody>
      </p:sp>
      <p:grpSp>
        <p:nvGrpSpPr>
          <p:cNvPr id="80" name="六边叠片"/>
          <p:cNvGrpSpPr/>
          <p:nvPr/>
        </p:nvGrpSpPr>
        <p:grpSpPr>
          <a:xfrm>
            <a:off x="9144000" y="2524125"/>
            <a:ext cx="1828800" cy="933450"/>
            <a:chOff x="9144000" y="2524125"/>
            <a:chExt cx="1828800" cy="933450"/>
          </a:xfrm>
        </p:grpSpPr>
        <p:sp>
          <p:nvSpPr>
            <p:cNvPr id="26" name="instance.C17.140.plane2.1478">
              <a:extLst>
                <a:ext uri="{FF2B5EF4-FFF2-40B4-BE49-F238E27FC236}">
                  <a16:creationId id="{C41871D5-405B-47B4-B130-292A9C1E299E}"/>
                </a:ext>
              </a:extLst>
            </p:cNvPr>
            <p:cNvSpPr>
              <a:spLocks noGrp="1"/>
            </p:cNvSpPr>
            <p:nvPr/>
          </p:nvSpPr>
          <p:spPr>
            <a:xfrm>
              <a:off x="9505950" y="2524125"/>
              <a:ext cx="1466850" cy="628650"/>
            </a:xfrm>
            <a:custGeom>
              <a:pathLst>
                <a:path w="1466850" h="628650">
                  <a:moveTo>
                    <a:pt x="257175" y="0"/>
                  </a:moveTo>
                  <a:lnTo>
                    <a:pt x="1209675" y="0"/>
                  </a:lnTo>
                  <a:lnTo>
                    <a:pt x="1466850" y="314325"/>
                  </a:lnTo>
                  <a:lnTo>
                    <a:pt x="1209675" y="628650"/>
                  </a:lnTo>
                  <a:lnTo>
                    <a:pt x="257175" y="628650"/>
                  </a:lnTo>
                  <a:lnTo>
                    <a:pt x="0" y="314325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7" name="instance.C17.140.plane1.1479">
              <a:extLst>
                <a:ext uri="{FF2B5EF4-FFF2-40B4-BE49-F238E27FC236}">
                  <a16:creationId id="{00480780-33AE-47A6-8CA4-10F6A32017C5}"/>
                </a:ext>
              </a:extLst>
            </p:cNvPr>
            <p:cNvSpPr>
              <a:spLocks noGrp="1"/>
            </p:cNvSpPr>
            <p:nvPr/>
          </p:nvSpPr>
          <p:spPr>
            <a:xfrm>
              <a:off x="9324975" y="2676525"/>
              <a:ext cx="1466850" cy="628650"/>
            </a:xfrm>
            <a:custGeom>
              <a:pathLst>
                <a:path w="1466850" h="628650">
                  <a:moveTo>
                    <a:pt x="257175" y="0"/>
                  </a:moveTo>
                  <a:lnTo>
                    <a:pt x="1209675" y="0"/>
                  </a:lnTo>
                  <a:lnTo>
                    <a:pt x="1466850" y="314325"/>
                  </a:lnTo>
                  <a:lnTo>
                    <a:pt x="1209675" y="628650"/>
                  </a:lnTo>
                  <a:lnTo>
                    <a:pt x="257175" y="628650"/>
                  </a:lnTo>
                  <a:lnTo>
                    <a:pt x="0" y="314325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8" name="instance.C17.140.plane0.1480">
              <a:extLst>
                <a:ext uri="{FF2B5EF4-FFF2-40B4-BE49-F238E27FC236}">
                  <a16:creationId id="{AC363351-840D-4BAE-B9A0-E173C6C75658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2828925"/>
              <a:ext cx="1466850" cy="628650"/>
            </a:xfrm>
            <a:custGeom>
              <a:pathLst>
                <a:path w="1466850" h="628650">
                  <a:moveTo>
                    <a:pt x="257175" y="0"/>
                  </a:moveTo>
                  <a:lnTo>
                    <a:pt x="1209675" y="0"/>
                  </a:lnTo>
                  <a:lnTo>
                    <a:pt x="1466850" y="314325"/>
                  </a:lnTo>
                  <a:lnTo>
                    <a:pt x="1209675" y="628650"/>
                  </a:lnTo>
                  <a:lnTo>
                    <a:pt x="257175" y="628650"/>
                  </a:lnTo>
                  <a:lnTo>
                    <a:pt x="0" y="314325"/>
                  </a:lnTo>
                  <a:close/>
                </a:path>
              </a:pathLst>
            </a:cu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29" name="gallery.hex-stack.note.1481">
            <a:extLst>
              <a:ext uri="{FF2B5EF4-FFF2-40B4-BE49-F238E27FC236}">
                <a16:creationId id="{D8BCFD5A-EA58-47A0-AC88-A48C06D295A9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六边轮廓保留分层侧缘</a:t>
            </a:r>
          </a:p>
        </p:txBody>
      </p:sp>
      <p:sp>
        <p:nvSpPr>
          <p:cNvPr id="30" name="gallery.diamond-stack.frame.1482">
            <a:extLst>
              <a:ext uri="{FF2B5EF4-FFF2-40B4-BE49-F238E27FC236}">
                <a16:creationId id="{BEC67060-F10E-4233-B040-9F565F0FC266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1" name="gallery.diamond-stack.heading.1483">
            <a:extLst>
              <a:ext uri="{FF2B5EF4-FFF2-40B4-BE49-F238E27FC236}">
                <a16:creationId id="{D71FA39C-AA16-439E-82B1-C72C55C76822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菱形叠片</a:t>
            </a:r>
          </a:p>
        </p:txBody>
      </p:sp>
      <p:grpSp>
        <p:nvGrpSpPr>
          <p:cNvPr id="81" name="菱形叠片"/>
          <p:cNvGrpSpPr/>
          <p:nvPr/>
        </p:nvGrpSpPr>
        <p:grpSpPr>
          <a:xfrm>
            <a:off x="1362075" y="5010150"/>
            <a:ext cx="1771650" cy="933450"/>
            <a:chOff x="1362075" y="5010150"/>
            <a:chExt cx="1771650" cy="933450"/>
          </a:xfrm>
        </p:grpSpPr>
        <p:sp>
          <p:nvSpPr>
            <p:cNvPr id="32" name="instance.C17.141.plane2.1484">
              <a:extLst>
                <a:ext uri="{FF2B5EF4-FFF2-40B4-BE49-F238E27FC236}">
                  <a16:creationId id="{497DAD5F-2589-4828-A97B-023244D2A55F}"/>
                </a:ext>
              </a:extLst>
            </p:cNvPr>
            <p:cNvSpPr>
              <a:spLocks noGrp="1"/>
            </p:cNvSpPr>
            <p:nvPr/>
          </p:nvSpPr>
          <p:spPr>
            <a:xfrm>
              <a:off x="1362075" y="5467350"/>
              <a:ext cx="1771650" cy="476250"/>
            </a:xfrm>
            <a:prstGeom prst="diamond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3" name="instance.C17.141.plane1.1485">
              <a:extLst>
                <a:ext uri="{FF2B5EF4-FFF2-40B4-BE49-F238E27FC236}">
                  <a16:creationId id="{5296A402-BCE8-478E-9D7E-597CB0EBA2DE}"/>
                </a:ext>
              </a:extLst>
            </p:cNvPr>
            <p:cNvSpPr>
              <a:spLocks noGrp="1"/>
            </p:cNvSpPr>
            <p:nvPr/>
          </p:nvSpPr>
          <p:spPr>
            <a:xfrm>
              <a:off x="1362075" y="5238750"/>
              <a:ext cx="1771650" cy="476250"/>
            </a:xfrm>
            <a:prstGeom prst="diamond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4" name="instance.C17.141.plane0.1486">
              <a:extLst>
                <a:ext uri="{FF2B5EF4-FFF2-40B4-BE49-F238E27FC236}">
                  <a16:creationId id="{AE9508BE-F629-4D91-A60A-335702B3381A}"/>
                </a:ext>
              </a:extLst>
            </p:cNvPr>
            <p:cNvSpPr>
              <a:spLocks noGrp="1"/>
            </p:cNvSpPr>
            <p:nvPr/>
          </p:nvSpPr>
          <p:spPr>
            <a:xfrm>
              <a:off x="1362075" y="5010150"/>
              <a:ext cx="1771650" cy="476250"/>
            </a:xfrm>
            <a:prstGeom prst="diamond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35" name="gallery.diamond-stack.note.1487">
            <a:extLst>
              <a:ext uri="{FF2B5EF4-FFF2-40B4-BE49-F238E27FC236}">
                <a16:creationId id="{01FE801B-AAA0-4F84-8ED5-B369063FA487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菱形面片沿竖向分层</a:t>
            </a:r>
          </a:p>
        </p:txBody>
      </p:sp>
      <p:sp>
        <p:nvSpPr>
          <p:cNvPr id="36" name="gallery.frame-stack.frame.1488">
            <a:extLst>
              <a:ext uri="{FF2B5EF4-FFF2-40B4-BE49-F238E27FC236}">
                <a16:creationId id="{0C066DB7-599F-4F5C-9B8B-E54A35CD0A0D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7" name="gallery.frame-stack.heading.1489">
            <a:extLst>
              <a:ext uri="{FF2B5EF4-FFF2-40B4-BE49-F238E27FC236}">
                <a16:creationId id="{FFEA5E61-B1CC-413F-BB41-74D0070BB912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开放框叠层</a:t>
            </a:r>
          </a:p>
        </p:txBody>
      </p:sp>
      <p:grpSp>
        <p:nvGrpSpPr>
          <p:cNvPr id="82" name="开放框叠层"/>
          <p:cNvGrpSpPr/>
          <p:nvPr/>
        </p:nvGrpSpPr>
        <p:grpSpPr>
          <a:xfrm>
            <a:off x="5295900" y="4981575"/>
            <a:ext cx="1790700" cy="971550"/>
            <a:chOff x="5295900" y="4981575"/>
            <a:chExt cx="1790700" cy="971550"/>
          </a:xfrm>
        </p:grpSpPr>
        <p:sp>
          <p:nvSpPr>
            <p:cNvPr id="38" name="instance.C17.142.plane2.top.1490">
              <a:extLst>
                <a:ext uri="{FF2B5EF4-FFF2-40B4-BE49-F238E27FC236}">
                  <a16:creationId id="{3C641B8A-79A6-4E36-8F95-6177B51AEDEE}"/>
                </a:ext>
              </a:extLst>
            </p:cNvPr>
            <p:cNvSpPr>
              <a:spLocks noGrp="1"/>
            </p:cNvSpPr>
            <p:nvPr/>
          </p:nvSpPr>
          <p:spPr>
            <a:xfrm>
              <a:off x="5657850" y="4981575"/>
              <a:ext cx="1428750" cy="66675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39" name="instance.C17.142.plane2.bottom.1491">
              <a:extLst>
                <a:ext uri="{FF2B5EF4-FFF2-40B4-BE49-F238E27FC236}">
                  <a16:creationId id="{E004A094-0DF5-47C5-8091-BEC147C13224}"/>
                </a:ext>
              </a:extLst>
            </p:cNvPr>
            <p:cNvSpPr>
              <a:spLocks noGrp="1"/>
            </p:cNvSpPr>
            <p:nvPr/>
          </p:nvSpPr>
          <p:spPr>
            <a:xfrm>
              <a:off x="5657850" y="5600700"/>
              <a:ext cx="1428750" cy="66675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40" name="instance.C17.142.plane2.left.1492">
              <a:extLst>
                <a:ext uri="{FF2B5EF4-FFF2-40B4-BE49-F238E27FC236}">
                  <a16:creationId id="{ACB61C63-E9E4-4A82-AAC0-A423A0233E9C}"/>
                </a:ext>
              </a:extLst>
            </p:cNvPr>
            <p:cNvSpPr>
              <a:spLocks noGrp="1"/>
            </p:cNvSpPr>
            <p:nvPr/>
          </p:nvSpPr>
          <p:spPr>
            <a:xfrm>
              <a:off x="5657850" y="5048250"/>
              <a:ext cx="66675" cy="552450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41" name="instance.C17.142.plane2.right.1493">
              <a:extLst>
                <a:ext uri="{FF2B5EF4-FFF2-40B4-BE49-F238E27FC236}">
                  <a16:creationId id="{3303B149-4EEF-4A11-B4A1-1FE42ED619E0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5048250"/>
              <a:ext cx="66675" cy="552450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42" name="instance.C17.142.plane2.outer.1494">
              <a:extLst>
                <a:ext uri="{FF2B5EF4-FFF2-40B4-BE49-F238E27FC236}">
                  <a16:creationId id="{E2CF3963-954A-49A8-8F12-1DAB6D7C7201}"/>
                </a:ext>
              </a:extLst>
            </p:cNvPr>
            <p:cNvSpPr>
              <a:spLocks noGrp="1"/>
            </p:cNvSpPr>
            <p:nvPr/>
          </p:nvSpPr>
          <p:spPr>
            <a:xfrm>
              <a:off x="5657850" y="4981575"/>
              <a:ext cx="1428750" cy="68580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3" name="instance.C17.142.plane2.inner.1495">
              <a:extLst>
                <a:ext uri="{FF2B5EF4-FFF2-40B4-BE49-F238E27FC236}">
                  <a16:creationId id="{4F51A8F1-9DD6-4183-99A2-24640CD1D955}"/>
                </a:ext>
              </a:extLst>
            </p:cNvPr>
            <p:cNvSpPr>
              <a:spLocks noGrp="1"/>
            </p:cNvSpPr>
            <p:nvPr/>
          </p:nvSpPr>
          <p:spPr>
            <a:xfrm>
              <a:off x="5724525" y="5048250"/>
              <a:ext cx="1295400" cy="55245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4" name="instance.C17.142.plane1.top.1496">
              <a:extLst>
                <a:ext uri="{FF2B5EF4-FFF2-40B4-BE49-F238E27FC236}">
                  <a16:creationId id="{A6731DFB-2DF7-4C44-997E-FE5918D5CB0F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5124450"/>
              <a:ext cx="1428750" cy="66675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45" name="instance.C17.142.plane1.bottom.1497">
              <a:extLst>
                <a:ext uri="{FF2B5EF4-FFF2-40B4-BE49-F238E27FC236}">
                  <a16:creationId id="{A613A0AD-F6C3-4175-9077-27DBA6AFC8CB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5743575"/>
              <a:ext cx="1428750" cy="66675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46" name="instance.C17.142.plane1.left.1498">
              <a:extLst>
                <a:ext uri="{FF2B5EF4-FFF2-40B4-BE49-F238E27FC236}">
                  <a16:creationId id="{DE83A32F-A1A1-4510-9DDD-0C39531130DD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5191125"/>
              <a:ext cx="66675" cy="552450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47" name="instance.C17.142.plane1.right.1499">
              <a:extLst>
                <a:ext uri="{FF2B5EF4-FFF2-40B4-BE49-F238E27FC236}">
                  <a16:creationId id="{1BFE03A9-52F5-41BB-8C68-2ED54961C48A}"/>
                </a:ext>
              </a:extLst>
            </p:cNvPr>
            <p:cNvSpPr>
              <a:spLocks noGrp="1"/>
            </p:cNvSpPr>
            <p:nvPr/>
          </p:nvSpPr>
          <p:spPr>
            <a:xfrm>
              <a:off x="6838950" y="5191125"/>
              <a:ext cx="66675" cy="552450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48" name="instance.C17.142.plane1.outer.1500">
              <a:extLst>
                <a:ext uri="{FF2B5EF4-FFF2-40B4-BE49-F238E27FC236}">
                  <a16:creationId id="{033ACD60-48D5-4D36-B4EB-3960913CD601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5124450"/>
              <a:ext cx="1428750" cy="68580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9" name="instance.C17.142.plane1.inner.1501">
              <a:extLst>
                <a:ext uri="{FF2B5EF4-FFF2-40B4-BE49-F238E27FC236}">
                  <a16:creationId id="{3FF57DB3-C969-4F1D-8FFE-19F57530A0AB}"/>
                </a:ext>
              </a:extLst>
            </p:cNvPr>
            <p:cNvSpPr>
              <a:spLocks noGrp="1"/>
            </p:cNvSpPr>
            <p:nvPr/>
          </p:nvSpPr>
          <p:spPr>
            <a:xfrm>
              <a:off x="5543550" y="5191125"/>
              <a:ext cx="1295400" cy="55245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0" name="instance.C17.142.plane0.top.1502">
              <a:extLst>
                <a:ext uri="{FF2B5EF4-FFF2-40B4-BE49-F238E27FC236}">
                  <a16:creationId id="{49840F99-1636-40A1-A6AB-301EEEAA0E26}"/>
                </a:ext>
              </a:extLst>
            </p:cNvPr>
            <p:cNvSpPr>
              <a:spLocks noGrp="1"/>
            </p:cNvSpPr>
            <p:nvPr/>
          </p:nvSpPr>
          <p:spPr>
            <a:xfrm>
              <a:off x="5295900" y="5267325"/>
              <a:ext cx="1428750" cy="66675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51" name="instance.C17.142.plane0.bottom.1503">
              <a:extLst>
                <a:ext uri="{FF2B5EF4-FFF2-40B4-BE49-F238E27FC236}">
                  <a16:creationId id="{7E19F26A-4405-4C85-8473-E9E0C6B3D4A3}"/>
                </a:ext>
              </a:extLst>
            </p:cNvPr>
            <p:cNvSpPr>
              <a:spLocks noGrp="1"/>
            </p:cNvSpPr>
            <p:nvPr/>
          </p:nvSpPr>
          <p:spPr>
            <a:xfrm>
              <a:off x="5295900" y="5886450"/>
              <a:ext cx="1428750" cy="66675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52" name="instance.C17.142.plane0.left.1504">
              <a:extLst>
                <a:ext uri="{FF2B5EF4-FFF2-40B4-BE49-F238E27FC236}">
                  <a16:creationId id="{18207172-61BD-496F-8A91-37746CB844E4}"/>
                </a:ext>
              </a:extLst>
            </p:cNvPr>
            <p:cNvSpPr>
              <a:spLocks noGrp="1"/>
            </p:cNvSpPr>
            <p:nvPr/>
          </p:nvSpPr>
          <p:spPr>
            <a:xfrm>
              <a:off x="5295900" y="5334000"/>
              <a:ext cx="66675" cy="552450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53" name="instance.C17.142.plane0.right.1505">
              <a:extLst>
                <a:ext uri="{FF2B5EF4-FFF2-40B4-BE49-F238E27FC236}">
                  <a16:creationId id="{96330A44-D19B-40D1-A892-181E6F76494B}"/>
                </a:ext>
              </a:extLst>
            </p:cNvPr>
            <p:cNvSpPr>
              <a:spLocks noGrp="1"/>
            </p:cNvSpPr>
            <p:nvPr/>
          </p:nvSpPr>
          <p:spPr>
            <a:xfrm>
              <a:off x="6657975" y="5334000"/>
              <a:ext cx="66675" cy="552450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54" name="instance.C17.142.plane0.outer.1506">
              <a:extLst>
                <a:ext uri="{FF2B5EF4-FFF2-40B4-BE49-F238E27FC236}">
                  <a16:creationId id="{B2465CBF-5637-49FB-AB5E-A2746ACA2B08}"/>
                </a:ext>
              </a:extLst>
            </p:cNvPr>
            <p:cNvSpPr>
              <a:spLocks noGrp="1"/>
            </p:cNvSpPr>
            <p:nvPr/>
          </p:nvSpPr>
          <p:spPr>
            <a:xfrm>
              <a:off x="5295900" y="5267325"/>
              <a:ext cx="1428750" cy="68580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5" name="instance.C17.142.plane0.inner.1507">
              <a:extLst>
                <a:ext uri="{FF2B5EF4-FFF2-40B4-BE49-F238E27FC236}">
                  <a16:creationId id="{BD2BF2EE-7174-4840-8EAA-927EDFAAD873}"/>
                </a:ext>
              </a:extLst>
            </p:cNvPr>
            <p:cNvSpPr>
              <a:spLocks noGrp="1"/>
            </p:cNvSpPr>
            <p:nvPr/>
          </p:nvSpPr>
          <p:spPr>
            <a:xfrm>
              <a:off x="5362575" y="5334000"/>
              <a:ext cx="1295400" cy="55245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56" name="gallery.frame-stack.note.1508">
            <a:extLst>
              <a:ext uri="{FF2B5EF4-FFF2-40B4-BE49-F238E27FC236}">
                <a16:creationId id="{08BBF83D-276D-400A-9C18-BC773D0843B3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开放框内可透见后层</a:t>
            </a:r>
          </a:p>
        </p:txBody>
      </p:sp>
      <p:sp>
        <p:nvSpPr>
          <p:cNvPr id="57" name="gallery.grid-stack.frame.1509">
            <a:extLst>
              <a:ext uri="{FF2B5EF4-FFF2-40B4-BE49-F238E27FC236}">
                <a16:creationId id="{4D3765B4-1336-4440-90DC-AABA8AA852A5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8" name="gallery.grid-stack.heading.1510">
            <a:extLst>
              <a:ext uri="{FF2B5EF4-FFF2-40B4-BE49-F238E27FC236}">
                <a16:creationId id="{C2059538-FB42-4945-87FA-CE5C620921EF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网格叠层</a:t>
            </a:r>
          </a:p>
        </p:txBody>
      </p:sp>
      <p:grpSp>
        <p:nvGrpSpPr>
          <p:cNvPr id="83" name="网格叠层"/>
          <p:cNvGrpSpPr/>
          <p:nvPr/>
        </p:nvGrpSpPr>
        <p:grpSpPr>
          <a:xfrm>
            <a:off x="8924925" y="5086350"/>
            <a:ext cx="2076450" cy="828675"/>
            <a:chOff x="8924925" y="5086350"/>
            <a:chExt cx="2076450" cy="828675"/>
          </a:xfrm>
        </p:grpSpPr>
        <p:sp>
          <p:nvSpPr>
            <p:cNvPr id="59" name="instance.C17.143.plane2.1511">
              <a:extLst>
                <a:ext uri="{FF2B5EF4-FFF2-40B4-BE49-F238E27FC236}">
                  <a16:creationId id="{CAEBAC6A-3629-47FF-B24B-4C1CD649E8C4}"/>
                </a:ext>
              </a:extLst>
            </p:cNvPr>
            <p:cNvSpPr>
              <a:spLocks noGrp="1"/>
            </p:cNvSpPr>
            <p:nvPr/>
          </p:nvSpPr>
          <p:spPr>
            <a:xfrm>
              <a:off x="9153525" y="5086350"/>
              <a:ext cx="1847850" cy="561975"/>
            </a:xfrm>
            <a:custGeom>
              <a:pathLst>
                <a:path w="1847850" h="561975">
                  <a:moveTo>
                    <a:pt x="0" y="0"/>
                  </a:moveTo>
                  <a:lnTo>
                    <a:pt x="1438275" y="0"/>
                  </a:lnTo>
                  <a:lnTo>
                    <a:pt x="1847850" y="561975"/>
                  </a:lnTo>
                  <a:lnTo>
                    <a:pt x="409575" y="561975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60" name="instance.C17.143.plane2.column1.1512">
              <a:extLst>
                <a:ext uri="{FF2B5EF4-FFF2-40B4-BE49-F238E27FC236}">
                  <a16:creationId id="{E33536DB-545B-4C4F-92E9-58E8DE6CE972}"/>
                </a:ext>
              </a:extLst>
            </p:cNvPr>
            <p:cNvSpPr>
              <a:spLocks noGrp="1"/>
            </p:cNvSpPr>
            <p:nvPr/>
          </p:nvSpPr>
          <p:spPr>
            <a:xfrm>
              <a:off x="9513094" y="508635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1" name="instance.C17.143.plane2.column2.1513">
              <a:extLst>
                <a:ext uri="{FF2B5EF4-FFF2-40B4-BE49-F238E27FC236}">
                  <a16:creationId id="{A4386687-8F7B-4FE1-82B0-71EB6F19F98E}"/>
                </a:ext>
              </a:extLst>
            </p:cNvPr>
            <p:cNvSpPr>
              <a:spLocks noGrp="1"/>
            </p:cNvSpPr>
            <p:nvPr/>
          </p:nvSpPr>
          <p:spPr>
            <a:xfrm>
              <a:off x="9872663" y="508635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2" name="instance.C17.143.plane2.column3.1514">
              <a:extLst>
                <a:ext uri="{FF2B5EF4-FFF2-40B4-BE49-F238E27FC236}">
                  <a16:creationId id="{42F07E75-042E-4AD7-8BCB-27E1D1CEC532}"/>
                </a:ext>
              </a:extLst>
            </p:cNvPr>
            <p:cNvSpPr>
              <a:spLocks noGrp="1"/>
            </p:cNvSpPr>
            <p:nvPr/>
          </p:nvSpPr>
          <p:spPr>
            <a:xfrm>
              <a:off x="10232231" y="508635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3" name="instance.C17.143.plane2.row.1515">
              <a:extLst>
                <a:ext uri="{FF2B5EF4-FFF2-40B4-BE49-F238E27FC236}">
                  <a16:creationId id="{7FE1FD66-6736-405B-B904-DD1DF46B9CC6}"/>
                </a:ext>
              </a:extLst>
            </p:cNvPr>
            <p:cNvSpPr>
              <a:spLocks noGrp="1"/>
            </p:cNvSpPr>
            <p:nvPr/>
          </p:nvSpPr>
          <p:spPr>
            <a:xfrm>
              <a:off x="9358313" y="5367338"/>
              <a:ext cx="1438275" cy="10"/>
            </a:xfrm>
            <a:custGeom>
              <a:pathLst>
                <a:path w="1438275" h="10">
                  <a:moveTo>
                    <a:pt x="0" y="0"/>
                  </a:moveTo>
                  <a:lnTo>
                    <a:pt x="1438275" y="0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4" name="instance.C17.143.plane1.1516">
              <a:extLst>
                <a:ext uri="{FF2B5EF4-FFF2-40B4-BE49-F238E27FC236}">
                  <a16:creationId id="{56FCCD1C-C124-44AB-8D1E-616BF536F2B8}"/>
                </a:ext>
              </a:extLst>
            </p:cNvPr>
            <p:cNvSpPr>
              <a:spLocks noGrp="1"/>
            </p:cNvSpPr>
            <p:nvPr/>
          </p:nvSpPr>
          <p:spPr>
            <a:xfrm>
              <a:off x="9039225" y="5219700"/>
              <a:ext cx="1847850" cy="561975"/>
            </a:xfrm>
            <a:custGeom>
              <a:pathLst>
                <a:path w="1847850" h="561975">
                  <a:moveTo>
                    <a:pt x="0" y="0"/>
                  </a:moveTo>
                  <a:lnTo>
                    <a:pt x="1438275" y="0"/>
                  </a:lnTo>
                  <a:lnTo>
                    <a:pt x="1847850" y="561975"/>
                  </a:lnTo>
                  <a:lnTo>
                    <a:pt x="409575" y="561975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65" name="instance.C17.143.plane1.column1.1517">
              <a:extLst>
                <a:ext uri="{FF2B5EF4-FFF2-40B4-BE49-F238E27FC236}">
                  <a16:creationId id="{79A90387-3A71-4778-AB84-D23B1F988662}"/>
                </a:ext>
              </a:extLst>
            </p:cNvPr>
            <p:cNvSpPr>
              <a:spLocks noGrp="1"/>
            </p:cNvSpPr>
            <p:nvPr/>
          </p:nvSpPr>
          <p:spPr>
            <a:xfrm>
              <a:off x="9398794" y="521970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6" name="instance.C17.143.plane1.column2.1518">
              <a:extLst>
                <a:ext uri="{FF2B5EF4-FFF2-40B4-BE49-F238E27FC236}">
                  <a16:creationId id="{22EDB284-D0B1-48F5-91C5-F3C150DA7C1F}"/>
                </a:ext>
              </a:extLst>
            </p:cNvPr>
            <p:cNvSpPr>
              <a:spLocks noGrp="1"/>
            </p:cNvSpPr>
            <p:nvPr/>
          </p:nvSpPr>
          <p:spPr>
            <a:xfrm>
              <a:off x="9758363" y="521970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7" name="instance.C17.143.plane1.column3.1519">
              <a:extLst>
                <a:ext uri="{FF2B5EF4-FFF2-40B4-BE49-F238E27FC236}">
                  <a16:creationId id="{F2D6034A-6973-4FC4-91A6-185336EA45B2}"/>
                </a:ext>
              </a:extLst>
            </p:cNvPr>
            <p:cNvSpPr>
              <a:spLocks noGrp="1"/>
            </p:cNvSpPr>
            <p:nvPr/>
          </p:nvSpPr>
          <p:spPr>
            <a:xfrm>
              <a:off x="10117931" y="521970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8" name="instance.C17.143.plane1.row.1520">
              <a:extLst>
                <a:ext uri="{FF2B5EF4-FFF2-40B4-BE49-F238E27FC236}">
                  <a16:creationId id="{9BEAA3A4-DFB0-4614-8FC6-33710141C832}"/>
                </a:ext>
              </a:extLst>
            </p:cNvPr>
            <p:cNvSpPr>
              <a:spLocks noGrp="1"/>
            </p:cNvSpPr>
            <p:nvPr/>
          </p:nvSpPr>
          <p:spPr>
            <a:xfrm>
              <a:off x="9244013" y="5500688"/>
              <a:ext cx="1438275" cy="10"/>
            </a:xfrm>
            <a:custGeom>
              <a:pathLst>
                <a:path w="1438275" h="10">
                  <a:moveTo>
                    <a:pt x="0" y="0"/>
                  </a:moveTo>
                  <a:lnTo>
                    <a:pt x="1438275" y="0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69" name="instance.C17.143.plane0.1521">
              <a:extLst>
                <a:ext uri="{FF2B5EF4-FFF2-40B4-BE49-F238E27FC236}">
                  <a16:creationId id="{889946A5-1FD2-4042-9D5A-076C57FA199F}"/>
                </a:ext>
              </a:extLst>
            </p:cNvPr>
            <p:cNvSpPr>
              <a:spLocks noGrp="1"/>
            </p:cNvSpPr>
            <p:nvPr/>
          </p:nvSpPr>
          <p:spPr>
            <a:xfrm>
              <a:off x="8924925" y="5353050"/>
              <a:ext cx="1847850" cy="561975"/>
            </a:xfrm>
            <a:custGeom>
              <a:pathLst>
                <a:path w="1847850" h="561975">
                  <a:moveTo>
                    <a:pt x="0" y="0"/>
                  </a:moveTo>
                  <a:lnTo>
                    <a:pt x="1438275" y="0"/>
                  </a:lnTo>
                  <a:lnTo>
                    <a:pt x="1847850" y="561975"/>
                  </a:lnTo>
                  <a:lnTo>
                    <a:pt x="409575" y="561975"/>
                  </a:lnTo>
                  <a:close/>
                </a:path>
              </a:pathLst>
            </a:cu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70" name="instance.C17.143.plane0.column1.1522">
              <a:extLst>
                <a:ext uri="{FF2B5EF4-FFF2-40B4-BE49-F238E27FC236}">
                  <a16:creationId id="{8022B352-1B77-42D8-856C-5EA2B781FCB3}"/>
                </a:ext>
              </a:extLst>
            </p:cNvPr>
            <p:cNvSpPr>
              <a:spLocks noGrp="1"/>
            </p:cNvSpPr>
            <p:nvPr/>
          </p:nvSpPr>
          <p:spPr>
            <a:xfrm>
              <a:off x="9284494" y="535305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71" name="instance.C17.143.plane0.column2.1523">
              <a:extLst>
                <a:ext uri="{FF2B5EF4-FFF2-40B4-BE49-F238E27FC236}">
                  <a16:creationId id="{4084CF18-3226-4527-8699-0441154D9EDA}"/>
                </a:ext>
              </a:extLst>
            </p:cNvPr>
            <p:cNvSpPr>
              <a:spLocks noGrp="1"/>
            </p:cNvSpPr>
            <p:nvPr/>
          </p:nvSpPr>
          <p:spPr>
            <a:xfrm>
              <a:off x="9644063" y="535305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72" name="instance.C17.143.plane0.column3.1524">
              <a:extLst>
                <a:ext uri="{FF2B5EF4-FFF2-40B4-BE49-F238E27FC236}">
                  <a16:creationId id="{A9E667DF-5306-4FFD-BC2B-AC2F65C83291}"/>
                </a:ext>
              </a:extLst>
            </p:cNvPr>
            <p:cNvSpPr>
              <a:spLocks noGrp="1"/>
            </p:cNvSpPr>
            <p:nvPr/>
          </p:nvSpPr>
          <p:spPr>
            <a:xfrm>
              <a:off x="10003631" y="5353050"/>
              <a:ext cx="409575" cy="561975"/>
            </a:xfrm>
            <a:custGeom>
              <a:pathLst>
                <a:path w="409575" h="561975">
                  <a:moveTo>
                    <a:pt x="0" y="0"/>
                  </a:moveTo>
                  <a:lnTo>
                    <a:pt x="409575" y="561975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  <p:sp>
          <p:nvSpPr>
            <p:cNvPr id="73" name="instance.C17.143.plane0.row.1525">
              <a:extLst>
                <a:ext uri="{FF2B5EF4-FFF2-40B4-BE49-F238E27FC236}">
                  <a16:creationId id="{EC1098F6-6DA8-466B-B298-850F92966114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5634038"/>
              <a:ext cx="1438275" cy="10"/>
            </a:xfrm>
            <a:custGeom>
              <a:pathLst>
                <a:path w="1438275" h="10">
                  <a:moveTo>
                    <a:pt x="0" y="0"/>
                  </a:moveTo>
                  <a:lnTo>
                    <a:pt x="1438275" y="0"/>
                  </a:lnTo>
                </a:path>
              </a:pathLst>
            </a:custGeom>
            <a:noFill/>
            <a:ln w="6668">
              <a:solidFill>
                <a:srgbClr val="357596"/>
              </a:solidFill>
              <a:prstDash val="solid"/>
            </a:ln>
          </p:spPr>
        </p:sp>
      </p:grpSp>
      <p:sp>
        <p:nvSpPr>
          <p:cNvPr id="74" name="gallery.grid-stack.note.1526">
            <a:extLst>
              <a:ext uri="{FF2B5EF4-FFF2-40B4-BE49-F238E27FC236}">
                <a16:creationId id="{91A513DD-FEFB-45C7-A743-468F59F644CE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网格平面叠放并保留格线</a:t>
            </a:r>
          </a:p>
        </p:txBody>
      </p:sp>
      <p:sp>
        <p:nvSpPr>
          <p:cNvPr id="84" name="navigation.rule.2736">
            <a:extLst>
              <a:ext uri="{FF2B5EF4-FFF2-40B4-BE49-F238E27FC236}">
                <a16:creationId id="{4656502B-A078-49D9-8A4A-051674499C1D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85" name="navigation.section.2737">
            <a:extLst>
              <a:ext uri="{FF2B5EF4-FFF2-40B4-BE49-F238E27FC236}">
                <a16:creationId id="{93DEB6CA-EA8D-42EE-B7D0-7B11954C7248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第6节　节点、符号与叠层平面</a:t>
            </a:r>
          </a:p>
        </p:txBody>
      </p:sp>
      <p:sp>
        <p:nvSpPr>
          <p:cNvPr id="86" name="navigation.page.2738">
            <a:extLst>
              <a:ext uri="{FF2B5EF4-FFF2-40B4-BE49-F238E27FC236}">
                <a16:creationId id="{F0F62A7B-9BC3-49E3-B9E0-334434C54898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38 / 53</a:t>
            </a:r>
          </a:p>
        </p:txBody>
      </p:sp>
    </p:spTree>
    <p:extLst>
      <p:ext uri="{BB962C8B-B14F-4D97-AF65-F5344CB8AC3E}">
        <p14:creationId val="1839342650"/>
      </p:ext>
    </p:extLst>
  </p:cSld>
</p:sld>
</file>

<file path=ppt/slides/slide3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8" name="6.6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7" name="header.accent.1527">
              <a:extLst>
                <a:ext uri="{FF2B5EF4-FFF2-40B4-BE49-F238E27FC236}">
                  <a16:creationId id="{0E445742-83CC-4FC7-9E7D-49DAE568F7E6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528">
              <a:extLst>
                <a:ext uri="{FF2B5EF4-FFF2-40B4-BE49-F238E27FC236}">
                  <a16:creationId id="{DEA9F862-9E78-4A53-B86A-C891B5AB8AA4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6.6</a:t>
              </a:r>
            </a:p>
          </p:txBody>
        </p:sp>
        <p:sp>
          <p:nvSpPr>
            <p:cNvPr id="3" name="header.gradient.1529">
              <a:extLst>
                <a:ext uri="{FF2B5EF4-FFF2-40B4-BE49-F238E27FC236}">
                  <a16:creationId id="{EEBEBE2E-7AEC-4515-B345-50565F15BE48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530">
              <a:extLst>
                <a:ext uri="{FF2B5EF4-FFF2-40B4-BE49-F238E27FC236}">
                  <a16:creationId id="{2CB8C998-FBC7-4971-BB25-FBA6002A1F28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叠层排列与展开</a:t>
              </a:r>
            </a:p>
          </p:txBody>
        </p:sp>
        <p:sp>
          <p:nvSpPr>
            <p:cNvPr id="5" name="header.library.1531">
              <a:extLst>
                <a:ext uri="{FF2B5EF4-FFF2-40B4-BE49-F238E27FC236}">
                  <a16:creationId id="{C9925526-5F6E-42A4-82FD-337634905933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9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532">
              <a:extLst>
                <a:ext uri="{FF2B5EF4-FFF2-40B4-BE49-F238E27FC236}">
                  <a16:creationId id="{E4C77653-8C89-4AF9-9E0A-3CBC2A83A728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533">
              <a:extLst>
                <a:ext uri="{FF2B5EF4-FFF2-40B4-BE49-F238E27FC236}">
                  <a16:creationId id="{EA35FBD3-8F8D-4486-B582-1B0F4666BE53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534">
              <a:extLst>
                <a:ext uri="{FF2B5EF4-FFF2-40B4-BE49-F238E27FC236}">
                  <a16:creationId id="{7BD32A73-54CF-4598-B04C-FAD32762084C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535">
              <a:extLst>
                <a:ext uri="{FF2B5EF4-FFF2-40B4-BE49-F238E27FC236}">
                  <a16:creationId id="{CFC21838-040B-4A47-967F-845D282704C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分离、扇形、渐缩、夹层、成组与开窗方式改变平面之间的组合关系。</a:t>
              </a:r>
            </a:p>
          </p:txBody>
        </p:sp>
      </p:grpSp>
      <p:sp>
        <p:nvSpPr>
          <p:cNvPr id="10" name="gallery.exploded-stack.frame.1536">
            <a:extLst>
              <a:ext uri="{FF2B5EF4-FFF2-40B4-BE49-F238E27FC236}">
                <a16:creationId id="{DF66C526-AACD-43B5-9925-B1F55279EDA3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exploded-stack.heading.1537">
            <a:extLst>
              <a:ext uri="{FF2B5EF4-FFF2-40B4-BE49-F238E27FC236}">
                <a16:creationId id="{FD1B6FA2-EA35-47FF-B581-F51547427AF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分离展开叠层</a:t>
            </a:r>
          </a:p>
        </p:txBody>
      </p:sp>
      <p:grpSp>
        <p:nvGrpSpPr>
          <p:cNvPr id="70" name="分离展开叠层"/>
          <p:cNvGrpSpPr/>
          <p:nvPr/>
        </p:nvGrpSpPr>
        <p:grpSpPr>
          <a:xfrm>
            <a:off x="1390650" y="2486025"/>
            <a:ext cx="1714510" cy="1028700"/>
            <a:chOff x="1390650" y="2486025"/>
            <a:chExt cx="1714510" cy="1028700"/>
          </a:xfrm>
        </p:grpSpPr>
        <p:sp>
          <p:nvSpPr>
            <p:cNvPr id="12" name="instance.C17.144.alignment.left.1538">
              <a:extLst>
                <a:ext uri="{FF2B5EF4-FFF2-40B4-BE49-F238E27FC236}">
                  <a16:creationId id="{053F4AD3-804D-46B9-8A70-1E7411342F3F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" y="2486025"/>
              <a:ext cx="10" cy="800100"/>
            </a:xfrm>
            <a:custGeom>
              <a:pathLst>
                <a:path w="10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9525">
              <a:solidFill>
                <a:srgbClr val="A6B4C0"/>
              </a:solidFill>
              <a:prstDash val="dash"/>
            </a:ln>
          </p:spPr>
        </p:sp>
        <p:sp>
          <p:nvSpPr>
            <p:cNvPr id="13" name="instance.C17.144.alignment.right.1539">
              <a:extLst>
                <a:ext uri="{FF2B5EF4-FFF2-40B4-BE49-F238E27FC236}">
                  <a16:creationId id="{81B4BBF2-338C-4D36-AE41-5773F490E0EA}"/>
                </a:ext>
              </a:extLst>
            </p:cNvPr>
            <p:cNvSpPr>
              <a:spLocks noGrp="1"/>
            </p:cNvSpPr>
            <p:nvPr/>
          </p:nvSpPr>
          <p:spPr>
            <a:xfrm>
              <a:off x="2838450" y="2486025"/>
              <a:ext cx="10" cy="800100"/>
            </a:xfrm>
            <a:custGeom>
              <a:pathLst>
                <a:path w="10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9525">
              <a:solidFill>
                <a:srgbClr val="A6B4C0"/>
              </a:solidFill>
              <a:prstDash val="dash"/>
            </a:ln>
          </p:spPr>
        </p:sp>
        <p:sp>
          <p:nvSpPr>
            <p:cNvPr id="14" name="instance.C17.144.alignment.lowerLeft.1540">
              <a:extLst>
                <a:ext uri="{FF2B5EF4-FFF2-40B4-BE49-F238E27FC236}">
                  <a16:creationId id="{E53270CE-FF17-4C74-B658-1D3592793CFB}"/>
                </a:ext>
              </a:extLst>
            </p:cNvPr>
            <p:cNvSpPr>
              <a:spLocks noGrp="1"/>
            </p:cNvSpPr>
            <p:nvPr/>
          </p:nvSpPr>
          <p:spPr>
            <a:xfrm>
              <a:off x="1657350" y="2714625"/>
              <a:ext cx="10" cy="800100"/>
            </a:xfrm>
            <a:custGeom>
              <a:pathLst>
                <a:path w="10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9525">
              <a:solidFill>
                <a:srgbClr val="A6B4C0"/>
              </a:solidFill>
              <a:prstDash val="dash"/>
            </a:ln>
          </p:spPr>
        </p:sp>
        <p:sp>
          <p:nvSpPr>
            <p:cNvPr id="15" name="instance.C17.144.alignment.lowerRight.1541">
              <a:extLst>
                <a:ext uri="{FF2B5EF4-FFF2-40B4-BE49-F238E27FC236}">
                  <a16:creationId id="{06AEF473-51A2-459E-8718-4D456E792BA3}"/>
                </a:ext>
              </a:extLst>
            </p:cNvPr>
            <p:cNvSpPr>
              <a:spLocks noGrp="1"/>
            </p:cNvSpPr>
            <p:nvPr/>
          </p:nvSpPr>
          <p:spPr>
            <a:xfrm>
              <a:off x="3105150" y="2714625"/>
              <a:ext cx="10" cy="800100"/>
            </a:xfrm>
            <a:custGeom>
              <a:pathLst>
                <a:path w="10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9525">
              <a:solidFill>
                <a:srgbClr val="A6B4C0"/>
              </a:solidFill>
              <a:prstDash val="dash"/>
            </a:ln>
          </p:spPr>
        </p:sp>
        <p:sp>
          <p:nvSpPr>
            <p:cNvPr id="16" name="instance.C17.144.plane2.1542">
              <a:extLst>
                <a:ext uri="{FF2B5EF4-FFF2-40B4-BE49-F238E27FC236}">
                  <a16:creationId id="{AD51AE3B-EA20-4A86-89AF-3205395469A4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" y="3286125"/>
              <a:ext cx="1714500" cy="228600"/>
            </a:xfrm>
            <a:custGeom>
              <a:pathLst>
                <a:path w="1714500" h="228600">
                  <a:moveTo>
                    <a:pt x="0" y="0"/>
                  </a:moveTo>
                  <a:lnTo>
                    <a:pt x="1447800" y="0"/>
                  </a:lnTo>
                  <a:lnTo>
                    <a:pt x="1714500" y="228600"/>
                  </a:lnTo>
                  <a:lnTo>
                    <a:pt x="266700" y="228600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17" name="instance.C17.144.plane1.1543">
              <a:extLst>
                <a:ext uri="{FF2B5EF4-FFF2-40B4-BE49-F238E27FC236}">
                  <a16:creationId id="{A3F2874F-482F-4B0E-A574-146A04D57307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" y="2886075"/>
              <a:ext cx="1714500" cy="228600"/>
            </a:xfrm>
            <a:custGeom>
              <a:pathLst>
                <a:path w="1714500" h="228600">
                  <a:moveTo>
                    <a:pt x="0" y="0"/>
                  </a:moveTo>
                  <a:lnTo>
                    <a:pt x="1447800" y="0"/>
                  </a:lnTo>
                  <a:lnTo>
                    <a:pt x="1714500" y="228600"/>
                  </a:lnTo>
                  <a:lnTo>
                    <a:pt x="266700" y="228600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18" name="instance.C17.144.plane0.1544">
              <a:extLst>
                <a:ext uri="{FF2B5EF4-FFF2-40B4-BE49-F238E27FC236}">
                  <a16:creationId id="{C1535D12-52CA-4D45-9C08-E22E6CB708AF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" y="2486025"/>
              <a:ext cx="1714500" cy="228600"/>
            </a:xfrm>
            <a:custGeom>
              <a:pathLst>
                <a:path w="1714500" h="228600">
                  <a:moveTo>
                    <a:pt x="0" y="0"/>
                  </a:moveTo>
                  <a:lnTo>
                    <a:pt x="1447800" y="0"/>
                  </a:lnTo>
                  <a:lnTo>
                    <a:pt x="1714500" y="228600"/>
                  </a:lnTo>
                  <a:lnTo>
                    <a:pt x="266700" y="228600"/>
                  </a:lnTo>
                  <a:close/>
                </a:path>
              </a:pathLst>
            </a:cu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19" name="gallery.exploded-stack.note.1545">
            <a:extLst>
              <a:ext uri="{FF2B5EF4-FFF2-40B4-BE49-F238E27FC236}">
                <a16:creationId id="{2867D73B-C8A7-4B58-975A-4B8F0E5541C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面片分离后以虚线保持对齐</a:t>
            </a:r>
          </a:p>
        </p:txBody>
      </p:sp>
      <p:sp>
        <p:nvSpPr>
          <p:cNvPr id="20" name="gallery.fan-stack.frame.1546">
            <a:extLst>
              <a:ext uri="{FF2B5EF4-FFF2-40B4-BE49-F238E27FC236}">
                <a16:creationId id="{C4F28E5A-B6B0-4340-B9D8-E76930D8967B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gallery.fan-stack.heading.1547">
            <a:extLst>
              <a:ext uri="{FF2B5EF4-FFF2-40B4-BE49-F238E27FC236}">
                <a16:creationId id="{79D553C4-2138-44CC-B91C-C440E3BC823F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扇形展开叠层</a:t>
            </a:r>
          </a:p>
        </p:txBody>
      </p:sp>
      <p:grpSp>
        <p:nvGrpSpPr>
          <p:cNvPr id="71" name="扇形展开叠层"/>
          <p:cNvGrpSpPr/>
          <p:nvPr/>
        </p:nvGrpSpPr>
        <p:grpSpPr>
          <a:xfrm>
            <a:off x="5294680" y="2487057"/>
            <a:ext cx="1602640" cy="996114"/>
            <a:chOff x="5294680" y="2487057"/>
            <a:chExt cx="1602640" cy="996114"/>
          </a:xfrm>
        </p:grpSpPr>
        <p:sp>
          <p:nvSpPr>
            <p:cNvPr id="22" name="instance.C17.145.plane0.1548">
              <a:extLst>
                <a:ext uri="{FF2B5EF4-FFF2-40B4-BE49-F238E27FC236}">
                  <a16:creationId id="{D8DC47F0-31BC-4813-8C22-1D7A7D4251A0}"/>
                </a:ext>
              </a:extLst>
            </p:cNvPr>
            <p:cNvSpPr>
              <a:spLocks noGrp="1"/>
            </p:cNvSpPr>
            <p:nvPr/>
          </p:nvSpPr>
          <p:spPr>
            <a:xfrm>
              <a:off x="5294680" y="2487057"/>
              <a:ext cx="1412372" cy="996114"/>
            </a:xfrm>
            <a:custGeom>
              <a:pathLst>
                <a:path w="1412372" h="996114">
                  <a:moveTo>
                    <a:pt x="0" y="622693"/>
                  </a:moveTo>
                  <a:lnTo>
                    <a:pt x="1222105" y="0"/>
                  </a:lnTo>
                  <a:lnTo>
                    <a:pt x="1412372" y="373421"/>
                  </a:lnTo>
                  <a:lnTo>
                    <a:pt x="190267" y="996114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3" name="instance.C17.145.plane1.1549">
              <a:extLst>
                <a:ext uri="{FF2B5EF4-FFF2-40B4-BE49-F238E27FC236}">
                  <a16:creationId id="{7B7C0C3F-CECE-4F41-839F-C83568DEA1CB}"/>
                </a:ext>
              </a:extLst>
            </p:cNvPr>
            <p:cNvSpPr>
              <a:spLocks noGrp="1"/>
            </p:cNvSpPr>
            <p:nvPr/>
          </p:nvSpPr>
          <p:spPr>
            <a:xfrm>
              <a:off x="5353082" y="2650602"/>
              <a:ext cx="1420275" cy="628506"/>
            </a:xfrm>
            <a:custGeom>
              <a:pathLst>
                <a:path w="1420275" h="628506">
                  <a:moveTo>
                    <a:pt x="0" y="214566"/>
                  </a:moveTo>
                  <a:lnTo>
                    <a:pt x="1354713" y="0"/>
                  </a:lnTo>
                  <a:lnTo>
                    <a:pt x="1420275" y="413940"/>
                  </a:lnTo>
                  <a:lnTo>
                    <a:pt x="65562" y="628506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4" name="instance.C17.145.plane2.1550">
              <a:extLst>
                <a:ext uri="{FF2B5EF4-FFF2-40B4-BE49-F238E27FC236}">
                  <a16:creationId id="{5721537A-1B3A-408E-B4C8-A5170C39B76B}"/>
                </a:ext>
              </a:extLst>
            </p:cNvPr>
            <p:cNvSpPr>
              <a:spLocks noGrp="1"/>
            </p:cNvSpPr>
            <p:nvPr/>
          </p:nvSpPr>
          <p:spPr>
            <a:xfrm>
              <a:off x="5418643" y="2650602"/>
              <a:ext cx="1420275" cy="628506"/>
            </a:xfrm>
            <a:custGeom>
              <a:pathLst>
                <a:path w="1420275" h="628506">
                  <a:moveTo>
                    <a:pt x="65562" y="0"/>
                  </a:moveTo>
                  <a:lnTo>
                    <a:pt x="1420275" y="214566"/>
                  </a:lnTo>
                  <a:lnTo>
                    <a:pt x="1354713" y="628506"/>
                  </a:lnTo>
                  <a:lnTo>
                    <a:pt x="0" y="413940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5" name="instance.C17.145.plane3.1551">
              <a:extLst>
                <a:ext uri="{FF2B5EF4-FFF2-40B4-BE49-F238E27FC236}">
                  <a16:creationId id="{32EF1B43-F7A1-4A3F-B36C-E3C299956B5E}"/>
                </a:ext>
              </a:extLst>
            </p:cNvPr>
            <p:cNvSpPr>
              <a:spLocks noGrp="1"/>
            </p:cNvSpPr>
            <p:nvPr/>
          </p:nvSpPr>
          <p:spPr>
            <a:xfrm>
              <a:off x="5484948" y="2487057"/>
              <a:ext cx="1412372" cy="996114"/>
            </a:xfrm>
            <a:custGeom>
              <a:pathLst>
                <a:path w="1412372" h="996114">
                  <a:moveTo>
                    <a:pt x="190267" y="0"/>
                  </a:moveTo>
                  <a:lnTo>
                    <a:pt x="1412372" y="622693"/>
                  </a:lnTo>
                  <a:lnTo>
                    <a:pt x="1222105" y="996114"/>
                  </a:lnTo>
                  <a:lnTo>
                    <a:pt x="0" y="373421"/>
                  </a:lnTo>
                  <a:close/>
                </a:path>
              </a:pathLst>
            </a:cu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26" name="instance.C17.145.pivot.1552">
              <a:extLst>
                <a:ext uri="{FF2B5EF4-FFF2-40B4-BE49-F238E27FC236}">
                  <a16:creationId id="{C0FA8895-B0B3-4DF6-9CD2-19A9EDA464CC}"/>
                </a:ext>
              </a:extLst>
            </p:cNvPr>
            <p:cNvSpPr>
              <a:spLocks noGrp="1"/>
            </p:cNvSpPr>
            <p:nvPr/>
          </p:nvSpPr>
          <p:spPr>
            <a:xfrm>
              <a:off x="6072188" y="3148013"/>
              <a:ext cx="47625" cy="47625"/>
            </a:xfrm>
            <a:prstGeom prst="ellipse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</p:grpSp>
      <p:sp>
        <p:nvSpPr>
          <p:cNvPr id="27" name="gallery.fan-stack.note.1553">
            <a:extLst>
              <a:ext uri="{FF2B5EF4-FFF2-40B4-BE49-F238E27FC236}">
                <a16:creationId id="{BC6805F6-34F7-444B-9FB9-500A2B219D11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面片围绕同一支点展开</a:t>
            </a:r>
          </a:p>
        </p:txBody>
      </p:sp>
      <p:sp>
        <p:nvSpPr>
          <p:cNvPr id="28" name="gallery.pyramid-stack.frame.1554">
            <a:extLst>
              <a:ext uri="{FF2B5EF4-FFF2-40B4-BE49-F238E27FC236}">
                <a16:creationId id="{46467A23-C248-4007-A451-A6B4520FE16F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9" name="gallery.pyramid-stack.heading.1555">
            <a:extLst>
              <a:ext uri="{FF2B5EF4-FFF2-40B4-BE49-F238E27FC236}">
                <a16:creationId id="{1BE895F4-3ABC-4675-84F3-CE927F5A181A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渐缩层叠</a:t>
            </a:r>
          </a:p>
        </p:txBody>
      </p:sp>
      <p:grpSp>
        <p:nvGrpSpPr>
          <p:cNvPr id="72" name="渐缩层叠"/>
          <p:cNvGrpSpPr/>
          <p:nvPr/>
        </p:nvGrpSpPr>
        <p:grpSpPr>
          <a:xfrm>
            <a:off x="8915400" y="2543175"/>
            <a:ext cx="2057400" cy="923925"/>
            <a:chOff x="8915400" y="2543175"/>
            <a:chExt cx="2057400" cy="923925"/>
          </a:xfrm>
        </p:grpSpPr>
        <p:sp>
          <p:nvSpPr>
            <p:cNvPr id="30" name="instance.C17.146.plane3.1556">
              <a:extLst>
                <a:ext uri="{FF2B5EF4-FFF2-40B4-BE49-F238E27FC236}">
                  <a16:creationId id="{712B5B80-5B67-4BB9-980A-A473EE9690E0}"/>
                </a:ext>
              </a:extLst>
            </p:cNvPr>
            <p:cNvSpPr>
              <a:spLocks noGrp="1"/>
            </p:cNvSpPr>
            <p:nvPr/>
          </p:nvSpPr>
          <p:spPr>
            <a:xfrm>
              <a:off x="8915400" y="3228975"/>
              <a:ext cx="2057400" cy="238125"/>
            </a:xfrm>
            <a:custGeom>
              <a:pathLst>
                <a:path w="2057400" h="238125">
                  <a:moveTo>
                    <a:pt x="76200" y="0"/>
                  </a:moveTo>
                  <a:lnTo>
                    <a:pt x="1981200" y="0"/>
                  </a:lnTo>
                  <a:lnTo>
                    <a:pt x="2057400" y="238125"/>
                  </a:lnTo>
                  <a:lnTo>
                    <a:pt x="0" y="238125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1" name="instance.C17.146.plane2.1557">
              <a:extLst>
                <a:ext uri="{FF2B5EF4-FFF2-40B4-BE49-F238E27FC236}">
                  <a16:creationId id="{B00B8CB9-FACD-4CF0-B06C-2CE3DA9E9377}"/>
                </a:ext>
              </a:extLst>
            </p:cNvPr>
            <p:cNvSpPr>
              <a:spLocks noGrp="1"/>
            </p:cNvSpPr>
            <p:nvPr/>
          </p:nvSpPr>
          <p:spPr>
            <a:xfrm>
              <a:off x="9124950" y="3000375"/>
              <a:ext cx="1638300" cy="238125"/>
            </a:xfrm>
            <a:custGeom>
              <a:pathLst>
                <a:path w="1638300" h="238125">
                  <a:moveTo>
                    <a:pt x="76200" y="0"/>
                  </a:moveTo>
                  <a:lnTo>
                    <a:pt x="1562100" y="0"/>
                  </a:lnTo>
                  <a:lnTo>
                    <a:pt x="1638300" y="238125"/>
                  </a:lnTo>
                  <a:lnTo>
                    <a:pt x="0" y="238125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2" name="instance.C17.146.plane1.1558">
              <a:extLst>
                <a:ext uri="{FF2B5EF4-FFF2-40B4-BE49-F238E27FC236}">
                  <a16:creationId id="{8A5EEF29-B8FE-4A74-A366-8041E8A32D74}"/>
                </a:ext>
              </a:extLst>
            </p:cNvPr>
            <p:cNvSpPr>
              <a:spLocks noGrp="1"/>
            </p:cNvSpPr>
            <p:nvPr/>
          </p:nvSpPr>
          <p:spPr>
            <a:xfrm>
              <a:off x="9334500" y="2771775"/>
              <a:ext cx="1219200" cy="238125"/>
            </a:xfrm>
            <a:custGeom>
              <a:pathLst>
                <a:path w="1219200" h="238125">
                  <a:moveTo>
                    <a:pt x="76200" y="0"/>
                  </a:moveTo>
                  <a:lnTo>
                    <a:pt x="1143000" y="0"/>
                  </a:lnTo>
                  <a:lnTo>
                    <a:pt x="1219200" y="238125"/>
                  </a:lnTo>
                  <a:lnTo>
                    <a:pt x="0" y="238125"/>
                  </a:lnTo>
                  <a:close/>
                </a:path>
              </a:pathLst>
            </a:cu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3" name="instance.C17.146.plane0.1559">
              <a:extLst>
                <a:ext uri="{FF2B5EF4-FFF2-40B4-BE49-F238E27FC236}">
                  <a16:creationId id="{75E005F2-8003-490E-BFCF-40A81EDCC601}"/>
                </a:ext>
              </a:extLst>
            </p:cNvPr>
            <p:cNvSpPr>
              <a:spLocks noGrp="1"/>
            </p:cNvSpPr>
            <p:nvPr/>
          </p:nvSpPr>
          <p:spPr>
            <a:xfrm>
              <a:off x="9544050" y="2543175"/>
              <a:ext cx="800100" cy="238125"/>
            </a:xfrm>
            <a:custGeom>
              <a:pathLst>
                <a:path w="800100" h="238125">
                  <a:moveTo>
                    <a:pt x="76200" y="0"/>
                  </a:moveTo>
                  <a:lnTo>
                    <a:pt x="723900" y="0"/>
                  </a:lnTo>
                  <a:lnTo>
                    <a:pt x="800100" y="238125"/>
                  </a:lnTo>
                  <a:lnTo>
                    <a:pt x="0" y="238125"/>
                  </a:lnTo>
                  <a:close/>
                </a:path>
              </a:pathLst>
            </a:cu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34" name="gallery.pyramid-stack.note.1560">
            <a:extLst>
              <a:ext uri="{FF2B5EF4-FFF2-40B4-BE49-F238E27FC236}">
                <a16:creationId id="{27033A24-1675-4554-BB41-4A572A7216A8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层面从底座向上逐级缩小</a:t>
            </a:r>
          </a:p>
        </p:txBody>
      </p:sp>
      <p:sp>
        <p:nvSpPr>
          <p:cNvPr id="35" name="gallery.sandwich-stack.frame.1561">
            <a:extLst>
              <a:ext uri="{FF2B5EF4-FFF2-40B4-BE49-F238E27FC236}">
                <a16:creationId id="{C4783CEE-7799-4406-8049-927B00B4A37E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6" name="gallery.sandwich-stack.heading.1562">
            <a:extLst>
              <a:ext uri="{FF2B5EF4-FFF2-40B4-BE49-F238E27FC236}">
                <a16:creationId id="{08CA24C7-67C3-4BB2-B969-EA698431792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夹层叠层</a:t>
            </a:r>
          </a:p>
        </p:txBody>
      </p:sp>
      <p:grpSp>
        <p:nvGrpSpPr>
          <p:cNvPr id="73" name="夹层叠层"/>
          <p:cNvGrpSpPr/>
          <p:nvPr/>
        </p:nvGrpSpPr>
        <p:grpSpPr>
          <a:xfrm>
            <a:off x="1152525" y="5038725"/>
            <a:ext cx="2190750" cy="876300"/>
            <a:chOff x="1152525" y="5038725"/>
            <a:chExt cx="2190750" cy="876300"/>
          </a:xfrm>
        </p:grpSpPr>
        <p:sp>
          <p:nvSpPr>
            <p:cNvPr id="37" name="instance.C17.147.plane2.1563">
              <a:extLst>
                <a:ext uri="{FF2B5EF4-FFF2-40B4-BE49-F238E27FC236}">
                  <a16:creationId id="{735B037C-40D8-43FA-B361-9B4C07A727C3}"/>
                </a:ext>
              </a:extLst>
            </p:cNvPr>
            <p:cNvSpPr>
              <a:spLocks noGrp="1"/>
            </p:cNvSpPr>
            <p:nvPr/>
          </p:nvSpPr>
          <p:spPr>
            <a:xfrm>
              <a:off x="1314450" y="5572125"/>
              <a:ext cx="1866900" cy="342900"/>
            </a:xfrm>
            <a:prstGeom prst="roundRect">
              <a:avLst>
                <a:gd name="adj" fmla="val 13889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8" name="instance.C17.147.plane1.1564">
              <a:extLst>
                <a:ext uri="{FF2B5EF4-FFF2-40B4-BE49-F238E27FC236}">
                  <a16:creationId id="{10643FE7-8F41-4276-A744-651CBD6D4714}"/>
                </a:ext>
              </a:extLst>
            </p:cNvPr>
            <p:cNvSpPr>
              <a:spLocks noGrp="1"/>
            </p:cNvSpPr>
            <p:nvPr/>
          </p:nvSpPr>
          <p:spPr>
            <a:xfrm>
              <a:off x="1152525" y="5410200"/>
              <a:ext cx="2190750" cy="133350"/>
            </a:xfrm>
            <a:prstGeom prst="rect">
              <a:avLst/>
            </a:prstGeom>
            <a:gradFill>
              <a:gsLst>
                <a:gs pos="0">
                  <a:srgbClr val="C9E0F7"/>
                </a:gs>
                <a:gs pos="100000">
                  <a:srgbClr val="0759BE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39" name="instance.C17.147.plane0.1565">
              <a:extLst>
                <a:ext uri="{FF2B5EF4-FFF2-40B4-BE49-F238E27FC236}">
                  <a16:creationId id="{3F5E16B0-4B41-4DC9-BE30-CC4D00B0EBC0}"/>
                </a:ext>
              </a:extLst>
            </p:cNvPr>
            <p:cNvSpPr>
              <a:spLocks noGrp="1"/>
            </p:cNvSpPr>
            <p:nvPr/>
          </p:nvSpPr>
          <p:spPr>
            <a:xfrm>
              <a:off x="1314450" y="5038725"/>
              <a:ext cx="1866900" cy="342900"/>
            </a:xfrm>
            <a:prstGeom prst="roundRect">
              <a:avLst>
                <a:gd name="adj" fmla="val 13889"/>
              </a:avLst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40" name="gallery.sandwich-stack.note.1566">
            <a:extLst>
              <a:ext uri="{FF2B5EF4-FFF2-40B4-BE49-F238E27FC236}">
                <a16:creationId id="{1F30F868-5061-42E7-9930-C603680F2570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中间薄层在两侧边缘显露</a:t>
            </a:r>
          </a:p>
        </p:txBody>
      </p:sp>
      <p:sp>
        <p:nvSpPr>
          <p:cNvPr id="41" name="gallery.twin-stack.frame.1567">
            <a:extLst>
              <a:ext uri="{FF2B5EF4-FFF2-40B4-BE49-F238E27FC236}">
                <a16:creationId id="{E313BF88-EBCD-4456-80CD-89526DFC8ECB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2" name="gallery.twin-stack.heading.1568">
            <a:extLst>
              <a:ext uri="{FF2B5EF4-FFF2-40B4-BE49-F238E27FC236}">
                <a16:creationId id="{2131177B-61B9-46EF-85BD-D62F8379CD8D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成组双叠层</a:t>
            </a:r>
          </a:p>
        </p:txBody>
      </p:sp>
      <p:grpSp>
        <p:nvGrpSpPr>
          <p:cNvPr id="74" name="成组双叠层"/>
          <p:cNvGrpSpPr/>
          <p:nvPr/>
        </p:nvGrpSpPr>
        <p:grpSpPr>
          <a:xfrm>
            <a:off x="4933950" y="5038725"/>
            <a:ext cx="2381250" cy="819160"/>
            <a:chOff x="4933950" y="5038725"/>
            <a:chExt cx="2381250" cy="819160"/>
          </a:xfrm>
        </p:grpSpPr>
        <p:sp>
          <p:nvSpPr>
            <p:cNvPr id="43" name="instance.C17.148.group.left.1569">
              <a:extLst>
                <a:ext uri="{FF2B5EF4-FFF2-40B4-BE49-F238E27FC236}">
                  <a16:creationId id="{8F8526CB-CFCE-4526-B265-0E0D07BA6369}"/>
                </a:ext>
              </a:extLst>
            </p:cNvPr>
            <p:cNvSpPr>
              <a:spLocks noGrp="1"/>
            </p:cNvSpPr>
            <p:nvPr/>
          </p:nvSpPr>
          <p:spPr>
            <a:xfrm>
              <a:off x="5448300" y="5734050"/>
              <a:ext cx="10" cy="123825"/>
            </a:xfrm>
            <a:custGeom>
              <a:pathLst>
                <a:path w="10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4" name="instance.C17.148.group.base.1570">
              <a:extLst>
                <a:ext uri="{FF2B5EF4-FFF2-40B4-BE49-F238E27FC236}">
                  <a16:creationId id="{F9B3DBC0-9397-49A9-80A8-C24A6E5B376E}"/>
                </a:ext>
              </a:extLst>
            </p:cNvPr>
            <p:cNvSpPr>
              <a:spLocks noGrp="1"/>
            </p:cNvSpPr>
            <p:nvPr/>
          </p:nvSpPr>
          <p:spPr>
            <a:xfrm>
              <a:off x="5448300" y="5857875"/>
              <a:ext cx="1352550" cy="10"/>
            </a:xfrm>
            <a:custGeom>
              <a:pathLst>
                <a:path w="1352550" h="10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5" name="instance.C17.148.group.right.1571">
              <a:extLst>
                <a:ext uri="{FF2B5EF4-FFF2-40B4-BE49-F238E27FC236}">
                  <a16:creationId id="{26DECDAB-0627-4A1A-8152-0DCBD66D498B}"/>
                </a:ext>
              </a:extLst>
            </p:cNvPr>
            <p:cNvSpPr>
              <a:spLocks noGrp="1"/>
            </p:cNvSpPr>
            <p:nvPr/>
          </p:nvSpPr>
          <p:spPr>
            <a:xfrm>
              <a:off x="6800850" y="5734050"/>
              <a:ext cx="10" cy="123825"/>
            </a:xfrm>
            <a:custGeom>
              <a:pathLst>
                <a:path w="10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6" name="instance.C17.148.left.plane2.1572">
              <a:extLst>
                <a:ext uri="{FF2B5EF4-FFF2-40B4-BE49-F238E27FC236}">
                  <a16:creationId id="{6FCC184F-E4C9-4377-8141-753F8CAD3EA2}"/>
                </a:ext>
              </a:extLst>
            </p:cNvPr>
            <p:cNvSpPr>
              <a:spLocks noGrp="1"/>
            </p:cNvSpPr>
            <p:nvPr/>
          </p:nvSpPr>
          <p:spPr>
            <a:xfrm>
              <a:off x="5067300" y="5038725"/>
              <a:ext cx="895350" cy="47625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7" name="instance.C17.148.left.plane1.1573">
              <a:extLst>
                <a:ext uri="{FF2B5EF4-FFF2-40B4-BE49-F238E27FC236}">
                  <a16:creationId id="{403C8F4D-977B-4B46-AA51-3188A09AA627}"/>
                </a:ext>
              </a:extLst>
            </p:cNvPr>
            <p:cNvSpPr>
              <a:spLocks noGrp="1"/>
            </p:cNvSpPr>
            <p:nvPr/>
          </p:nvSpPr>
          <p:spPr>
            <a:xfrm>
              <a:off x="5000625" y="5153025"/>
              <a:ext cx="895350" cy="47625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8" name="instance.C17.148.left.plane0.1574">
              <a:extLst>
                <a:ext uri="{FF2B5EF4-FFF2-40B4-BE49-F238E27FC236}">
                  <a16:creationId id="{1F6B8CC9-578D-417D-9D9F-FC56BD50F30D}"/>
                </a:ext>
              </a:extLst>
            </p:cNvPr>
            <p:cNvSpPr>
              <a:spLocks noGrp="1"/>
            </p:cNvSpPr>
            <p:nvPr/>
          </p:nvSpPr>
          <p:spPr>
            <a:xfrm>
              <a:off x="4933950" y="5267325"/>
              <a:ext cx="895350" cy="47625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49" name="instance.C17.148.right.plane2.1575">
              <a:extLst>
                <a:ext uri="{FF2B5EF4-FFF2-40B4-BE49-F238E27FC236}">
                  <a16:creationId id="{1B484A5A-80FE-406A-B2C0-8BABFAD8C2E4}"/>
                </a:ext>
              </a:extLst>
            </p:cNvPr>
            <p:cNvSpPr>
              <a:spLocks noGrp="1"/>
            </p:cNvSpPr>
            <p:nvPr/>
          </p:nvSpPr>
          <p:spPr>
            <a:xfrm>
              <a:off x="6419850" y="5038725"/>
              <a:ext cx="895350" cy="47625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0" name="instance.C17.148.right.plane1.1576">
              <a:extLst>
                <a:ext uri="{FF2B5EF4-FFF2-40B4-BE49-F238E27FC236}">
                  <a16:creationId id="{42922DD1-A811-4DC4-A6F0-ED210083C8D4}"/>
                </a:ext>
              </a:extLst>
            </p:cNvPr>
            <p:cNvSpPr>
              <a:spLocks noGrp="1"/>
            </p:cNvSpPr>
            <p:nvPr/>
          </p:nvSpPr>
          <p:spPr>
            <a:xfrm>
              <a:off x="6353175" y="5153025"/>
              <a:ext cx="895350" cy="47625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1" name="instance.C17.148.right.plane0.1577">
              <a:extLst>
                <a:ext uri="{FF2B5EF4-FFF2-40B4-BE49-F238E27FC236}">
                  <a16:creationId id="{E9169538-E9EA-4F25-B37F-20F16E0284D7}"/>
                </a:ext>
              </a:extLst>
            </p:cNvPr>
            <p:cNvSpPr>
              <a:spLocks noGrp="1"/>
            </p:cNvSpPr>
            <p:nvPr/>
          </p:nvSpPr>
          <p:spPr>
            <a:xfrm>
              <a:off x="6286500" y="5267325"/>
              <a:ext cx="895350" cy="47625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52" name="gallery.twin-stack.note.1578">
            <a:extLst>
              <a:ext uri="{FF2B5EF4-FFF2-40B4-BE49-F238E27FC236}">
                <a16:creationId id="{796DFF32-3058-47A2-88D2-CF894FB3C796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两组面片共用底部联结</a:t>
            </a:r>
          </a:p>
        </p:txBody>
      </p:sp>
      <p:sp>
        <p:nvSpPr>
          <p:cNvPr id="53" name="gallery.window-stack.frame.1579">
            <a:extLst>
              <a:ext uri="{FF2B5EF4-FFF2-40B4-BE49-F238E27FC236}">
                <a16:creationId id="{42315EB0-2A62-412F-9FD1-D05E46B08C32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4" name="gallery.window-stack.heading.1580">
            <a:extLst>
              <a:ext uri="{FF2B5EF4-FFF2-40B4-BE49-F238E27FC236}">
                <a16:creationId id="{3D20215D-1215-49FE-9FCA-6F3E6039206F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C17  开窗叠层</a:t>
            </a:r>
          </a:p>
        </p:txBody>
      </p:sp>
      <p:grpSp>
        <p:nvGrpSpPr>
          <p:cNvPr id="75" name="开窗叠层"/>
          <p:cNvGrpSpPr/>
          <p:nvPr/>
        </p:nvGrpSpPr>
        <p:grpSpPr>
          <a:xfrm>
            <a:off x="9048750" y="4991100"/>
            <a:ext cx="1790700" cy="981075"/>
            <a:chOff x="9048750" y="4991100"/>
            <a:chExt cx="1790700" cy="981075"/>
          </a:xfrm>
        </p:grpSpPr>
        <p:sp>
          <p:nvSpPr>
            <p:cNvPr id="55" name="instance.C17.149.plane2.1581">
              <a:extLst>
                <a:ext uri="{FF2B5EF4-FFF2-40B4-BE49-F238E27FC236}">
                  <a16:creationId id="{36AB0B05-0E8A-43B8-B59F-A504FE43D416}"/>
                </a:ext>
              </a:extLst>
            </p:cNvPr>
            <p:cNvSpPr>
              <a:spLocks noGrp="1"/>
            </p:cNvSpPr>
            <p:nvPr/>
          </p:nvSpPr>
          <p:spPr>
            <a:xfrm>
              <a:off x="9429750" y="4991100"/>
              <a:ext cx="1409700" cy="800100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6" name="instance.C17.149.plane1.1582">
              <a:extLst>
                <a:ext uri="{FF2B5EF4-FFF2-40B4-BE49-F238E27FC236}">
                  <a16:creationId id="{100F0264-E8EC-4D99-9877-ACF365C29F60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5095875"/>
              <a:ext cx="1409700" cy="800100"/>
            </a:xfrm>
            <a:prstGeom prst="rect">
              <a:avLst/>
            </a:prstGeom>
            <a:gradFill>
              <a:gsLst>
                <a:gs pos="0">
                  <a:srgbClr val="FAFCFF"/>
                </a:gs>
                <a:gs pos="100000">
                  <a:srgbClr val="D6E5F6"/>
                </a:gs>
              </a:gsLst>
              <a:lin ang="5400000"/>
            </a:gradFill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7" name="instance.C17.149.plane1.content0.1583">
              <a:extLst>
                <a:ext uri="{FF2B5EF4-FFF2-40B4-BE49-F238E27FC236}">
                  <a16:creationId id="{FFDA55D4-088B-4B9A-A5B5-82D9F0D7E568}"/>
                </a:ext>
              </a:extLst>
            </p:cNvPr>
            <p:cNvSpPr>
              <a:spLocks noGrp="1"/>
            </p:cNvSpPr>
            <p:nvPr/>
          </p:nvSpPr>
          <p:spPr>
            <a:xfrm>
              <a:off x="9391650" y="5419725"/>
              <a:ext cx="990600" cy="10"/>
            </a:xfrm>
            <a:custGeom>
              <a:pathLst>
                <a:path w="990600" h="1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8" name="instance.C17.149.plane1.content1.1584">
              <a:extLst>
                <a:ext uri="{FF2B5EF4-FFF2-40B4-BE49-F238E27FC236}">
                  <a16:creationId id="{9432A04C-3E25-445B-BDE6-A5F815DA7D81}"/>
                </a:ext>
              </a:extLst>
            </p:cNvPr>
            <p:cNvSpPr>
              <a:spLocks noGrp="1"/>
            </p:cNvSpPr>
            <p:nvPr/>
          </p:nvSpPr>
          <p:spPr>
            <a:xfrm>
              <a:off x="9391650" y="5553075"/>
              <a:ext cx="990600" cy="10"/>
            </a:xfrm>
            <a:custGeom>
              <a:pathLst>
                <a:path w="990600" h="10">
                  <a:moveTo>
                    <a:pt x="0" y="0"/>
                  </a:moveTo>
                  <a:lnTo>
                    <a:pt x="990600" y="0"/>
                  </a:lnTo>
                </a:path>
              </a:pathLst>
            </a:cu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59" name="instance.C17.149.plane1.content2.1585">
              <a:extLst>
                <a:ext uri="{FF2B5EF4-FFF2-40B4-BE49-F238E27FC236}">
                  <a16:creationId id="{FF768D69-29E1-4154-B37C-9915CE77CC2B}"/>
                </a:ext>
              </a:extLst>
            </p:cNvPr>
            <p:cNvSpPr>
              <a:spLocks noGrp="1"/>
            </p:cNvSpPr>
            <p:nvPr/>
          </p:nvSpPr>
          <p:spPr>
            <a:xfrm>
              <a:off x="9391650" y="5686425"/>
              <a:ext cx="742950" cy="10"/>
            </a:xfrm>
            <a:custGeom>
              <a:pathLst>
                <a:path w="742950" h="10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60" name="instance.C17.149.plane0.top.1586">
              <a:extLst>
                <a:ext uri="{FF2B5EF4-FFF2-40B4-BE49-F238E27FC236}">
                  <a16:creationId id="{205B9679-F831-4566-93B6-60E0588EDA25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5229225"/>
              <a:ext cx="1600200" cy="133350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61" name="instance.C17.149.plane0.bottom.1587">
              <a:extLst>
                <a:ext uri="{FF2B5EF4-FFF2-40B4-BE49-F238E27FC236}">
                  <a16:creationId id="{57C2F577-738B-4793-8CA8-B12327C0F1CE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5838825"/>
              <a:ext cx="1600200" cy="133350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62" name="instance.C17.149.plane0.left.1588">
              <a:extLst>
                <a:ext uri="{FF2B5EF4-FFF2-40B4-BE49-F238E27FC236}">
                  <a16:creationId id="{35750B40-FF70-4E2C-81D9-2FC9BACA37B6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5362575"/>
              <a:ext cx="133350" cy="476250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63" name="instance.C17.149.plane0.right.1589">
              <a:extLst>
                <a:ext uri="{FF2B5EF4-FFF2-40B4-BE49-F238E27FC236}">
                  <a16:creationId id="{C2222880-82AE-45B0-825D-D0DAB075E021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5362575"/>
              <a:ext cx="133350" cy="476250"/>
            </a:xfrm>
            <a:prstGeom prst="rect">
              <a:avLst/>
            </a:prstGeom>
            <a:gradFill>
              <a:gsLst>
                <a:gs pos="0">
                  <a:srgbClr val="EDF5FD"/>
                </a:gs>
                <a:gs pos="100000">
                  <a:srgbClr val="B8D3EF"/>
                </a:gs>
              </a:gsLst>
              <a:lin ang="5400000"/>
            </a:gradFill>
            <a:ln w="0">
              <a:noFill/>
              <a:prstDash val="solid"/>
            </a:ln>
          </p:spPr>
        </p:sp>
        <p:sp>
          <p:nvSpPr>
            <p:cNvPr id="64" name="instance.C17.149.plane0.outer.1590">
              <a:extLst>
                <a:ext uri="{FF2B5EF4-FFF2-40B4-BE49-F238E27FC236}">
                  <a16:creationId id="{033835A7-8A65-4A3E-97E3-C30BBEEDE86A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5229225"/>
              <a:ext cx="1600200" cy="74295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  <p:sp>
          <p:nvSpPr>
            <p:cNvPr id="65" name="instance.C17.149.plane0.inner.1591">
              <a:extLst>
                <a:ext uri="{FF2B5EF4-FFF2-40B4-BE49-F238E27FC236}">
                  <a16:creationId id="{2BD18ADE-4709-4F58-B186-05CF2DED8F8F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362575"/>
              <a:ext cx="1333500" cy="476250"/>
            </a:xfrm>
            <a:prstGeom prst="rect">
              <a:avLst/>
            </a:prstGeom>
            <a:noFill/>
            <a:ln w="10478">
              <a:solidFill>
                <a:srgbClr val="357596"/>
              </a:solidFill>
              <a:prstDash val="solid"/>
            </a:ln>
          </p:spPr>
        </p:sp>
      </p:grpSp>
      <p:sp>
        <p:nvSpPr>
          <p:cNvPr id="66" name="gallery.window-stack.note.1592">
            <a:extLst>
              <a:ext uri="{FF2B5EF4-FFF2-40B4-BE49-F238E27FC236}">
                <a16:creationId id="{F0FCB62F-7111-475B-8BA5-EEFB8292625F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正面窗口透见后层内容</a:t>
            </a:r>
          </a:p>
        </p:txBody>
      </p:sp>
      <p:sp>
        <p:nvSpPr>
          <p:cNvPr id="76" name="navigation.rule.2739">
            <a:extLst>
              <a:ext uri="{FF2B5EF4-FFF2-40B4-BE49-F238E27FC236}">
                <a16:creationId id="{154E68A9-82EF-4510-9A32-02A18E7632BE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77" name="navigation.section.2740">
            <a:extLst>
              <a:ext uri="{FF2B5EF4-FFF2-40B4-BE49-F238E27FC236}">
                <a16:creationId id="{12E52126-48B6-4E1D-8000-026C177A2286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第6节　节点、符号与叠层平面</a:t>
            </a:r>
          </a:p>
        </p:txBody>
      </p:sp>
      <p:sp>
        <p:nvSpPr>
          <p:cNvPr id="78" name="navigation.page.2741">
            <a:extLst>
              <a:ext uri="{FF2B5EF4-FFF2-40B4-BE49-F238E27FC236}">
                <a16:creationId id="{CB44E9BC-7096-4BE2-A80D-03C0EEFA9E25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39 / 53</a:t>
            </a:r>
          </a:p>
        </p:txBody>
      </p:sp>
    </p:spTree>
    <p:extLst>
      <p:ext uri="{BB962C8B-B14F-4D97-AF65-F5344CB8AC3E}">
        <p14:creationId val="59767140"/>
      </p:ext>
    </p:extLst>
  </p:cSld>
</p:sld>
</file>

<file path=ppt/slides/slide4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9" name="页面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78" name="header.accent.33">
              <a:extLst>
                <a:ext uri="{FF2B5EF4-FFF2-40B4-BE49-F238E27FC236}">
                  <a16:creationId id="{4B5AB8A9-CCC3-411C-BC0C-E890C2CC5ED4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34">
              <a:extLst>
                <a:ext uri="{FF2B5EF4-FFF2-40B4-BE49-F238E27FC236}">
                  <a16:creationId id="{E95141D7-5CF8-4337-9137-2DBB36BE6949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7</a:t>
              </a:r>
            </a:p>
          </p:txBody>
        </p:sp>
        <p:sp>
          <p:nvSpPr>
            <p:cNvPr id="3" name="header.gradient.35">
              <a:extLst>
                <a:ext uri="{FF2B5EF4-FFF2-40B4-BE49-F238E27FC236}">
                  <a16:creationId id="{E47A2415-1430-4AF5-BEE5-6CBAF0BD77E1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36">
              <a:extLst>
                <a:ext uri="{FF2B5EF4-FFF2-40B4-BE49-F238E27FC236}">
                  <a16:creationId id="{05B8409E-45FD-48F9-8437-7133F0BF97B6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单元格与圆点阵列</a:t>
              </a:r>
            </a:p>
          </p:txBody>
        </p:sp>
        <p:sp>
          <p:nvSpPr>
            <p:cNvPr id="5" name="header.library.37">
              <a:extLst>
                <a:ext uri="{FF2B5EF4-FFF2-40B4-BE49-F238E27FC236}">
                  <a16:creationId id="{B5679025-7E5A-4BA0-A7AF-6902AE1E43DA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80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38">
              <a:extLst>
                <a:ext uri="{FF2B5EF4-FFF2-40B4-BE49-F238E27FC236}">
                  <a16:creationId id="{257B1AC3-2960-47A7-A657-75C67BFBA4EF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39">
              <a:extLst>
                <a:ext uri="{FF2B5EF4-FFF2-40B4-BE49-F238E27FC236}">
                  <a16:creationId id="{258EF4FA-80C8-4F90-A4F8-00F24EBF3BF2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40">
              <a:extLst>
                <a:ext uri="{FF2B5EF4-FFF2-40B4-BE49-F238E27FC236}">
                  <a16:creationId id="{9E5EE761-5560-4136-93A0-FF5B6B3232BB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41">
              <a:extLst>
                <a:ext uri="{FF2B5EF4-FFF2-40B4-BE49-F238E27FC236}">
                  <a16:creationId id="{64BBC221-4E51-4F9D-BAB8-1D4679D848D4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带字序列、色条、网格与竖排共用单元格组件，通过行列数和填充生成变体。</a:t>
              </a:r>
            </a:p>
          </p:txBody>
        </p:sp>
      </p:grpSp>
      <p:sp>
        <p:nvSpPr>
          <p:cNvPr id="10" name="gallery.graphic.cells.frame.42">
            <a:extLst>
              <a:ext uri="{FF2B5EF4-FFF2-40B4-BE49-F238E27FC236}">
                <a16:creationId id="{B0D5E4B7-6A6B-49AE-BABD-435EF7D75372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1277600" cy="26479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graphic.cells.heading.43">
            <a:extLst>
              <a:ext uri="{FF2B5EF4-FFF2-40B4-BE49-F238E27FC236}">
                <a16:creationId id="{9CB38A8B-4A27-4AC9-9364-03028F29173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单元格阵列</a:t>
            </a:r>
          </a:p>
        </p:txBody>
      </p:sp>
      <p:grpSp>
        <p:nvGrpSpPr>
          <p:cNvPr id="81" name="C18 单元格阵列 / 带字序列"/>
          <p:cNvGrpSpPr/>
          <p:nvPr/>
        </p:nvGrpSpPr>
        <p:grpSpPr>
          <a:xfrm>
            <a:off x="742950" y="2638425"/>
            <a:ext cx="3457575" cy="447675"/>
            <a:chOff x="742950" y="2638425"/>
            <a:chExt cx="3457575" cy="447675"/>
          </a:xfrm>
        </p:grpSpPr>
        <p:sp>
          <p:nvSpPr>
            <p:cNvPr id="12" name="instance.C18.10.r0c0.44">
              <a:extLst>
                <a:ext uri="{FF2B5EF4-FFF2-40B4-BE49-F238E27FC236}">
                  <a16:creationId id="{B9D21E46-6F98-4469-A091-256178CA029F}"/>
                </a:ext>
              </a:extLst>
            </p:cNvPr>
            <p:cNvSpPr>
              <a:spLocks noGrp="1"/>
            </p:cNvSpPr>
            <p:nvPr/>
          </p:nvSpPr>
          <p:spPr>
            <a:xfrm>
              <a:off x="742950" y="2638425"/>
              <a:ext cx="668655" cy="447675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>
              <a:def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3" name="instance.C18.10.r0c1.45">
              <a:extLst>
                <a:ext uri="{FF2B5EF4-FFF2-40B4-BE49-F238E27FC236}">
                  <a16:creationId id="{83CC780E-252C-4C29-8A1F-DB0B24DFA64C}"/>
                </a:ext>
              </a:extLst>
            </p:cNvPr>
            <p:cNvSpPr>
              <a:spLocks noGrp="1"/>
            </p:cNvSpPr>
            <p:nvPr/>
          </p:nvSpPr>
          <p:spPr>
            <a:xfrm>
              <a:off x="1440180" y="2638425"/>
              <a:ext cx="668655" cy="447675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>
              <a:def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14" name="instance.C18.10.r0c2.46">
              <a:extLst>
                <a:ext uri="{FF2B5EF4-FFF2-40B4-BE49-F238E27FC236}">
                  <a16:creationId id="{C577B9BC-75FB-4802-9078-1CAB2ED19F17}"/>
                </a:ext>
              </a:extLst>
            </p:cNvPr>
            <p:cNvSpPr>
              <a:spLocks noGrp="1"/>
            </p:cNvSpPr>
            <p:nvPr/>
          </p:nvSpPr>
          <p:spPr>
            <a:xfrm>
              <a:off x="2137410" y="2638425"/>
              <a:ext cx="668655" cy="447675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>
              <a:def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15" name="instance.C18.10.r0c3.47">
              <a:extLst>
                <a:ext uri="{FF2B5EF4-FFF2-40B4-BE49-F238E27FC236}">
                  <a16:creationId id="{7E2F3319-5ED9-4CA3-9D02-1EC2F89AB223}"/>
                </a:ext>
              </a:extLst>
            </p:cNvPr>
            <p:cNvSpPr>
              <a:spLocks noGrp="1"/>
            </p:cNvSpPr>
            <p:nvPr/>
          </p:nvSpPr>
          <p:spPr>
            <a:xfrm>
              <a:off x="2834640" y="2638425"/>
              <a:ext cx="668655" cy="447675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>
              <a:def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  <p:sp>
          <p:nvSpPr>
            <p:cNvPr id="16" name="instance.C18.10.r0c4.48">
              <a:extLst>
                <a:ext uri="{FF2B5EF4-FFF2-40B4-BE49-F238E27FC236}">
                  <a16:creationId id="{D0EA4A0F-9026-472C-AECA-ACC7672B188D}"/>
                </a:ext>
              </a:extLst>
            </p:cNvPr>
            <p:cNvSpPr>
              <a:spLocks noGrp="1"/>
            </p:cNvSpPr>
            <p:nvPr/>
          </p:nvSpPr>
          <p:spPr>
            <a:xfrm>
              <a:off x="3531870" y="2638425"/>
              <a:ext cx="668655" cy="447675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  <p:txBody>
            <a:bodyPr lIns="0" tIns="0" rIns="0" bIns="0" anchor="ctr">
              <a:noAutofit/>
            </a:bodyPr>
            <a:lstStyle>
              <a:def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rPr>
                <a:t>E</a:t>
              </a:r>
            </a:p>
          </p:txBody>
        </p:sp>
      </p:grpSp>
      <p:sp>
        <p:nvSpPr>
          <p:cNvPr id="17" name="gallery.caption.49">
            <a:extLst>
              <a:ext uri="{FF2B5EF4-FFF2-40B4-BE49-F238E27FC236}">
                <a16:creationId id="{33F02E4C-954F-49E2-B614-264435D28295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3457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带字序列</a:t>
            </a:r>
          </a:p>
        </p:txBody>
      </p:sp>
      <p:grpSp>
        <p:nvGrpSpPr>
          <p:cNvPr id="82" name="C18 单元格阵列 / 色条"/>
          <p:cNvGrpSpPr/>
          <p:nvPr/>
        </p:nvGrpSpPr>
        <p:grpSpPr>
          <a:xfrm>
            <a:off x="742950" y="3781425"/>
            <a:ext cx="3457575" cy="266700"/>
            <a:chOff x="742950" y="3781425"/>
            <a:chExt cx="3457575" cy="266700"/>
          </a:xfrm>
        </p:grpSpPr>
        <p:sp>
          <p:nvSpPr>
            <p:cNvPr id="18" name="instance.C18.11.r0c0.50">
              <a:extLst>
                <a:ext uri="{FF2B5EF4-FFF2-40B4-BE49-F238E27FC236}">
                  <a16:creationId id="{B41D52FB-A7FA-4495-BB2F-52C72042B00E}"/>
                </a:ext>
              </a:extLst>
            </p:cNvPr>
            <p:cNvSpPr>
              <a:spLocks noGrp="1"/>
            </p:cNvSpPr>
            <p:nvPr/>
          </p:nvSpPr>
          <p:spPr>
            <a:xfrm>
              <a:off x="742950" y="3781425"/>
              <a:ext cx="320040" cy="266700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" name="instance.C18.11.r0c1.51">
              <a:extLst>
                <a:ext uri="{FF2B5EF4-FFF2-40B4-BE49-F238E27FC236}">
                  <a16:creationId id="{8FE4640A-DD50-4840-BD8C-50A417156C02}"/>
                </a:ext>
              </a:extLst>
            </p:cNvPr>
            <p:cNvSpPr>
              <a:spLocks noGrp="1"/>
            </p:cNvSpPr>
            <p:nvPr/>
          </p:nvSpPr>
          <p:spPr>
            <a:xfrm>
              <a:off x="1091565" y="3781425"/>
              <a:ext cx="320040" cy="266700"/>
            </a:xfrm>
            <a:prstGeom prst="rect">
              <a:avLst/>
            </a:prstGeom>
            <a:solidFill>
              <a:srgbClr val="8FB8E5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" name="instance.C18.11.r0c2.52">
              <a:extLst>
                <a:ext uri="{FF2B5EF4-FFF2-40B4-BE49-F238E27FC236}">
                  <a16:creationId id="{9CCF7C58-DB0A-4D38-B558-298DA1E6B2CD}"/>
                </a:ext>
              </a:extLst>
            </p:cNvPr>
            <p:cNvSpPr>
              <a:spLocks noGrp="1"/>
            </p:cNvSpPr>
            <p:nvPr/>
          </p:nvSpPr>
          <p:spPr>
            <a:xfrm>
              <a:off x="1440180" y="3781425"/>
              <a:ext cx="320040" cy="266700"/>
            </a:xfrm>
            <a:prstGeom prst="rect">
              <a:avLst/>
            </a:prstGeom>
            <a:solidFill>
              <a:srgbClr val="DCEAF8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1" name="instance.C18.11.r0c3.53">
              <a:extLst>
                <a:ext uri="{FF2B5EF4-FFF2-40B4-BE49-F238E27FC236}">
                  <a16:creationId id="{0529314E-9566-41BA-BAB0-6BE41F6365FD}"/>
                </a:ext>
              </a:extLst>
            </p:cNvPr>
            <p:cNvSpPr>
              <a:spLocks noGrp="1"/>
            </p:cNvSpPr>
            <p:nvPr/>
          </p:nvSpPr>
          <p:spPr>
            <a:xfrm>
              <a:off x="1788795" y="3781425"/>
              <a:ext cx="320040" cy="266700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2" name="instance.C18.11.r0c4.54">
              <a:extLst>
                <a:ext uri="{FF2B5EF4-FFF2-40B4-BE49-F238E27FC236}">
                  <a16:creationId id="{CCA85F26-3DFE-4F60-A001-B64766F7330E}"/>
                </a:ext>
              </a:extLst>
            </p:cNvPr>
            <p:cNvSpPr>
              <a:spLocks noGrp="1"/>
            </p:cNvSpPr>
            <p:nvPr/>
          </p:nvSpPr>
          <p:spPr>
            <a:xfrm>
              <a:off x="2137410" y="3781425"/>
              <a:ext cx="320040" cy="266700"/>
            </a:xfrm>
            <a:prstGeom prst="rect">
              <a:avLst/>
            </a:prstGeom>
            <a:solidFill>
              <a:srgbClr val="8FB8E5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3" name="instance.C18.11.r0c5.55">
              <a:extLst>
                <a:ext uri="{FF2B5EF4-FFF2-40B4-BE49-F238E27FC236}">
                  <a16:creationId id="{93B30488-453E-4D39-A8A9-CCEE8278090F}"/>
                </a:ext>
              </a:extLst>
            </p:cNvPr>
            <p:cNvSpPr>
              <a:spLocks noGrp="1"/>
            </p:cNvSpPr>
            <p:nvPr/>
          </p:nvSpPr>
          <p:spPr>
            <a:xfrm>
              <a:off x="2486025" y="3781425"/>
              <a:ext cx="320040" cy="266700"/>
            </a:xfrm>
            <a:prstGeom prst="rect">
              <a:avLst/>
            </a:prstGeom>
            <a:solidFill>
              <a:srgbClr val="DCEAF8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4" name="instance.C18.11.r0c6.56">
              <a:extLst>
                <a:ext uri="{FF2B5EF4-FFF2-40B4-BE49-F238E27FC236}">
                  <a16:creationId id="{A76FA03D-3FDD-40EE-A880-CE940ED38802}"/>
                </a:ext>
              </a:extLst>
            </p:cNvPr>
            <p:cNvSpPr>
              <a:spLocks noGrp="1"/>
            </p:cNvSpPr>
            <p:nvPr/>
          </p:nvSpPr>
          <p:spPr>
            <a:xfrm>
              <a:off x="2834640" y="3781425"/>
              <a:ext cx="320040" cy="266700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5" name="instance.C18.11.r0c7.57">
              <a:extLst>
                <a:ext uri="{FF2B5EF4-FFF2-40B4-BE49-F238E27FC236}">
                  <a16:creationId id="{7417B812-4B86-43D5-9A41-E48240F1921A}"/>
                </a:ext>
              </a:extLst>
            </p:cNvPr>
            <p:cNvSpPr>
              <a:spLocks noGrp="1"/>
            </p:cNvSpPr>
            <p:nvPr/>
          </p:nvSpPr>
          <p:spPr>
            <a:xfrm>
              <a:off x="3183255" y="3781425"/>
              <a:ext cx="320040" cy="266700"/>
            </a:xfrm>
            <a:prstGeom prst="rect">
              <a:avLst/>
            </a:prstGeom>
            <a:solidFill>
              <a:srgbClr val="8FB8E5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6" name="instance.C18.11.r0c8.58">
              <a:extLst>
                <a:ext uri="{FF2B5EF4-FFF2-40B4-BE49-F238E27FC236}">
                  <a16:creationId id="{32D770CA-AC4E-477D-92D0-F34BA5EFB483}"/>
                </a:ext>
              </a:extLst>
            </p:cNvPr>
            <p:cNvSpPr>
              <a:spLocks noGrp="1"/>
            </p:cNvSpPr>
            <p:nvPr/>
          </p:nvSpPr>
          <p:spPr>
            <a:xfrm>
              <a:off x="3531870" y="3781425"/>
              <a:ext cx="320040" cy="266700"/>
            </a:xfrm>
            <a:prstGeom prst="rect">
              <a:avLst/>
            </a:prstGeom>
            <a:solidFill>
              <a:srgbClr val="DCEAF8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7" name="instance.C18.11.r0c9.59">
              <a:extLst>
                <a:ext uri="{FF2B5EF4-FFF2-40B4-BE49-F238E27FC236}">
                  <a16:creationId id="{A96454D2-E860-468C-9E4C-46FB58672F61}"/>
                </a:ext>
              </a:extLst>
            </p:cNvPr>
            <p:cNvSpPr>
              <a:spLocks noGrp="1"/>
            </p:cNvSpPr>
            <p:nvPr/>
          </p:nvSpPr>
          <p:spPr>
            <a:xfrm>
              <a:off x="3880485" y="3781425"/>
              <a:ext cx="320040" cy="266700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</p:grpSp>
      <p:sp>
        <p:nvSpPr>
          <p:cNvPr id="28" name="gallery.caption.60">
            <a:extLst>
              <a:ext uri="{FF2B5EF4-FFF2-40B4-BE49-F238E27FC236}">
                <a16:creationId id="{0B376578-0A55-4CED-9D44-5F5B0ED67607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3457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分段色条</a:t>
            </a:r>
          </a:p>
        </p:txBody>
      </p:sp>
      <p:grpSp>
        <p:nvGrpSpPr>
          <p:cNvPr id="83" name="C18 单元格阵列 / 网格"/>
          <p:cNvGrpSpPr/>
          <p:nvPr/>
        </p:nvGrpSpPr>
        <p:grpSpPr>
          <a:xfrm>
            <a:off x="5734050" y="2476500"/>
            <a:ext cx="1581151" cy="1581151"/>
            <a:chOff x="5734050" y="2476500"/>
            <a:chExt cx="1581151" cy="1581151"/>
          </a:xfrm>
        </p:grpSpPr>
        <p:sp>
          <p:nvSpPr>
            <p:cNvPr id="29" name="instance.C18.12.r0c0.61">
              <a:extLst>
                <a:ext uri="{FF2B5EF4-FFF2-40B4-BE49-F238E27FC236}">
                  <a16:creationId id="{A4829B91-2113-4D13-BF01-FEC94B5C0E43}"/>
                </a:ext>
              </a:extLst>
            </p:cNvPr>
            <p:cNvSpPr>
              <a:spLocks noGrp="1"/>
            </p:cNvSpPr>
            <p:nvPr/>
          </p:nvSpPr>
          <p:spPr>
            <a:xfrm>
              <a:off x="5734050" y="2476500"/>
              <a:ext cx="395288" cy="395288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0" name="instance.C18.12.r0c1.62">
              <a:extLst>
                <a:ext uri="{FF2B5EF4-FFF2-40B4-BE49-F238E27FC236}">
                  <a16:creationId id="{CE6586E1-7F97-4B4F-ABCC-9CE192C16F3D}"/>
                </a:ext>
              </a:extLst>
            </p:cNvPr>
            <p:cNvSpPr>
              <a:spLocks noGrp="1"/>
            </p:cNvSpPr>
            <p:nvPr/>
          </p:nvSpPr>
          <p:spPr>
            <a:xfrm>
              <a:off x="6129338" y="2476500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1" name="instance.C18.12.r0c2.63">
              <a:extLst>
                <a:ext uri="{FF2B5EF4-FFF2-40B4-BE49-F238E27FC236}">
                  <a16:creationId id="{275F29AF-EAA5-4612-8332-3AC10D726316}"/>
                </a:ext>
              </a:extLst>
            </p:cNvPr>
            <p:cNvSpPr>
              <a:spLocks noGrp="1"/>
            </p:cNvSpPr>
            <p:nvPr/>
          </p:nvSpPr>
          <p:spPr>
            <a:xfrm>
              <a:off x="6524625" y="2476500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2" name="instance.C18.12.r0c3.64">
              <a:extLst>
                <a:ext uri="{FF2B5EF4-FFF2-40B4-BE49-F238E27FC236}">
                  <a16:creationId id="{79977385-4FD8-43CC-AFFA-30E91628C247}"/>
                </a:ext>
              </a:extLst>
            </p:cNvPr>
            <p:cNvSpPr>
              <a:spLocks noGrp="1"/>
            </p:cNvSpPr>
            <p:nvPr/>
          </p:nvSpPr>
          <p:spPr>
            <a:xfrm>
              <a:off x="6919913" y="2476500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3" name="instance.C18.12.r1c0.65">
              <a:extLst>
                <a:ext uri="{FF2B5EF4-FFF2-40B4-BE49-F238E27FC236}">
                  <a16:creationId id="{1FB9CBB4-827E-4D3E-8F78-A9FBD689266C}"/>
                </a:ext>
              </a:extLst>
            </p:cNvPr>
            <p:cNvSpPr>
              <a:spLocks noGrp="1"/>
            </p:cNvSpPr>
            <p:nvPr/>
          </p:nvSpPr>
          <p:spPr>
            <a:xfrm>
              <a:off x="5734050" y="2871788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4" name="instance.C18.12.r1c1.66">
              <a:extLst>
                <a:ext uri="{FF2B5EF4-FFF2-40B4-BE49-F238E27FC236}">
                  <a16:creationId id="{0FDDB1BD-2E12-4CB5-A7EA-48A0A7D0E407}"/>
                </a:ext>
              </a:extLst>
            </p:cNvPr>
            <p:cNvSpPr>
              <a:spLocks noGrp="1"/>
            </p:cNvSpPr>
            <p:nvPr/>
          </p:nvSpPr>
          <p:spPr>
            <a:xfrm>
              <a:off x="6129338" y="2871788"/>
              <a:ext cx="395288" cy="395288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5" name="instance.C18.12.r1c2.67">
              <a:extLst>
                <a:ext uri="{FF2B5EF4-FFF2-40B4-BE49-F238E27FC236}">
                  <a16:creationId id="{F5467C6C-90C4-4547-9A52-C1E131401DF0}"/>
                </a:ext>
              </a:extLst>
            </p:cNvPr>
            <p:cNvSpPr>
              <a:spLocks noGrp="1"/>
            </p:cNvSpPr>
            <p:nvPr/>
          </p:nvSpPr>
          <p:spPr>
            <a:xfrm>
              <a:off x="6524625" y="2871788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6" name="instance.C18.12.r1c3.68">
              <a:extLst>
                <a:ext uri="{FF2B5EF4-FFF2-40B4-BE49-F238E27FC236}">
                  <a16:creationId id="{5FDD7648-4F77-429E-988A-9E51B2AB117C}"/>
                </a:ext>
              </a:extLst>
            </p:cNvPr>
            <p:cNvSpPr>
              <a:spLocks noGrp="1"/>
            </p:cNvSpPr>
            <p:nvPr/>
          </p:nvSpPr>
          <p:spPr>
            <a:xfrm>
              <a:off x="6919913" y="2871788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7" name="instance.C18.12.r2c0.69">
              <a:extLst>
                <a:ext uri="{FF2B5EF4-FFF2-40B4-BE49-F238E27FC236}">
                  <a16:creationId id="{99B202A7-FE83-4E74-8DB4-34CC50499233}"/>
                </a:ext>
              </a:extLst>
            </p:cNvPr>
            <p:cNvSpPr>
              <a:spLocks noGrp="1"/>
            </p:cNvSpPr>
            <p:nvPr/>
          </p:nvSpPr>
          <p:spPr>
            <a:xfrm>
              <a:off x="5734050" y="3267075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8" name="instance.C18.12.r2c1.70">
              <a:extLst>
                <a:ext uri="{FF2B5EF4-FFF2-40B4-BE49-F238E27FC236}">
                  <a16:creationId id="{CE698B9C-3F61-486B-9B04-FA8ED1C0B2C9}"/>
                </a:ext>
              </a:extLst>
            </p:cNvPr>
            <p:cNvSpPr>
              <a:spLocks noGrp="1"/>
            </p:cNvSpPr>
            <p:nvPr/>
          </p:nvSpPr>
          <p:spPr>
            <a:xfrm>
              <a:off x="6129338" y="3267075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39" name="instance.C18.12.r2c2.71">
              <a:extLst>
                <a:ext uri="{FF2B5EF4-FFF2-40B4-BE49-F238E27FC236}">
                  <a16:creationId id="{1121F5E3-0426-4855-9A8E-C7CAE9647BFB}"/>
                </a:ext>
              </a:extLst>
            </p:cNvPr>
            <p:cNvSpPr>
              <a:spLocks noGrp="1"/>
            </p:cNvSpPr>
            <p:nvPr/>
          </p:nvSpPr>
          <p:spPr>
            <a:xfrm>
              <a:off x="6524625" y="3267075"/>
              <a:ext cx="395288" cy="395288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0" name="instance.C18.12.r2c3.72">
              <a:extLst>
                <a:ext uri="{FF2B5EF4-FFF2-40B4-BE49-F238E27FC236}">
                  <a16:creationId id="{C9ECEC4E-41C6-4D85-A949-55919D538A94}"/>
                </a:ext>
              </a:extLst>
            </p:cNvPr>
            <p:cNvSpPr>
              <a:spLocks noGrp="1"/>
            </p:cNvSpPr>
            <p:nvPr/>
          </p:nvSpPr>
          <p:spPr>
            <a:xfrm>
              <a:off x="6919913" y="3267075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1" name="instance.C18.12.r3c0.73">
              <a:extLst>
                <a:ext uri="{FF2B5EF4-FFF2-40B4-BE49-F238E27FC236}">
                  <a16:creationId id="{8CAF5B4F-CA03-4E66-8925-E95B72B595B7}"/>
                </a:ext>
              </a:extLst>
            </p:cNvPr>
            <p:cNvSpPr>
              <a:spLocks noGrp="1"/>
            </p:cNvSpPr>
            <p:nvPr/>
          </p:nvSpPr>
          <p:spPr>
            <a:xfrm>
              <a:off x="5734050" y="3662363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2" name="instance.C18.12.r3c1.74">
              <a:extLst>
                <a:ext uri="{FF2B5EF4-FFF2-40B4-BE49-F238E27FC236}">
                  <a16:creationId id="{8AC9AA11-19D3-4906-905D-520AC2AC0DD7}"/>
                </a:ext>
              </a:extLst>
            </p:cNvPr>
            <p:cNvSpPr>
              <a:spLocks noGrp="1"/>
            </p:cNvSpPr>
            <p:nvPr/>
          </p:nvSpPr>
          <p:spPr>
            <a:xfrm>
              <a:off x="6129338" y="3662363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3" name="instance.C18.12.r3c2.75">
              <a:extLst>
                <a:ext uri="{FF2B5EF4-FFF2-40B4-BE49-F238E27FC236}">
                  <a16:creationId id="{0765A37E-3423-435B-B286-2E57E4578170}"/>
                </a:ext>
              </a:extLst>
            </p:cNvPr>
            <p:cNvSpPr>
              <a:spLocks noGrp="1"/>
            </p:cNvSpPr>
            <p:nvPr/>
          </p:nvSpPr>
          <p:spPr>
            <a:xfrm>
              <a:off x="6524625" y="3662363"/>
              <a:ext cx="395288" cy="395288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4" name="instance.C18.12.r3c3.76">
              <a:extLst>
                <a:ext uri="{FF2B5EF4-FFF2-40B4-BE49-F238E27FC236}">
                  <a16:creationId id="{40614368-AF1C-40C3-A39C-0746264E2EDD}"/>
                </a:ext>
              </a:extLst>
            </p:cNvPr>
            <p:cNvSpPr>
              <a:spLocks noGrp="1"/>
            </p:cNvSpPr>
            <p:nvPr/>
          </p:nvSpPr>
          <p:spPr>
            <a:xfrm>
              <a:off x="6919913" y="3662363"/>
              <a:ext cx="395288" cy="395288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</p:grpSp>
      <p:sp>
        <p:nvSpPr>
          <p:cNvPr id="45" name="gallery.caption.77">
            <a:extLst>
              <a:ext uri="{FF2B5EF4-FFF2-40B4-BE49-F238E27FC236}">
                <a16:creationId id="{BA71E0D1-C047-40AA-A955-ECD46AD2F657}"/>
              </a:ext>
            </a:extLst>
          </p:cNvPr>
          <p:cNvSpPr>
            <a:spLocks noGrp="1"/>
          </p:cNvSpPr>
          <p:nvPr/>
        </p:nvSpPr>
        <p:spPr>
          <a:xfrm>
            <a:off x="5467350" y="411480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二维网格</a:t>
            </a:r>
          </a:p>
        </p:txBody>
      </p:sp>
      <p:grpSp>
        <p:nvGrpSpPr>
          <p:cNvPr id="84" name="C18 单元格阵列 / 竖排"/>
          <p:cNvGrpSpPr/>
          <p:nvPr/>
        </p:nvGrpSpPr>
        <p:grpSpPr>
          <a:xfrm>
            <a:off x="9591675" y="2476500"/>
            <a:ext cx="400050" cy="1581150"/>
            <a:chOff x="9591675" y="2476500"/>
            <a:chExt cx="400050" cy="1581150"/>
          </a:xfrm>
        </p:grpSpPr>
        <p:sp>
          <p:nvSpPr>
            <p:cNvPr id="46" name="instance.C18.13.r0c0.78">
              <a:extLst>
                <a:ext uri="{FF2B5EF4-FFF2-40B4-BE49-F238E27FC236}">
                  <a16:creationId id="{94AD7499-558C-422D-BCA1-0E65D9301D1D}"/>
                </a:ext>
              </a:extLst>
            </p:cNvPr>
            <p:cNvSpPr>
              <a:spLocks noGrp="1"/>
            </p:cNvSpPr>
            <p:nvPr/>
          </p:nvSpPr>
          <p:spPr>
            <a:xfrm>
              <a:off x="9591675" y="2476500"/>
              <a:ext cx="400050" cy="293370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7" name="instance.C18.13.r1c0.79">
              <a:extLst>
                <a:ext uri="{FF2B5EF4-FFF2-40B4-BE49-F238E27FC236}">
                  <a16:creationId id="{27571FED-6061-46EC-B5A7-625BE7D93BFE}"/>
                </a:ext>
              </a:extLst>
            </p:cNvPr>
            <p:cNvSpPr>
              <a:spLocks noGrp="1"/>
            </p:cNvSpPr>
            <p:nvPr/>
          </p:nvSpPr>
          <p:spPr>
            <a:xfrm>
              <a:off x="9591675" y="2798445"/>
              <a:ext cx="400050" cy="293370"/>
            </a:xfrm>
            <a:prstGeom prst="rect">
              <a:avLst/>
            </a:prstGeom>
            <a:solidFill>
              <a:srgbClr val="8FB8E5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8" name="instance.C18.13.r2c0.80">
              <a:extLst>
                <a:ext uri="{FF2B5EF4-FFF2-40B4-BE49-F238E27FC236}">
                  <a16:creationId id="{95F36096-0B02-4534-92D0-8643DED6A21E}"/>
                </a:ext>
              </a:extLst>
            </p:cNvPr>
            <p:cNvSpPr>
              <a:spLocks noGrp="1"/>
            </p:cNvSpPr>
            <p:nvPr/>
          </p:nvSpPr>
          <p:spPr>
            <a:xfrm>
              <a:off x="9591675" y="3120390"/>
              <a:ext cx="400050" cy="293370"/>
            </a:xfrm>
            <a:prstGeom prst="rect">
              <a:avLst/>
            </a:prstGeom>
            <a:solidFill>
              <a:srgbClr val="DCEAF8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49" name="instance.C18.13.r3c0.81">
              <a:extLst>
                <a:ext uri="{FF2B5EF4-FFF2-40B4-BE49-F238E27FC236}">
                  <a16:creationId id="{9E16E25C-4FEC-421C-B6F8-C282CF3F9627}"/>
                </a:ext>
              </a:extLst>
            </p:cNvPr>
            <p:cNvSpPr>
              <a:spLocks noGrp="1"/>
            </p:cNvSpPr>
            <p:nvPr/>
          </p:nvSpPr>
          <p:spPr>
            <a:xfrm>
              <a:off x="9591675" y="3442335"/>
              <a:ext cx="400050" cy="293370"/>
            </a:xfrm>
            <a:prstGeom prst="rect">
              <a:avLst/>
            </a:prstGeom>
            <a:solidFill>
              <a:srgbClr val="0759BE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50" name="instance.C18.13.r4c0.82">
              <a:extLst>
                <a:ext uri="{FF2B5EF4-FFF2-40B4-BE49-F238E27FC236}">
                  <a16:creationId id="{A3E3CA60-1381-49D3-B96C-5EA27CEC8F22}"/>
                </a:ext>
              </a:extLst>
            </p:cNvPr>
            <p:cNvSpPr>
              <a:spLocks noGrp="1"/>
            </p:cNvSpPr>
            <p:nvPr/>
          </p:nvSpPr>
          <p:spPr>
            <a:xfrm>
              <a:off x="9591675" y="3764280"/>
              <a:ext cx="400050" cy="293370"/>
            </a:xfrm>
            <a:prstGeom prst="rect">
              <a:avLst/>
            </a:prstGeom>
            <a:solidFill>
              <a:srgbClr val="8FB8E5"/>
            </a:solidFill>
            <a:ln w="7620">
              <a:solidFill>
                <a:srgbClr val="A6B4C0"/>
              </a:solidFill>
              <a:prstDash val="solid"/>
            </a:ln>
          </p:spPr>
        </p:sp>
      </p:grpSp>
      <p:sp>
        <p:nvSpPr>
          <p:cNvPr id="51" name="gallery.caption.83">
            <a:extLst>
              <a:ext uri="{FF2B5EF4-FFF2-40B4-BE49-F238E27FC236}">
                <a16:creationId id="{1932F502-EA5B-49A4-B852-2EC0FC355739}"/>
              </a:ext>
            </a:extLst>
          </p:cNvPr>
          <p:cNvSpPr>
            <a:spLocks noGrp="1"/>
          </p:cNvSpPr>
          <p:nvPr/>
        </p:nvSpPr>
        <p:spPr>
          <a:xfrm>
            <a:off x="8782050" y="41148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竖向排列</a:t>
            </a:r>
          </a:p>
        </p:txBody>
      </p:sp>
      <p:sp>
        <p:nvSpPr>
          <p:cNvPr id="52" name="gallery.graphic.dots.frame.84">
            <a:extLst>
              <a:ext uri="{FF2B5EF4-FFF2-40B4-BE49-F238E27FC236}">
                <a16:creationId id="{71C51334-1DB1-461C-9E7B-E7D3621A9541}"/>
              </a:ext>
            </a:extLst>
          </p:cNvPr>
          <p:cNvSpPr>
            <a:spLocks noGrp="1"/>
          </p:cNvSpPr>
          <p:nvPr/>
        </p:nvSpPr>
        <p:spPr>
          <a:xfrm>
            <a:off x="457200" y="4667250"/>
            <a:ext cx="11277600" cy="1924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3" name="gallery.graphic.dots.heading.85">
            <a:extLst>
              <a:ext uri="{FF2B5EF4-FFF2-40B4-BE49-F238E27FC236}">
                <a16:creationId id="{8744C445-41F8-4163-A7AC-6D6FA335D0D3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圆点阵列</a:t>
            </a:r>
          </a:p>
        </p:txBody>
      </p:sp>
      <p:grpSp>
        <p:nvGrpSpPr>
          <p:cNvPr id="85" name="C19 圆点阵列 / 横排"/>
          <p:cNvGrpSpPr/>
          <p:nvPr/>
        </p:nvGrpSpPr>
        <p:grpSpPr>
          <a:xfrm>
            <a:off x="762000" y="5629275"/>
            <a:ext cx="3276600" cy="228600"/>
            <a:chOff x="762000" y="5629275"/>
            <a:chExt cx="3276600" cy="228600"/>
          </a:xfrm>
        </p:grpSpPr>
        <p:sp>
          <p:nvSpPr>
            <p:cNvPr id="54" name="instance.C19.14.r0c0.86">
              <a:extLst>
                <a:ext uri="{FF2B5EF4-FFF2-40B4-BE49-F238E27FC236}">
                  <a16:creationId id="{C1796611-FAA3-4EAD-8EF5-6A771BABC7D6}"/>
                </a:ext>
              </a:extLst>
            </p:cNvPr>
            <p:cNvSpPr>
              <a:spLocks noGrp="1"/>
            </p:cNvSpPr>
            <p:nvPr/>
          </p:nvSpPr>
          <p:spPr>
            <a:xfrm>
              <a:off x="762000" y="562927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55" name="instance.C19.14.r0c1.87">
              <a:extLst>
                <a:ext uri="{FF2B5EF4-FFF2-40B4-BE49-F238E27FC236}">
                  <a16:creationId id="{68EBB24A-1484-40FA-AE72-0EC04BF391F6}"/>
                </a:ext>
              </a:extLst>
            </p:cNvPr>
            <p:cNvSpPr>
              <a:spLocks noGrp="1"/>
            </p:cNvSpPr>
            <p:nvPr/>
          </p:nvSpPr>
          <p:spPr>
            <a:xfrm>
              <a:off x="1524000" y="562927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56" name="instance.C19.14.r0c2.88">
              <a:extLst>
                <a:ext uri="{FF2B5EF4-FFF2-40B4-BE49-F238E27FC236}">
                  <a16:creationId id="{7F77C142-6953-48B5-A89E-7DA2E058B16A}"/>
                </a:ext>
              </a:extLst>
            </p:cNvPr>
            <p:cNvSpPr>
              <a:spLocks noGrp="1"/>
            </p:cNvSpPr>
            <p:nvPr/>
          </p:nvSpPr>
          <p:spPr>
            <a:xfrm>
              <a:off x="2286000" y="562927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57" name="instance.C19.14.r0c3.89">
              <a:extLst>
                <a:ext uri="{FF2B5EF4-FFF2-40B4-BE49-F238E27FC236}">
                  <a16:creationId id="{F3D5D532-A3EF-43D1-91DE-A377BC3DA27B}"/>
                </a:ext>
              </a:extLst>
            </p:cNvPr>
            <p:cNvSpPr>
              <a:spLocks noGrp="1"/>
            </p:cNvSpPr>
            <p:nvPr/>
          </p:nvSpPr>
          <p:spPr>
            <a:xfrm>
              <a:off x="3048000" y="562927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58" name="instance.C19.14.r0c4.90">
              <a:extLst>
                <a:ext uri="{FF2B5EF4-FFF2-40B4-BE49-F238E27FC236}">
                  <a16:creationId id="{546651D7-394A-4894-92FE-861C19008D4F}"/>
                </a:ext>
              </a:extLst>
            </p:cNvPr>
            <p:cNvSpPr>
              <a:spLocks noGrp="1"/>
            </p:cNvSpPr>
            <p:nvPr/>
          </p:nvSpPr>
          <p:spPr>
            <a:xfrm>
              <a:off x="3810000" y="562927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59" name="gallery.caption.91">
            <a:extLst>
              <a:ext uri="{FF2B5EF4-FFF2-40B4-BE49-F238E27FC236}">
                <a16:creationId id="{6D4A5404-F095-40DB-B280-A8C93C8574A8}"/>
              </a:ext>
            </a:extLst>
          </p:cNvPr>
          <p:cNvSpPr>
            <a:spLocks noGrp="1"/>
          </p:cNvSpPr>
          <p:nvPr/>
        </p:nvSpPr>
        <p:spPr>
          <a:xfrm>
            <a:off x="762000" y="622935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横排</a:t>
            </a:r>
          </a:p>
        </p:txBody>
      </p:sp>
      <p:grpSp>
        <p:nvGrpSpPr>
          <p:cNvPr id="86" name="C19 圆点阵列 / 竖排"/>
          <p:cNvGrpSpPr/>
          <p:nvPr/>
        </p:nvGrpSpPr>
        <p:grpSpPr>
          <a:xfrm>
            <a:off x="5691188" y="5229225"/>
            <a:ext cx="228600" cy="990600"/>
            <a:chOff x="5691188" y="5229225"/>
            <a:chExt cx="228600" cy="990600"/>
          </a:xfrm>
        </p:grpSpPr>
        <p:sp>
          <p:nvSpPr>
            <p:cNvPr id="60" name="instance.C19.15.r0c0.92">
              <a:extLst>
                <a:ext uri="{FF2B5EF4-FFF2-40B4-BE49-F238E27FC236}">
                  <a16:creationId id="{6C5E7977-DF7F-4177-B8CD-60EC06FCE8A4}"/>
                </a:ext>
              </a:extLst>
            </p:cNvPr>
            <p:cNvSpPr>
              <a:spLocks noGrp="1"/>
            </p:cNvSpPr>
            <p:nvPr/>
          </p:nvSpPr>
          <p:spPr>
            <a:xfrm>
              <a:off x="5691188" y="522922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1" name="instance.C19.15.r1c0.93">
              <a:extLst>
                <a:ext uri="{FF2B5EF4-FFF2-40B4-BE49-F238E27FC236}">
                  <a16:creationId id="{D9450417-1DD4-4C5D-9E52-DF0A62440F25}"/>
                </a:ext>
              </a:extLst>
            </p:cNvPr>
            <p:cNvSpPr>
              <a:spLocks noGrp="1"/>
            </p:cNvSpPr>
            <p:nvPr/>
          </p:nvSpPr>
          <p:spPr>
            <a:xfrm>
              <a:off x="5691188" y="548322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2" name="instance.C19.15.r2c0.94">
              <a:extLst>
                <a:ext uri="{FF2B5EF4-FFF2-40B4-BE49-F238E27FC236}">
                  <a16:creationId id="{E0591CA4-0C36-4BB4-B517-B2C8DE652EBC}"/>
                </a:ext>
              </a:extLst>
            </p:cNvPr>
            <p:cNvSpPr>
              <a:spLocks noGrp="1"/>
            </p:cNvSpPr>
            <p:nvPr/>
          </p:nvSpPr>
          <p:spPr>
            <a:xfrm>
              <a:off x="5691188" y="573722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3" name="instance.C19.15.r3c0.95">
              <a:extLst>
                <a:ext uri="{FF2B5EF4-FFF2-40B4-BE49-F238E27FC236}">
                  <a16:creationId id="{E98DA023-FD97-4F5B-BF24-AD7F851D6B84}"/>
                </a:ext>
              </a:extLst>
            </p:cNvPr>
            <p:cNvSpPr>
              <a:spLocks noGrp="1"/>
            </p:cNvSpPr>
            <p:nvPr/>
          </p:nvSpPr>
          <p:spPr>
            <a:xfrm>
              <a:off x="5691188" y="5991225"/>
              <a:ext cx="228600" cy="228600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64" name="gallery.caption.96">
            <a:extLst>
              <a:ext uri="{FF2B5EF4-FFF2-40B4-BE49-F238E27FC236}">
                <a16:creationId id="{9041A90F-A9D3-40A3-9E27-D09AD9761C88}"/>
              </a:ext>
            </a:extLst>
          </p:cNvPr>
          <p:cNvSpPr>
            <a:spLocks noGrp="1"/>
          </p:cNvSpPr>
          <p:nvPr/>
        </p:nvSpPr>
        <p:spPr>
          <a:xfrm>
            <a:off x="5057775" y="62293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竖排</a:t>
            </a:r>
          </a:p>
        </p:txBody>
      </p:sp>
      <p:grpSp>
        <p:nvGrpSpPr>
          <p:cNvPr id="87" name="C19 圆点阵列 / 点阵"/>
          <p:cNvGrpSpPr/>
          <p:nvPr/>
        </p:nvGrpSpPr>
        <p:grpSpPr>
          <a:xfrm>
            <a:off x="8848725" y="5229225"/>
            <a:ext cx="2038350" cy="990600"/>
            <a:chOff x="8848725" y="5229225"/>
            <a:chExt cx="2038350" cy="990600"/>
          </a:xfrm>
        </p:grpSpPr>
        <p:sp>
          <p:nvSpPr>
            <p:cNvPr id="65" name="instance.C19.16.r0c0.97">
              <a:extLst>
                <a:ext uri="{FF2B5EF4-FFF2-40B4-BE49-F238E27FC236}">
                  <a16:creationId id="{82054559-AC1F-496E-946C-3217B27FD6FA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5229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6" name="instance.C19.16.r0c1.98">
              <a:extLst>
                <a:ext uri="{FF2B5EF4-FFF2-40B4-BE49-F238E27FC236}">
                  <a16:creationId id="{6E17A52E-1CB2-431B-93E6-1C472D7954BE}"/>
                </a:ext>
              </a:extLst>
            </p:cNvPr>
            <p:cNvSpPr>
              <a:spLocks noGrp="1"/>
            </p:cNvSpPr>
            <p:nvPr/>
          </p:nvSpPr>
          <p:spPr>
            <a:xfrm>
              <a:off x="9451975" y="5229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7" name="instance.C19.16.r0c2.99">
              <a:extLst>
                <a:ext uri="{FF2B5EF4-FFF2-40B4-BE49-F238E27FC236}">
                  <a16:creationId id="{4C333C27-30C3-48AE-AC0F-EF210E8382F0}"/>
                </a:ext>
              </a:extLst>
            </p:cNvPr>
            <p:cNvSpPr>
              <a:spLocks noGrp="1"/>
            </p:cNvSpPr>
            <p:nvPr/>
          </p:nvSpPr>
          <p:spPr>
            <a:xfrm>
              <a:off x="10055225" y="5229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8" name="instance.C19.16.r0c3.100">
              <a:extLst>
                <a:ext uri="{FF2B5EF4-FFF2-40B4-BE49-F238E27FC236}">
                  <a16:creationId id="{638FD3F1-3497-4D63-8096-7CDD11C26254}"/>
                </a:ext>
              </a:extLst>
            </p:cNvPr>
            <p:cNvSpPr>
              <a:spLocks noGrp="1"/>
            </p:cNvSpPr>
            <p:nvPr/>
          </p:nvSpPr>
          <p:spPr>
            <a:xfrm>
              <a:off x="10658475" y="5229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9" name="instance.C19.16.r1c0.101">
              <a:extLst>
                <a:ext uri="{FF2B5EF4-FFF2-40B4-BE49-F238E27FC236}">
                  <a16:creationId id="{7D13B1D0-1C5B-4C8A-AEB2-FC5085497FA5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5610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0" name="instance.C19.16.r1c1.102">
              <a:extLst>
                <a:ext uri="{FF2B5EF4-FFF2-40B4-BE49-F238E27FC236}">
                  <a16:creationId id="{134F125D-E29C-46D3-8323-95E313767228}"/>
                </a:ext>
              </a:extLst>
            </p:cNvPr>
            <p:cNvSpPr>
              <a:spLocks noGrp="1"/>
            </p:cNvSpPr>
            <p:nvPr/>
          </p:nvSpPr>
          <p:spPr>
            <a:xfrm>
              <a:off x="9451975" y="5610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1" name="instance.C19.16.r1c2.103">
              <a:extLst>
                <a:ext uri="{FF2B5EF4-FFF2-40B4-BE49-F238E27FC236}">
                  <a16:creationId id="{F69720F3-8624-4D87-86F4-899299306577}"/>
                </a:ext>
              </a:extLst>
            </p:cNvPr>
            <p:cNvSpPr>
              <a:spLocks noGrp="1"/>
            </p:cNvSpPr>
            <p:nvPr/>
          </p:nvSpPr>
          <p:spPr>
            <a:xfrm>
              <a:off x="10055225" y="5610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2" name="instance.C19.16.r1c3.104">
              <a:extLst>
                <a:ext uri="{FF2B5EF4-FFF2-40B4-BE49-F238E27FC236}">
                  <a16:creationId id="{C5057B19-0397-4B26-B281-CBC2014E3641}"/>
                </a:ext>
              </a:extLst>
            </p:cNvPr>
            <p:cNvSpPr>
              <a:spLocks noGrp="1"/>
            </p:cNvSpPr>
            <p:nvPr/>
          </p:nvSpPr>
          <p:spPr>
            <a:xfrm>
              <a:off x="10658475" y="5610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3" name="instance.C19.16.r2c0.105">
              <a:extLst>
                <a:ext uri="{FF2B5EF4-FFF2-40B4-BE49-F238E27FC236}">
                  <a16:creationId id="{BE482780-5CC2-4929-9DAD-7A6D4D6EB19E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5991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4" name="instance.C19.16.r2c1.106">
              <a:extLst>
                <a:ext uri="{FF2B5EF4-FFF2-40B4-BE49-F238E27FC236}">
                  <a16:creationId id="{DDA58B78-B117-4F0F-B655-B7440471B8D9}"/>
                </a:ext>
              </a:extLst>
            </p:cNvPr>
            <p:cNvSpPr>
              <a:spLocks noGrp="1"/>
            </p:cNvSpPr>
            <p:nvPr/>
          </p:nvSpPr>
          <p:spPr>
            <a:xfrm>
              <a:off x="9451975" y="5991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5" name="instance.C19.16.r2c2.107">
              <a:extLst>
                <a:ext uri="{FF2B5EF4-FFF2-40B4-BE49-F238E27FC236}">
                  <a16:creationId id="{85B5BC1C-E93B-4549-BF4B-F5AD6B110BE0}"/>
                </a:ext>
              </a:extLst>
            </p:cNvPr>
            <p:cNvSpPr>
              <a:spLocks noGrp="1"/>
            </p:cNvSpPr>
            <p:nvPr/>
          </p:nvSpPr>
          <p:spPr>
            <a:xfrm>
              <a:off x="10055225" y="5991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76" name="instance.C19.16.r2c3.108">
              <a:extLst>
                <a:ext uri="{FF2B5EF4-FFF2-40B4-BE49-F238E27FC236}">
                  <a16:creationId id="{4C92A7D6-3426-4B8F-8684-D1949F4D1D6E}"/>
                </a:ext>
              </a:extLst>
            </p:cNvPr>
            <p:cNvSpPr>
              <a:spLocks noGrp="1"/>
            </p:cNvSpPr>
            <p:nvPr/>
          </p:nvSpPr>
          <p:spPr>
            <a:xfrm>
              <a:off x="10658475" y="5991225"/>
              <a:ext cx="228600" cy="228600"/>
            </a:xfrm>
            <a:prstGeom prst="ellipse">
              <a:avLst/>
            </a:prstGeom>
            <a:solidFill>
              <a:srgbClr val="0759BE"/>
            </a:solidFill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77" name="gallery.caption.109">
            <a:extLst>
              <a:ext uri="{FF2B5EF4-FFF2-40B4-BE49-F238E27FC236}">
                <a16:creationId id="{C83A9D09-9572-4A53-AADD-7DB8E21BEF18}"/>
              </a:ext>
            </a:extLst>
          </p:cNvPr>
          <p:cNvSpPr>
            <a:spLocks noGrp="1"/>
          </p:cNvSpPr>
          <p:nvPr/>
        </p:nvSpPr>
        <p:spPr>
          <a:xfrm>
            <a:off x="8524875" y="62293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点阵</a:t>
            </a:r>
          </a:p>
        </p:txBody>
      </p:sp>
      <p:sp>
        <p:nvSpPr>
          <p:cNvPr id="88" name="navigation.rule.2742">
            <a:extLst>
              <a:ext uri="{FF2B5EF4-FFF2-40B4-BE49-F238E27FC236}">
                <a16:creationId id="{4B80B532-7639-46DF-A567-3B73C1121636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89" name="navigation.section.2743">
            <a:extLst>
              <a:ext uri="{FF2B5EF4-FFF2-40B4-BE49-F238E27FC236}">
                <a16:creationId id="{B926BE99-83DB-4597-B92F-10B0E85599F7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第7节　单元格与圆点阵列</a:t>
            </a:r>
          </a:p>
        </p:txBody>
      </p:sp>
      <p:sp>
        <p:nvSpPr>
          <p:cNvPr id="90" name="navigation.page.2744">
            <a:extLst>
              <a:ext uri="{FF2B5EF4-FFF2-40B4-BE49-F238E27FC236}">
                <a16:creationId id="{3186CEE7-5E4F-43C1-8A24-BB5BD1777A22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40 / 53</a:t>
            </a:r>
          </a:p>
        </p:txBody>
      </p:sp>
    </p:spTree>
    <p:extLst>
      <p:ext uri="{BB962C8B-B14F-4D97-AF65-F5344CB8AC3E}">
        <p14:creationId val="885807456"/>
      </p:ext>
    </p:extLst>
  </p:cSld>
</p:sld>
</file>

<file path=ppt/slides/slide4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1" name="7.1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70" name="header.accent.1593">
              <a:extLst>
                <a:ext uri="{FF2B5EF4-FFF2-40B4-BE49-F238E27FC236}">
                  <a16:creationId id="{3A98B490-F319-413F-95A5-2F05E9C3291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594">
              <a:extLst>
                <a:ext uri="{FF2B5EF4-FFF2-40B4-BE49-F238E27FC236}">
                  <a16:creationId id="{1146323A-0CA1-42B4-BA8B-5F5D88A4B015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7.1</a:t>
              </a:r>
            </a:p>
          </p:txBody>
        </p:sp>
        <p:sp>
          <p:nvSpPr>
            <p:cNvPr id="3" name="header.gradient.1595">
              <a:extLst>
                <a:ext uri="{FF2B5EF4-FFF2-40B4-BE49-F238E27FC236}">
                  <a16:creationId id="{EE063E41-7868-495B-B728-691C1216339D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596">
              <a:extLst>
                <a:ext uri="{FF2B5EF4-FFF2-40B4-BE49-F238E27FC236}">
                  <a16:creationId id="{75B66EB6-957F-428B-A299-2B13A179AB6E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单元格序列与组合</a:t>
              </a:r>
            </a:p>
          </p:txBody>
        </p:sp>
        <p:sp>
          <p:nvSpPr>
            <p:cNvPr id="5" name="header.library.1597">
              <a:extLst>
                <a:ext uri="{FF2B5EF4-FFF2-40B4-BE49-F238E27FC236}">
                  <a16:creationId id="{1FE86CC8-8277-4DE7-B0C2-B96C4010A35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7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598">
              <a:extLst>
                <a:ext uri="{FF2B5EF4-FFF2-40B4-BE49-F238E27FC236}">
                  <a16:creationId id="{A4681575-AD39-44BB-982F-4A7428851F97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599">
              <a:extLst>
                <a:ext uri="{FF2B5EF4-FFF2-40B4-BE49-F238E27FC236}">
                  <a16:creationId id="{66FB51BF-8E9C-440F-9B4B-4937E4309B82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600">
              <a:extLst>
                <a:ext uri="{FF2B5EF4-FFF2-40B4-BE49-F238E27FC236}">
                  <a16:creationId id="{AFCCD13A-4C60-4389-8982-FFDC29A2421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601">
              <a:extLst>
                <a:ext uri="{FF2B5EF4-FFF2-40B4-BE49-F238E27FC236}">
                  <a16:creationId id="{B6696200-3F0A-4115-BE71-60A615103F36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分段、阶梯、成对和多边格改变单元格的连接与排列，格内文字可独立编辑。</a:t>
              </a:r>
            </a:p>
          </p:txBody>
        </p:sp>
      </p:grpSp>
      <p:sp>
        <p:nvSpPr>
          <p:cNvPr id="10" name="gallery.cells-segmented.frame.1602">
            <a:extLst>
              <a:ext uri="{FF2B5EF4-FFF2-40B4-BE49-F238E27FC236}">
                <a16:creationId id="{CD714E20-FA0F-4CA7-A229-6E280D592DBA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cells-segmented.heading.1603">
            <a:extLst>
              <a:ext uri="{FF2B5EF4-FFF2-40B4-BE49-F238E27FC236}">
                <a16:creationId id="{0455472C-A204-470D-8BB3-7B76A5E101F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分段格条</a:t>
            </a:r>
          </a:p>
        </p:txBody>
      </p:sp>
      <p:grpSp>
        <p:nvGrpSpPr>
          <p:cNvPr id="73" name="分段格条"/>
          <p:cNvGrpSpPr/>
          <p:nvPr/>
        </p:nvGrpSpPr>
        <p:grpSpPr>
          <a:xfrm>
            <a:off x="990600" y="2771775"/>
            <a:ext cx="2476500" cy="457200"/>
            <a:chOff x="990600" y="2771775"/>
            <a:chExt cx="2476500" cy="457200"/>
          </a:xfrm>
        </p:grpSpPr>
        <p:sp>
          <p:nvSpPr>
            <p:cNvPr id="12" name="instance.C18.150.cell.left1.1604">
              <a:extLst>
                <a:ext uri="{FF2B5EF4-FFF2-40B4-BE49-F238E27FC236}">
                  <a16:creationId id="{31C32828-B987-46D5-889A-DCD0E7DD5597}"/>
                </a:ext>
              </a:extLst>
            </p:cNvPr>
            <p:cNvSpPr>
              <a:spLocks noGrp="1"/>
            </p:cNvSpPr>
            <p:nvPr/>
          </p:nvSpPr>
          <p:spPr>
            <a:xfrm>
              <a:off x="990600" y="2771775"/>
              <a:ext cx="3048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3" name="instance.C18.150.cell.left2.1605">
              <a:extLst>
                <a:ext uri="{FF2B5EF4-FFF2-40B4-BE49-F238E27FC236}">
                  <a16:creationId id="{C45D7EDC-F449-44AD-B884-F829291A52D4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2771775"/>
              <a:ext cx="3048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4" name="instance.C18.150.cell.left3.1606">
              <a:extLst>
                <a:ext uri="{FF2B5EF4-FFF2-40B4-BE49-F238E27FC236}">
                  <a16:creationId id="{9A96AF32-5838-455E-B42E-2FECDCA38B48}"/>
                </a:ext>
              </a:extLst>
            </p:cNvPr>
            <p:cNvSpPr>
              <a:spLocks noGrp="1"/>
            </p:cNvSpPr>
            <p:nvPr/>
          </p:nvSpPr>
          <p:spPr>
            <a:xfrm>
              <a:off x="1676400" y="2771775"/>
              <a:ext cx="3048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5" name="instance.C18.150.cell.right1.1607">
              <a:extLst>
                <a:ext uri="{FF2B5EF4-FFF2-40B4-BE49-F238E27FC236}">
                  <a16:creationId id="{6E160F9B-8059-43D1-A003-7DBA649EB50C}"/>
                </a:ext>
              </a:extLst>
            </p:cNvPr>
            <p:cNvSpPr>
              <a:spLocks noGrp="1"/>
            </p:cNvSpPr>
            <p:nvPr/>
          </p:nvSpPr>
          <p:spPr>
            <a:xfrm>
              <a:off x="2438400" y="2771775"/>
              <a:ext cx="2286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6" name="instance.C18.150.cell.right2.1608">
              <a:extLst>
                <a:ext uri="{FF2B5EF4-FFF2-40B4-BE49-F238E27FC236}">
                  <a16:creationId id="{3A0C9C67-DA59-4E71-9E3D-4BE9317267B0}"/>
                </a:ext>
              </a:extLst>
            </p:cNvPr>
            <p:cNvSpPr>
              <a:spLocks noGrp="1"/>
            </p:cNvSpPr>
            <p:nvPr/>
          </p:nvSpPr>
          <p:spPr>
            <a:xfrm>
              <a:off x="2705100" y="2771775"/>
              <a:ext cx="2286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7" name="instance.C18.150.cell.right3.1609">
              <a:extLst>
                <a:ext uri="{FF2B5EF4-FFF2-40B4-BE49-F238E27FC236}">
                  <a16:creationId id="{9486A862-AEFA-46B6-A5A6-56405777E25E}"/>
                </a:ext>
              </a:extLst>
            </p:cNvPr>
            <p:cNvSpPr>
              <a:spLocks noGrp="1"/>
            </p:cNvSpPr>
            <p:nvPr/>
          </p:nvSpPr>
          <p:spPr>
            <a:xfrm>
              <a:off x="2971800" y="2771775"/>
              <a:ext cx="2286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8" name="instance.C18.150.cell.right4.1610">
              <a:extLst>
                <a:ext uri="{FF2B5EF4-FFF2-40B4-BE49-F238E27FC236}">
                  <a16:creationId id="{BE29B4BA-E3A0-4C2C-B321-5645F8038A05}"/>
                </a:ext>
              </a:extLst>
            </p:cNvPr>
            <p:cNvSpPr>
              <a:spLocks noGrp="1"/>
            </p:cNvSpPr>
            <p:nvPr/>
          </p:nvSpPr>
          <p:spPr>
            <a:xfrm>
              <a:off x="3238500" y="2771775"/>
              <a:ext cx="2286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19" name="gallery.cells-segmented.note.1611">
            <a:extLst>
              <a:ext uri="{FF2B5EF4-FFF2-40B4-BE49-F238E27FC236}">
                <a16:creationId id="{4C6CB7AF-68D8-4F8C-8ABD-D7F413F94351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两个独立段簇组成横向格条</a:t>
            </a:r>
          </a:p>
        </p:txBody>
      </p:sp>
      <p:sp>
        <p:nvSpPr>
          <p:cNvPr id="20" name="gallery.cells-stepped.frame.1612">
            <a:extLst>
              <a:ext uri="{FF2B5EF4-FFF2-40B4-BE49-F238E27FC236}">
                <a16:creationId id="{D7CD5975-DA94-4536-B084-9392C25241CB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gallery.cells-stepped.heading.1613">
            <a:extLst>
              <a:ext uri="{FF2B5EF4-FFF2-40B4-BE49-F238E27FC236}">
                <a16:creationId id="{E1E72499-F047-4B11-B9BF-B0B3A5734101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阶梯序列</a:t>
            </a:r>
          </a:p>
        </p:txBody>
      </p:sp>
      <p:grpSp>
        <p:nvGrpSpPr>
          <p:cNvPr id="74" name="阶梯序列"/>
          <p:cNvGrpSpPr/>
          <p:nvPr/>
        </p:nvGrpSpPr>
        <p:grpSpPr>
          <a:xfrm>
            <a:off x="4838700" y="2571750"/>
            <a:ext cx="2457450" cy="885825"/>
            <a:chOff x="4838700" y="2571750"/>
            <a:chExt cx="2457450" cy="885825"/>
          </a:xfrm>
        </p:grpSpPr>
        <p:sp>
          <p:nvSpPr>
            <p:cNvPr id="22" name="instance.C18.151.cell.step1.1614">
              <a:extLst>
                <a:ext uri="{FF2B5EF4-FFF2-40B4-BE49-F238E27FC236}">
                  <a16:creationId id="{0B0BBA7D-726E-4BE9-B766-BFFBC7AEF92A}"/>
                </a:ext>
              </a:extLst>
            </p:cNvPr>
            <p:cNvSpPr>
              <a:spLocks noGrp="1"/>
            </p:cNvSpPr>
            <p:nvPr/>
          </p:nvSpPr>
          <p:spPr>
            <a:xfrm>
              <a:off x="4838700" y="3190875"/>
              <a:ext cx="36195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3" name="instance.C18.151.cell.step2.1615">
              <a:extLst>
                <a:ext uri="{FF2B5EF4-FFF2-40B4-BE49-F238E27FC236}">
                  <a16:creationId id="{24BE4C0D-EF73-443B-988F-706E123A87EB}"/>
                </a:ext>
              </a:extLst>
            </p:cNvPr>
            <p:cNvSpPr>
              <a:spLocks noGrp="1"/>
            </p:cNvSpPr>
            <p:nvPr/>
          </p:nvSpPr>
          <p:spPr>
            <a:xfrm>
              <a:off x="5257800" y="3067050"/>
              <a:ext cx="36195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4" name="instance.C18.151.cell.step3.1616">
              <a:extLst>
                <a:ext uri="{FF2B5EF4-FFF2-40B4-BE49-F238E27FC236}">
                  <a16:creationId id="{1382678F-B941-43AF-8940-27D4258B42BC}"/>
                </a:ext>
              </a:extLst>
            </p:cNvPr>
            <p:cNvSpPr>
              <a:spLocks noGrp="1"/>
            </p:cNvSpPr>
            <p:nvPr/>
          </p:nvSpPr>
          <p:spPr>
            <a:xfrm>
              <a:off x="5676900" y="2943225"/>
              <a:ext cx="36195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5" name="instance.C18.151.cell.step4.1617">
              <a:extLst>
                <a:ext uri="{FF2B5EF4-FFF2-40B4-BE49-F238E27FC236}">
                  <a16:creationId id="{69DDB5CA-1728-48C2-917B-D1843CCDF7D4}"/>
                </a:ext>
              </a:extLst>
            </p:cNvPr>
            <p:cNvSpPr>
              <a:spLocks noGrp="1"/>
            </p:cNvSpPr>
            <p:nvPr/>
          </p:nvSpPr>
          <p:spPr>
            <a:xfrm>
              <a:off x="6096000" y="2819400"/>
              <a:ext cx="36195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6" name="instance.C18.151.cell.step5.1618">
              <a:extLst>
                <a:ext uri="{FF2B5EF4-FFF2-40B4-BE49-F238E27FC236}">
                  <a16:creationId id="{13B95973-5E7F-47D5-B669-0E247A247924}"/>
                </a:ext>
              </a:extLst>
            </p:cNvPr>
            <p:cNvSpPr>
              <a:spLocks noGrp="1"/>
            </p:cNvSpPr>
            <p:nvPr/>
          </p:nvSpPr>
          <p:spPr>
            <a:xfrm>
              <a:off x="6515100" y="2695575"/>
              <a:ext cx="36195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7" name="instance.C18.151.cell.step6.1619">
              <a:extLst>
                <a:ext uri="{FF2B5EF4-FFF2-40B4-BE49-F238E27FC236}">
                  <a16:creationId id="{C13FA9DD-B665-48A7-934E-94E87EB3DFB2}"/>
                </a:ext>
              </a:extLst>
            </p:cNvPr>
            <p:cNvSpPr>
              <a:spLocks noGrp="1"/>
            </p:cNvSpPr>
            <p:nvPr/>
          </p:nvSpPr>
          <p:spPr>
            <a:xfrm>
              <a:off x="6934200" y="2571750"/>
              <a:ext cx="36195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28" name="gallery.cells-stepped.note.1620">
            <a:extLst>
              <a:ext uri="{FF2B5EF4-FFF2-40B4-BE49-F238E27FC236}">
                <a16:creationId id="{580BFFBB-B5B8-4B38-B593-151FEB87E87C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逐格错层形成阶梯轮廓</a:t>
            </a:r>
          </a:p>
        </p:txBody>
      </p:sp>
      <p:sp>
        <p:nvSpPr>
          <p:cNvPr id="29" name="gallery.cells-paired.frame.1621">
            <a:extLst>
              <a:ext uri="{FF2B5EF4-FFF2-40B4-BE49-F238E27FC236}">
                <a16:creationId id="{6C644798-D606-415E-8FC3-EE4AD96AE524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0" name="gallery.cells-paired.heading.1622">
            <a:extLst>
              <a:ext uri="{FF2B5EF4-FFF2-40B4-BE49-F238E27FC236}">
                <a16:creationId id="{A82A61A6-2622-4BE3-ABA8-DA5ECCBC975D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上下成对列</a:t>
            </a:r>
          </a:p>
        </p:txBody>
      </p:sp>
      <p:grpSp>
        <p:nvGrpSpPr>
          <p:cNvPr id="75" name="上下成对列"/>
          <p:cNvGrpSpPr/>
          <p:nvPr/>
        </p:nvGrpSpPr>
        <p:grpSpPr>
          <a:xfrm>
            <a:off x="8801100" y="2619375"/>
            <a:ext cx="2247900" cy="762000"/>
            <a:chOff x="8801100" y="2619375"/>
            <a:chExt cx="2247900" cy="762000"/>
          </a:xfrm>
        </p:grpSpPr>
        <p:sp>
          <p:nvSpPr>
            <p:cNvPr id="31" name="instance.C18.152.pair1.link.1623">
              <a:extLst>
                <a:ext uri="{FF2B5EF4-FFF2-40B4-BE49-F238E27FC236}">
                  <a16:creationId id="{285D6CC8-F36E-4055-A829-FA0821AF3949}"/>
                </a:ext>
              </a:extLst>
            </p:cNvPr>
            <p:cNvSpPr>
              <a:spLocks noGrp="1"/>
            </p:cNvSpPr>
            <p:nvPr/>
          </p:nvSpPr>
          <p:spPr>
            <a:xfrm>
              <a:off x="9010650" y="2905125"/>
              <a:ext cx="0" cy="19050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2" name="instance.C18.152.cell.top1.1624">
              <a:extLst>
                <a:ext uri="{FF2B5EF4-FFF2-40B4-BE49-F238E27FC236}">
                  <a16:creationId id="{CAC7D479-9B67-4A49-BB0B-36761B79FE4A}"/>
                </a:ext>
              </a:extLst>
            </p:cNvPr>
            <p:cNvSpPr>
              <a:spLocks noGrp="1"/>
            </p:cNvSpPr>
            <p:nvPr/>
          </p:nvSpPr>
          <p:spPr>
            <a:xfrm>
              <a:off x="8801100" y="261937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3" name="instance.C18.152.cell.bottom1.1625">
              <a:extLst>
                <a:ext uri="{FF2B5EF4-FFF2-40B4-BE49-F238E27FC236}">
                  <a16:creationId id="{D1418725-51C1-4ABE-B642-CC1B5B58346D}"/>
                </a:ext>
              </a:extLst>
            </p:cNvPr>
            <p:cNvSpPr>
              <a:spLocks noGrp="1"/>
            </p:cNvSpPr>
            <p:nvPr/>
          </p:nvSpPr>
          <p:spPr>
            <a:xfrm>
              <a:off x="8801100" y="309562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4" name="instance.C18.152.pair2.link.1626">
              <a:extLst>
                <a:ext uri="{FF2B5EF4-FFF2-40B4-BE49-F238E27FC236}">
                  <a16:creationId id="{8D30161D-4BC6-42D1-AA24-6E456855D752}"/>
                </a:ext>
              </a:extLst>
            </p:cNvPr>
            <p:cNvSpPr>
              <a:spLocks noGrp="1"/>
            </p:cNvSpPr>
            <p:nvPr/>
          </p:nvSpPr>
          <p:spPr>
            <a:xfrm>
              <a:off x="9620250" y="2905125"/>
              <a:ext cx="0" cy="19050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5" name="instance.C18.152.cell.top2.1627">
              <a:extLst>
                <a:ext uri="{FF2B5EF4-FFF2-40B4-BE49-F238E27FC236}">
                  <a16:creationId id="{712F0E65-5FF0-4396-BA4C-FF2FA8EB2FF8}"/>
                </a:ext>
              </a:extLst>
            </p:cNvPr>
            <p:cNvSpPr>
              <a:spLocks noGrp="1"/>
            </p:cNvSpPr>
            <p:nvPr/>
          </p:nvSpPr>
          <p:spPr>
            <a:xfrm>
              <a:off x="9410700" y="261937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6" name="instance.C18.152.cell.bottom2.1628">
              <a:extLst>
                <a:ext uri="{FF2B5EF4-FFF2-40B4-BE49-F238E27FC236}">
                  <a16:creationId id="{07C3B685-D677-4D15-BEFF-5A39B753FC17}"/>
                </a:ext>
              </a:extLst>
            </p:cNvPr>
            <p:cNvSpPr>
              <a:spLocks noGrp="1"/>
            </p:cNvSpPr>
            <p:nvPr/>
          </p:nvSpPr>
          <p:spPr>
            <a:xfrm>
              <a:off x="9410700" y="309562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7" name="instance.C18.152.pair3.link.1629">
              <a:extLst>
                <a:ext uri="{FF2B5EF4-FFF2-40B4-BE49-F238E27FC236}">
                  <a16:creationId id="{D8582C35-1999-4ADB-9228-8337EE603F28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2905125"/>
              <a:ext cx="0" cy="19050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8" name="instance.C18.152.cell.top3.1630">
              <a:extLst>
                <a:ext uri="{FF2B5EF4-FFF2-40B4-BE49-F238E27FC236}">
                  <a16:creationId id="{349ACB8B-D3CD-4A04-A624-008CB96B495A}"/>
                </a:ext>
              </a:extLst>
            </p:cNvPr>
            <p:cNvSpPr>
              <a:spLocks noGrp="1"/>
            </p:cNvSpPr>
            <p:nvPr/>
          </p:nvSpPr>
          <p:spPr>
            <a:xfrm>
              <a:off x="10020300" y="261937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9" name="instance.C18.152.cell.bottom3.1631">
              <a:extLst>
                <a:ext uri="{FF2B5EF4-FFF2-40B4-BE49-F238E27FC236}">
                  <a16:creationId id="{51ADE2E6-0BF2-4DD6-8123-2850659D3B8D}"/>
                </a:ext>
              </a:extLst>
            </p:cNvPr>
            <p:cNvSpPr>
              <a:spLocks noGrp="1"/>
            </p:cNvSpPr>
            <p:nvPr/>
          </p:nvSpPr>
          <p:spPr>
            <a:xfrm>
              <a:off x="10020300" y="309562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0" name="instance.C18.152.pair4.link.1632">
              <a:extLst>
                <a:ext uri="{FF2B5EF4-FFF2-40B4-BE49-F238E27FC236}">
                  <a16:creationId id="{802918B7-984F-4B23-9F00-2CE99B9C35AC}"/>
                </a:ext>
              </a:extLst>
            </p:cNvPr>
            <p:cNvSpPr>
              <a:spLocks noGrp="1"/>
            </p:cNvSpPr>
            <p:nvPr/>
          </p:nvSpPr>
          <p:spPr>
            <a:xfrm>
              <a:off x="10839450" y="2905125"/>
              <a:ext cx="0" cy="190500"/>
            </a:xfrm>
            <a:prstGeom prst="line">
              <a:avLst/>
            </a:prstGeom>
            <a:noFill/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1" name="instance.C18.152.cell.top4.1633">
              <a:extLst>
                <a:ext uri="{FF2B5EF4-FFF2-40B4-BE49-F238E27FC236}">
                  <a16:creationId id="{D5A84269-143E-46F6-AB20-FA169249B9A5}"/>
                </a:ext>
              </a:extLst>
            </p:cNvPr>
            <p:cNvSpPr>
              <a:spLocks noGrp="1"/>
            </p:cNvSpPr>
            <p:nvPr/>
          </p:nvSpPr>
          <p:spPr>
            <a:xfrm>
              <a:off x="10629900" y="261937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2" name="instance.C18.152.cell.bottom4.1634">
              <a:extLst>
                <a:ext uri="{FF2B5EF4-FFF2-40B4-BE49-F238E27FC236}">
                  <a16:creationId id="{BE8A8144-660D-4405-8543-03EC1308118E}"/>
                </a:ext>
              </a:extLst>
            </p:cNvPr>
            <p:cNvSpPr>
              <a:spLocks noGrp="1"/>
            </p:cNvSpPr>
            <p:nvPr/>
          </p:nvSpPr>
          <p:spPr>
            <a:xfrm>
              <a:off x="10629900" y="3095625"/>
              <a:ext cx="419100" cy="2857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43" name="gallery.cells-paired.note.1635">
            <a:extLst>
              <a:ext uri="{FF2B5EF4-FFF2-40B4-BE49-F238E27FC236}">
                <a16:creationId id="{461B2DA6-5986-48FF-9C89-6E849646A448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上下格以短线成对连接</a:t>
            </a:r>
          </a:p>
        </p:txBody>
      </p:sp>
      <p:sp>
        <p:nvSpPr>
          <p:cNvPr id="44" name="gallery.cells-alternating.frame.1636">
            <a:extLst>
              <a:ext uri="{FF2B5EF4-FFF2-40B4-BE49-F238E27FC236}">
                <a16:creationId id="{777AB329-B3F7-4E23-BA24-7FC7E960CF8A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5" name="gallery.cells-alternating.heading.1637">
            <a:extLst>
              <a:ext uri="{FF2B5EF4-FFF2-40B4-BE49-F238E27FC236}">
                <a16:creationId id="{8B1C94FB-6668-45B8-A760-18B8250D5AED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横竖交替拼块</a:t>
            </a:r>
          </a:p>
        </p:txBody>
      </p:sp>
      <p:grpSp>
        <p:nvGrpSpPr>
          <p:cNvPr id="76" name="横竖交替拼块"/>
          <p:cNvGrpSpPr/>
          <p:nvPr/>
        </p:nvGrpSpPr>
        <p:grpSpPr>
          <a:xfrm>
            <a:off x="1066800" y="5019675"/>
            <a:ext cx="2362200" cy="914400"/>
            <a:chOff x="1066800" y="5019675"/>
            <a:chExt cx="2362200" cy="914400"/>
          </a:xfrm>
        </p:grpSpPr>
        <p:sp>
          <p:nvSpPr>
            <p:cNvPr id="46" name="instance.C18.153.cell.leftHorizontal.1638">
              <a:extLst>
                <a:ext uri="{FF2B5EF4-FFF2-40B4-BE49-F238E27FC236}">
                  <a16:creationId id="{F63AF357-266B-4432-929C-C47C2B2CA405}"/>
                </a:ext>
              </a:extLst>
            </p:cNvPr>
            <p:cNvSpPr>
              <a:spLocks noGrp="1"/>
            </p:cNvSpPr>
            <p:nvPr/>
          </p:nvSpPr>
          <p:spPr>
            <a:xfrm>
              <a:off x="1066800" y="5019675"/>
              <a:ext cx="11049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7" name="instance.C18.153.cell.leftVertical1.1639">
              <a:extLst>
                <a:ext uri="{FF2B5EF4-FFF2-40B4-BE49-F238E27FC236}">
                  <a16:creationId id="{6D7557F0-EA87-4904-9440-A64C22A89C37}"/>
                </a:ext>
              </a:extLst>
            </p:cNvPr>
            <p:cNvSpPr>
              <a:spLocks noGrp="1"/>
            </p:cNvSpPr>
            <p:nvPr/>
          </p:nvSpPr>
          <p:spPr>
            <a:xfrm>
              <a:off x="1066800" y="5362575"/>
              <a:ext cx="51435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8" name="instance.C18.153.cell.leftVertical2.1640">
              <a:extLst>
                <a:ext uri="{FF2B5EF4-FFF2-40B4-BE49-F238E27FC236}">
                  <a16:creationId id="{A3268381-935F-4E7D-B761-9830BCA438C2}"/>
                </a:ext>
              </a:extLst>
            </p:cNvPr>
            <p:cNvSpPr>
              <a:spLocks noGrp="1"/>
            </p:cNvSpPr>
            <p:nvPr/>
          </p:nvSpPr>
          <p:spPr>
            <a:xfrm>
              <a:off x="1657350" y="5362575"/>
              <a:ext cx="51435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9" name="instance.C18.153.cell.rightVertical1.1641">
              <a:extLst>
                <a:ext uri="{FF2B5EF4-FFF2-40B4-BE49-F238E27FC236}">
                  <a16:creationId id="{8EDC573E-C312-4047-AB42-34C8830D89E9}"/>
                </a:ext>
              </a:extLst>
            </p:cNvPr>
            <p:cNvSpPr>
              <a:spLocks noGrp="1"/>
            </p:cNvSpPr>
            <p:nvPr/>
          </p:nvSpPr>
          <p:spPr>
            <a:xfrm>
              <a:off x="2324100" y="5019675"/>
              <a:ext cx="51435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0" name="instance.C18.153.cell.rightVertical2.1642">
              <a:extLst>
                <a:ext uri="{FF2B5EF4-FFF2-40B4-BE49-F238E27FC236}">
                  <a16:creationId id="{9FA734E7-8208-45C2-8663-249A2742601F}"/>
                </a:ext>
              </a:extLst>
            </p:cNvPr>
            <p:cNvSpPr>
              <a:spLocks noGrp="1"/>
            </p:cNvSpPr>
            <p:nvPr/>
          </p:nvSpPr>
          <p:spPr>
            <a:xfrm>
              <a:off x="2914650" y="5019675"/>
              <a:ext cx="51435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1" name="instance.C18.153.cell.rightHorizontal.1643">
              <a:extLst>
                <a:ext uri="{FF2B5EF4-FFF2-40B4-BE49-F238E27FC236}">
                  <a16:creationId id="{90E5B450-4748-49E9-8B5A-FACBBA0E9B6C}"/>
                </a:ext>
              </a:extLst>
            </p:cNvPr>
            <p:cNvSpPr>
              <a:spLocks noGrp="1"/>
            </p:cNvSpPr>
            <p:nvPr/>
          </p:nvSpPr>
          <p:spPr>
            <a:xfrm>
              <a:off x="2324100" y="5667375"/>
              <a:ext cx="11049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52" name="gallery.cells-alternating.note.1644">
            <a:extLst>
              <a:ext uri="{FF2B5EF4-FFF2-40B4-BE49-F238E27FC236}">
                <a16:creationId id="{A2F02D45-85EE-4F74-8FEB-D84CB2705471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两列内横格与竖格交替</a:t>
            </a:r>
          </a:p>
        </p:txBody>
      </p:sp>
      <p:sp>
        <p:nvSpPr>
          <p:cNvPr id="53" name="gallery.cells-hex-chain.frame.1645">
            <a:extLst>
              <a:ext uri="{FF2B5EF4-FFF2-40B4-BE49-F238E27FC236}">
                <a16:creationId id="{CABBEFF2-A357-4096-84B5-29677ABB0922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4" name="gallery.cells-hex-chain.heading.1646">
            <a:extLst>
              <a:ext uri="{FF2B5EF4-FFF2-40B4-BE49-F238E27FC236}">
                <a16:creationId id="{B0E20D85-F731-45D7-84D1-AEE106C98031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相接六边格链</a:t>
            </a:r>
          </a:p>
        </p:txBody>
      </p:sp>
      <p:grpSp>
        <p:nvGrpSpPr>
          <p:cNvPr id="77" name="相接六边格链"/>
          <p:cNvGrpSpPr/>
          <p:nvPr/>
        </p:nvGrpSpPr>
        <p:grpSpPr>
          <a:xfrm>
            <a:off x="4857750" y="5191125"/>
            <a:ext cx="2476500" cy="571500"/>
            <a:chOff x="4857750" y="5191125"/>
            <a:chExt cx="2476500" cy="571500"/>
          </a:xfrm>
        </p:grpSpPr>
        <p:sp>
          <p:nvSpPr>
            <p:cNvPr id="55" name="instance.C18.154.cell.hex1.1647">
              <a:extLst>
                <a:ext uri="{FF2B5EF4-FFF2-40B4-BE49-F238E27FC236}">
                  <a16:creationId id="{48DA2409-C6F7-40CB-A357-63CF28B93FC2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5191125"/>
              <a:ext cx="495300" cy="571500"/>
            </a:xfrm>
            <a:custGeom>
              <a:pathLst>
                <a:path w="495300" h="571500">
                  <a:moveTo>
                    <a:pt x="247650" y="0"/>
                  </a:moveTo>
                  <a:lnTo>
                    <a:pt x="495300" y="142875"/>
                  </a:lnTo>
                  <a:lnTo>
                    <a:pt x="495300" y="428625"/>
                  </a:lnTo>
                  <a:lnTo>
                    <a:pt x="247650" y="571500"/>
                  </a:lnTo>
                  <a:lnTo>
                    <a:pt x="0" y="42862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6" name="instance.C18.154.cell.hex2.1648">
              <a:extLst>
                <a:ext uri="{FF2B5EF4-FFF2-40B4-BE49-F238E27FC236}">
                  <a16:creationId id="{5D6692DA-2854-4568-AED1-9A76DB898DCF}"/>
                </a:ext>
              </a:extLst>
            </p:cNvPr>
            <p:cNvSpPr>
              <a:spLocks noGrp="1"/>
            </p:cNvSpPr>
            <p:nvPr/>
          </p:nvSpPr>
          <p:spPr>
            <a:xfrm>
              <a:off x="5353050" y="5191125"/>
              <a:ext cx="495300" cy="571500"/>
            </a:xfrm>
            <a:custGeom>
              <a:pathLst>
                <a:path w="495300" h="571500">
                  <a:moveTo>
                    <a:pt x="247650" y="0"/>
                  </a:moveTo>
                  <a:lnTo>
                    <a:pt x="495300" y="142875"/>
                  </a:lnTo>
                  <a:lnTo>
                    <a:pt x="495300" y="428625"/>
                  </a:lnTo>
                  <a:lnTo>
                    <a:pt x="247650" y="571500"/>
                  </a:lnTo>
                  <a:lnTo>
                    <a:pt x="0" y="42862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7" name="instance.C18.154.cell.hex3.1649">
              <a:extLst>
                <a:ext uri="{FF2B5EF4-FFF2-40B4-BE49-F238E27FC236}">
                  <a16:creationId id="{F33D4026-7CB1-439A-A438-F4C53C19B1AD}"/>
                </a:ext>
              </a:extLst>
            </p:cNvPr>
            <p:cNvSpPr>
              <a:spLocks noGrp="1"/>
            </p:cNvSpPr>
            <p:nvPr/>
          </p:nvSpPr>
          <p:spPr>
            <a:xfrm>
              <a:off x="5848350" y="5191125"/>
              <a:ext cx="495300" cy="571500"/>
            </a:xfrm>
            <a:custGeom>
              <a:pathLst>
                <a:path w="495300" h="571500">
                  <a:moveTo>
                    <a:pt x="247650" y="0"/>
                  </a:moveTo>
                  <a:lnTo>
                    <a:pt x="495300" y="142875"/>
                  </a:lnTo>
                  <a:lnTo>
                    <a:pt x="495300" y="428625"/>
                  </a:lnTo>
                  <a:lnTo>
                    <a:pt x="247650" y="571500"/>
                  </a:lnTo>
                  <a:lnTo>
                    <a:pt x="0" y="42862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8" name="instance.C18.154.cell.hex4.1650">
              <a:extLst>
                <a:ext uri="{FF2B5EF4-FFF2-40B4-BE49-F238E27FC236}">
                  <a16:creationId id="{042088F7-F3A6-42E3-AF6E-A00D22D677A5}"/>
                </a:ext>
              </a:extLst>
            </p:cNvPr>
            <p:cNvSpPr>
              <a:spLocks noGrp="1"/>
            </p:cNvSpPr>
            <p:nvPr/>
          </p:nvSpPr>
          <p:spPr>
            <a:xfrm>
              <a:off x="6343650" y="5191125"/>
              <a:ext cx="495300" cy="571500"/>
            </a:xfrm>
            <a:custGeom>
              <a:pathLst>
                <a:path w="495300" h="571500">
                  <a:moveTo>
                    <a:pt x="247650" y="0"/>
                  </a:moveTo>
                  <a:lnTo>
                    <a:pt x="495300" y="142875"/>
                  </a:lnTo>
                  <a:lnTo>
                    <a:pt x="495300" y="428625"/>
                  </a:lnTo>
                  <a:lnTo>
                    <a:pt x="247650" y="571500"/>
                  </a:lnTo>
                  <a:lnTo>
                    <a:pt x="0" y="42862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9" name="instance.C18.154.cell.hex5.1651">
              <a:extLst>
                <a:ext uri="{FF2B5EF4-FFF2-40B4-BE49-F238E27FC236}">
                  <a16:creationId id="{17CAE5A8-4946-454A-90FC-F51EBC22566E}"/>
                </a:ext>
              </a:extLst>
            </p:cNvPr>
            <p:cNvSpPr>
              <a:spLocks noGrp="1"/>
            </p:cNvSpPr>
            <p:nvPr/>
          </p:nvSpPr>
          <p:spPr>
            <a:xfrm>
              <a:off x="6838950" y="5191125"/>
              <a:ext cx="495300" cy="571500"/>
            </a:xfrm>
            <a:custGeom>
              <a:pathLst>
                <a:path w="495300" h="571500">
                  <a:moveTo>
                    <a:pt x="247650" y="0"/>
                  </a:moveTo>
                  <a:lnTo>
                    <a:pt x="495300" y="142875"/>
                  </a:lnTo>
                  <a:lnTo>
                    <a:pt x="495300" y="428625"/>
                  </a:lnTo>
                  <a:lnTo>
                    <a:pt x="247650" y="571500"/>
                  </a:lnTo>
                  <a:lnTo>
                    <a:pt x="0" y="428625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60" name="gallery.cells-hex-chain.note.1652">
            <a:extLst>
              <a:ext uri="{FF2B5EF4-FFF2-40B4-BE49-F238E27FC236}">
                <a16:creationId id="{BD8F3292-2F44-407F-9BD3-778B57E6C7E5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六边格共用竖边连续相接</a:t>
            </a:r>
          </a:p>
        </p:txBody>
      </p:sp>
      <p:sp>
        <p:nvSpPr>
          <p:cNvPr id="61" name="gallery.cells-chevron-chain.frame.1653">
            <a:extLst>
              <a:ext uri="{FF2B5EF4-FFF2-40B4-BE49-F238E27FC236}">
                <a16:creationId id="{349F67A0-3B5D-47A0-AA8D-3349FADCD963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62" name="gallery.cells-chevron-chain.heading.1654">
            <a:extLst>
              <a:ext uri="{FF2B5EF4-FFF2-40B4-BE49-F238E27FC236}">
                <a16:creationId id="{511593F9-351E-42C4-8AE0-891E54F1CFB6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斜分格序列</a:t>
            </a:r>
          </a:p>
        </p:txBody>
      </p:sp>
      <p:grpSp>
        <p:nvGrpSpPr>
          <p:cNvPr id="78" name="斜分格序列"/>
          <p:cNvGrpSpPr/>
          <p:nvPr/>
        </p:nvGrpSpPr>
        <p:grpSpPr>
          <a:xfrm>
            <a:off x="8686800" y="5191125"/>
            <a:ext cx="2514600" cy="571500"/>
            <a:chOff x="8686800" y="5191125"/>
            <a:chExt cx="2514600" cy="571500"/>
          </a:xfrm>
        </p:grpSpPr>
        <p:sp>
          <p:nvSpPr>
            <p:cNvPr id="63" name="instance.C18.155.cell.section1.1655">
              <a:extLst>
                <a:ext uri="{FF2B5EF4-FFF2-40B4-BE49-F238E27FC236}">
                  <a16:creationId id="{A7959A82-73F8-4FAD-AEB8-EFD746F6A465}"/>
                </a:ext>
              </a:extLst>
            </p:cNvPr>
            <p:cNvSpPr>
              <a:spLocks noGrp="1"/>
            </p:cNvSpPr>
            <p:nvPr/>
          </p:nvSpPr>
          <p:spPr>
            <a:xfrm>
              <a:off x="8686800" y="5191125"/>
              <a:ext cx="609600" cy="571500"/>
            </a:xfrm>
            <a:custGeom>
              <a:pathLst>
                <a:path w="609600" h="571500">
                  <a:moveTo>
                    <a:pt x="0" y="0"/>
                  </a:moveTo>
                  <a:lnTo>
                    <a:pt x="419100" y="0"/>
                  </a:lnTo>
                  <a:lnTo>
                    <a:pt x="6096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4" name="instance.C18.155.cell.section2.1656">
              <a:extLst>
                <a:ext uri="{FF2B5EF4-FFF2-40B4-BE49-F238E27FC236}">
                  <a16:creationId id="{BDAE4138-A95C-4CB4-8FDC-BFFB95E21685}"/>
                </a:ext>
              </a:extLst>
            </p:cNvPr>
            <p:cNvSpPr>
              <a:spLocks noGrp="1"/>
            </p:cNvSpPr>
            <p:nvPr/>
          </p:nvSpPr>
          <p:spPr>
            <a:xfrm>
              <a:off x="9105900" y="5191125"/>
              <a:ext cx="609600" cy="571500"/>
            </a:xfrm>
            <a:custGeom>
              <a:pathLst>
                <a:path w="609600" h="571500">
                  <a:moveTo>
                    <a:pt x="0" y="0"/>
                  </a:moveTo>
                  <a:lnTo>
                    <a:pt x="419100" y="0"/>
                  </a:lnTo>
                  <a:lnTo>
                    <a:pt x="609600" y="571500"/>
                  </a:lnTo>
                  <a:lnTo>
                    <a:pt x="190500" y="571500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5" name="instance.C18.155.cell.section3.1657">
              <a:extLst>
                <a:ext uri="{FF2B5EF4-FFF2-40B4-BE49-F238E27FC236}">
                  <a16:creationId id="{372D6F74-4E55-4121-97D2-65AA70AE5C4E}"/>
                </a:ext>
              </a:extLst>
            </p:cNvPr>
            <p:cNvSpPr>
              <a:spLocks noGrp="1"/>
            </p:cNvSpPr>
            <p:nvPr/>
          </p:nvSpPr>
          <p:spPr>
            <a:xfrm>
              <a:off x="9525000" y="5191125"/>
              <a:ext cx="609600" cy="571500"/>
            </a:xfrm>
            <a:custGeom>
              <a:pathLst>
                <a:path w="609600" h="571500">
                  <a:moveTo>
                    <a:pt x="0" y="0"/>
                  </a:moveTo>
                  <a:lnTo>
                    <a:pt x="419100" y="0"/>
                  </a:lnTo>
                  <a:lnTo>
                    <a:pt x="609600" y="571500"/>
                  </a:lnTo>
                  <a:lnTo>
                    <a:pt x="190500" y="571500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6" name="instance.C18.155.cell.section4.1658">
              <a:extLst>
                <a:ext uri="{FF2B5EF4-FFF2-40B4-BE49-F238E27FC236}">
                  <a16:creationId id="{076DDF6E-A6FA-4AF4-9597-2138420A0065}"/>
                </a:ext>
              </a:extLst>
            </p:cNvPr>
            <p:cNvSpPr>
              <a:spLocks noGrp="1"/>
            </p:cNvSpPr>
            <p:nvPr/>
          </p:nvSpPr>
          <p:spPr>
            <a:xfrm>
              <a:off x="9944100" y="5191125"/>
              <a:ext cx="609600" cy="571500"/>
            </a:xfrm>
            <a:custGeom>
              <a:pathLst>
                <a:path w="609600" h="571500">
                  <a:moveTo>
                    <a:pt x="0" y="0"/>
                  </a:moveTo>
                  <a:lnTo>
                    <a:pt x="419100" y="0"/>
                  </a:lnTo>
                  <a:lnTo>
                    <a:pt x="609600" y="571500"/>
                  </a:lnTo>
                  <a:lnTo>
                    <a:pt x="190500" y="571500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7" name="instance.C18.155.cell.section5.1659">
              <a:extLst>
                <a:ext uri="{FF2B5EF4-FFF2-40B4-BE49-F238E27FC236}">
                  <a16:creationId id="{013D5DFE-80C1-4774-8F80-86D459F7667B}"/>
                </a:ext>
              </a:extLst>
            </p:cNvPr>
            <p:cNvSpPr>
              <a:spLocks noGrp="1"/>
            </p:cNvSpPr>
            <p:nvPr/>
          </p:nvSpPr>
          <p:spPr>
            <a:xfrm>
              <a:off x="10363200" y="5191125"/>
              <a:ext cx="609600" cy="571500"/>
            </a:xfrm>
            <a:custGeom>
              <a:pathLst>
                <a:path w="609600" h="571500">
                  <a:moveTo>
                    <a:pt x="0" y="0"/>
                  </a:moveTo>
                  <a:lnTo>
                    <a:pt x="419100" y="0"/>
                  </a:lnTo>
                  <a:lnTo>
                    <a:pt x="609600" y="571500"/>
                  </a:lnTo>
                  <a:lnTo>
                    <a:pt x="190500" y="571500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8" name="instance.C18.155.cell.section6.1660">
              <a:extLst>
                <a:ext uri="{FF2B5EF4-FFF2-40B4-BE49-F238E27FC236}">
                  <a16:creationId id="{29D852C0-DB38-4636-923D-B10029DF996D}"/>
                </a:ext>
              </a:extLst>
            </p:cNvPr>
            <p:cNvSpPr>
              <a:spLocks noGrp="1"/>
            </p:cNvSpPr>
            <p:nvPr/>
          </p:nvSpPr>
          <p:spPr>
            <a:xfrm>
              <a:off x="10782300" y="5191125"/>
              <a:ext cx="419100" cy="571500"/>
            </a:xfrm>
            <a:custGeom>
              <a:pathLst>
                <a:path w="419100" h="571500">
                  <a:moveTo>
                    <a:pt x="0" y="0"/>
                  </a:moveTo>
                  <a:lnTo>
                    <a:pt x="419100" y="0"/>
                  </a:lnTo>
                  <a:lnTo>
                    <a:pt x="419100" y="571500"/>
                  </a:lnTo>
                  <a:lnTo>
                    <a:pt x="190500" y="571500"/>
                  </a:lnTo>
                  <a:close/>
                </a:path>
              </a:pathLst>
            </a:cu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69" name="gallery.cells-chevron-chain.note.1661">
            <a:extLst>
              <a:ext uri="{FF2B5EF4-FFF2-40B4-BE49-F238E27FC236}">
                <a16:creationId id="{8C4A05D0-5B9F-4AC7-8B62-15DEC5D5D9D8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平直外沿内以斜线连续分格</a:t>
            </a:r>
          </a:p>
        </p:txBody>
      </p:sp>
      <p:sp>
        <p:nvSpPr>
          <p:cNvPr id="79" name="navigation.rule.2745">
            <a:extLst>
              <a:ext uri="{FF2B5EF4-FFF2-40B4-BE49-F238E27FC236}">
                <a16:creationId id="{DDD1290A-39E2-4170-A2AF-DEA96B3F3D6F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80" name="navigation.section.2746">
            <a:extLst>
              <a:ext uri="{FF2B5EF4-FFF2-40B4-BE49-F238E27FC236}">
                <a16:creationId id="{787AF7A6-F3A5-431F-9080-FC0D4904A14A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第7节　单元格与圆点阵列</a:t>
            </a:r>
          </a:p>
        </p:txBody>
      </p:sp>
      <p:sp>
        <p:nvSpPr>
          <p:cNvPr id="81" name="navigation.page.2747">
            <a:extLst>
              <a:ext uri="{FF2B5EF4-FFF2-40B4-BE49-F238E27FC236}">
                <a16:creationId id="{9C6654DC-E077-4FEE-944A-B9C49BB5B246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41 / 53</a:t>
            </a:r>
          </a:p>
        </p:txBody>
      </p:sp>
    </p:spTree>
    <p:extLst>
      <p:ext uri="{BB962C8B-B14F-4D97-AF65-F5344CB8AC3E}">
        <p14:creationId val="2034731565"/>
      </p:ext>
    </p:extLst>
  </p:cSld>
</p:sld>
</file>

<file path=ppt/slides/slide4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9" name="7.2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78" name="header.accent.1662">
              <a:extLst>
                <a:ext uri="{FF2B5EF4-FFF2-40B4-BE49-F238E27FC236}">
                  <a16:creationId id="{7DF5C17A-FE63-4509-B1C7-6D9B6CA4E34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663">
              <a:extLst>
                <a:ext uri="{FF2B5EF4-FFF2-40B4-BE49-F238E27FC236}">
                  <a16:creationId id="{60F94E9F-CD80-4A86-B26E-B54941B89611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7.2</a:t>
              </a:r>
            </a:p>
          </p:txBody>
        </p:sp>
        <p:sp>
          <p:nvSpPr>
            <p:cNvPr id="3" name="header.gradient.1664">
              <a:extLst>
                <a:ext uri="{FF2B5EF4-FFF2-40B4-BE49-F238E27FC236}">
                  <a16:creationId id="{83EC2187-BE9C-4D7E-8D92-4A1B3D639462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665">
              <a:extLst>
                <a:ext uri="{FF2B5EF4-FFF2-40B4-BE49-F238E27FC236}">
                  <a16:creationId id="{C8C026D4-4EE2-4BA1-AC67-4087E5E40850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单元格分组与嵌套</a:t>
              </a:r>
            </a:p>
          </p:txBody>
        </p:sp>
        <p:sp>
          <p:nvSpPr>
            <p:cNvPr id="5" name="header.library.1666">
              <a:extLst>
                <a:ext uri="{FF2B5EF4-FFF2-40B4-BE49-F238E27FC236}">
                  <a16:creationId id="{EC8E595C-903C-4917-904B-39521FA3CEE5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80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667">
              <a:extLst>
                <a:ext uri="{FF2B5EF4-FFF2-40B4-BE49-F238E27FC236}">
                  <a16:creationId id="{6AB948F3-61CF-4F7C-9769-4EC015DA741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668">
              <a:extLst>
                <a:ext uri="{FF2B5EF4-FFF2-40B4-BE49-F238E27FC236}">
                  <a16:creationId id="{675B6CCA-5A84-4C38-BCB0-BEAF67568D3A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669">
              <a:extLst>
                <a:ext uri="{FF2B5EF4-FFF2-40B4-BE49-F238E27FC236}">
                  <a16:creationId id="{7CBACE31-1B40-4AF7-954F-B3BD0CAD4F69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670">
              <a:extLst>
                <a:ext uri="{FF2B5EF4-FFF2-40B4-BE49-F238E27FC236}">
                  <a16:creationId id="{92C780BE-0746-43FC-AEC6-3B159E60BD0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成组、围合、嵌套、十字与桥接关系形成不同格群，保留清楚的分组边界。</a:t>
              </a:r>
            </a:p>
          </p:txBody>
        </p:sp>
      </p:grpSp>
      <p:sp>
        <p:nvSpPr>
          <p:cNvPr id="10" name="gallery.cells-block-groups.frame.1671">
            <a:extLst>
              <a:ext uri="{FF2B5EF4-FFF2-40B4-BE49-F238E27FC236}">
                <a16:creationId id="{9FF7FD6F-7CC4-4350-A992-FBB0ADB28FBA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cells-block-groups.heading.1672">
            <a:extLst>
              <a:ext uri="{FF2B5EF4-FFF2-40B4-BE49-F238E27FC236}">
                <a16:creationId id="{8A0F348A-3C1A-4FCF-AAA8-DB5902BD829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小组阵列</a:t>
            </a:r>
          </a:p>
        </p:txBody>
      </p:sp>
      <p:grpSp>
        <p:nvGrpSpPr>
          <p:cNvPr id="81" name="小组阵列"/>
          <p:cNvGrpSpPr/>
          <p:nvPr/>
        </p:nvGrpSpPr>
        <p:grpSpPr>
          <a:xfrm>
            <a:off x="1104900" y="2581275"/>
            <a:ext cx="2286000" cy="800100"/>
            <a:chOff x="1104900" y="2581275"/>
            <a:chExt cx="2286000" cy="800100"/>
          </a:xfrm>
        </p:grpSpPr>
        <p:sp>
          <p:nvSpPr>
            <p:cNvPr id="12" name="instance.C18.156.container.left.1673">
              <a:extLst>
                <a:ext uri="{FF2B5EF4-FFF2-40B4-BE49-F238E27FC236}">
                  <a16:creationId id="{D1B5404E-EC21-457D-ADB0-811309386978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" y="2581275"/>
              <a:ext cx="990600" cy="8001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3" name="instance.C18.156.cell.left11.1674">
              <a:extLst>
                <a:ext uri="{FF2B5EF4-FFF2-40B4-BE49-F238E27FC236}">
                  <a16:creationId id="{09EF647B-F806-4F08-8BC3-E2208BAC8F80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" y="263842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4" name="instance.C18.156.cell.left12.1675">
              <a:extLst>
                <a:ext uri="{FF2B5EF4-FFF2-40B4-BE49-F238E27FC236}">
                  <a16:creationId id="{7A3F4D26-FC50-4D0F-A306-AEF5B8ED35F1}"/>
                </a:ext>
              </a:extLst>
            </p:cNvPr>
            <p:cNvSpPr>
              <a:spLocks noGrp="1"/>
            </p:cNvSpPr>
            <p:nvPr/>
          </p:nvSpPr>
          <p:spPr>
            <a:xfrm>
              <a:off x="1619250" y="263842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5" name="instance.C18.156.cell.left21.1676">
              <a:extLst>
                <a:ext uri="{FF2B5EF4-FFF2-40B4-BE49-F238E27FC236}">
                  <a16:creationId id="{ED3DE411-0AD5-4C9B-80E9-F31A863C2EEF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" y="300037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6" name="instance.C18.156.cell.left22.1677">
              <a:extLst>
                <a:ext uri="{FF2B5EF4-FFF2-40B4-BE49-F238E27FC236}">
                  <a16:creationId id="{F414F339-8488-4075-BD93-8F34CF6AE8AC}"/>
                </a:ext>
              </a:extLst>
            </p:cNvPr>
            <p:cNvSpPr>
              <a:spLocks noGrp="1"/>
            </p:cNvSpPr>
            <p:nvPr/>
          </p:nvSpPr>
          <p:spPr>
            <a:xfrm>
              <a:off x="1619250" y="300037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7" name="instance.C18.156.container.right.1678">
              <a:extLst>
                <a:ext uri="{FF2B5EF4-FFF2-40B4-BE49-F238E27FC236}">
                  <a16:creationId id="{448ADC92-5ACB-4280-9B52-7C198BB96587}"/>
                </a:ext>
              </a:extLst>
            </p:cNvPr>
            <p:cNvSpPr>
              <a:spLocks noGrp="1"/>
            </p:cNvSpPr>
            <p:nvPr/>
          </p:nvSpPr>
          <p:spPr>
            <a:xfrm>
              <a:off x="2400300" y="2581275"/>
              <a:ext cx="990600" cy="8001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8" name="instance.C18.156.cell.right11.1679">
              <a:extLst>
                <a:ext uri="{FF2B5EF4-FFF2-40B4-BE49-F238E27FC236}">
                  <a16:creationId id="{688F2F71-C0B3-4B54-9479-7CBE3BA41358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263842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19" name="instance.C18.156.cell.right12.1680">
              <a:extLst>
                <a:ext uri="{FF2B5EF4-FFF2-40B4-BE49-F238E27FC236}">
                  <a16:creationId id="{9FD7FB05-3530-4619-9BEE-081E72A098F9}"/>
                </a:ext>
              </a:extLst>
            </p:cNvPr>
            <p:cNvSpPr>
              <a:spLocks noGrp="1"/>
            </p:cNvSpPr>
            <p:nvPr/>
          </p:nvSpPr>
          <p:spPr>
            <a:xfrm>
              <a:off x="2914650" y="263842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0" name="instance.C18.156.cell.right21.1681">
              <a:extLst>
                <a:ext uri="{FF2B5EF4-FFF2-40B4-BE49-F238E27FC236}">
                  <a16:creationId id="{7A11C434-C96C-487B-A3C2-E34B7CAA4178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300037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1" name="instance.C18.156.cell.right22.1682">
              <a:extLst>
                <a:ext uri="{FF2B5EF4-FFF2-40B4-BE49-F238E27FC236}">
                  <a16:creationId id="{81AE5E7E-D1C3-4731-AED1-AAD2F7A0CD8D}"/>
                </a:ext>
              </a:extLst>
            </p:cNvPr>
            <p:cNvSpPr>
              <a:spLocks noGrp="1"/>
            </p:cNvSpPr>
            <p:nvPr/>
          </p:nvSpPr>
          <p:spPr>
            <a:xfrm>
              <a:off x="2914650" y="3000375"/>
              <a:ext cx="4191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22" name="gallery.cells-block-groups.note.1683">
            <a:extLst>
              <a:ext uri="{FF2B5EF4-FFF2-40B4-BE49-F238E27FC236}">
                <a16:creationId id="{BC7072F1-3226-4A1B-B266-42530153E9E5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两个独立容器各含四格</a:t>
            </a:r>
          </a:p>
        </p:txBody>
      </p:sp>
      <p:sp>
        <p:nvSpPr>
          <p:cNvPr id="23" name="gallery.cells-center-surround.frame.1684">
            <a:extLst>
              <a:ext uri="{FF2B5EF4-FFF2-40B4-BE49-F238E27FC236}">
                <a16:creationId id="{D1A33B71-3F59-4E06-BBF5-8C5912E410F3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4" name="gallery.cells-center-surround.heading.1685">
            <a:extLst>
              <a:ext uri="{FF2B5EF4-FFF2-40B4-BE49-F238E27FC236}">
                <a16:creationId id="{5BB4312A-EEAC-41C9-A7D3-3D4B9206E029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中心围格</a:t>
            </a:r>
          </a:p>
        </p:txBody>
      </p:sp>
      <p:grpSp>
        <p:nvGrpSpPr>
          <p:cNvPr id="82" name="中心围格"/>
          <p:cNvGrpSpPr/>
          <p:nvPr/>
        </p:nvGrpSpPr>
        <p:grpSpPr>
          <a:xfrm>
            <a:off x="4876800" y="2466975"/>
            <a:ext cx="2438400" cy="1066800"/>
            <a:chOff x="4876800" y="2466975"/>
            <a:chExt cx="2438400" cy="1066800"/>
          </a:xfrm>
        </p:grpSpPr>
        <p:sp>
          <p:nvSpPr>
            <p:cNvPr id="25" name="instance.C18.157.cell.center.1686">
              <a:extLst>
                <a:ext uri="{FF2B5EF4-FFF2-40B4-BE49-F238E27FC236}">
                  <a16:creationId id="{5AFA94DE-DE71-473A-B9BA-32A1D4CAC3EB}"/>
                </a:ext>
              </a:extLst>
            </p:cNvPr>
            <p:cNvSpPr>
              <a:spLocks noGrp="1"/>
            </p:cNvSpPr>
            <p:nvPr/>
          </p:nvSpPr>
          <p:spPr>
            <a:xfrm>
              <a:off x="5676900" y="2790825"/>
              <a:ext cx="838200" cy="4191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6" name="instance.C18.157.cell.top1.1687">
              <a:extLst>
                <a:ext uri="{FF2B5EF4-FFF2-40B4-BE49-F238E27FC236}">
                  <a16:creationId id="{BAA9634B-0495-46A3-A888-D92C6C6CD07B}"/>
                </a:ext>
              </a:extLst>
            </p:cNvPr>
            <p:cNvSpPr>
              <a:spLocks noGrp="1"/>
            </p:cNvSpPr>
            <p:nvPr/>
          </p:nvSpPr>
          <p:spPr>
            <a:xfrm>
              <a:off x="5314950" y="24669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7" name="instance.C18.157.cell.bottom1.1688">
              <a:extLst>
                <a:ext uri="{FF2B5EF4-FFF2-40B4-BE49-F238E27FC236}">
                  <a16:creationId id="{A4C7F1E9-C443-4719-8D7D-521379317A9D}"/>
                </a:ext>
              </a:extLst>
            </p:cNvPr>
            <p:cNvSpPr>
              <a:spLocks noGrp="1"/>
            </p:cNvSpPr>
            <p:nvPr/>
          </p:nvSpPr>
          <p:spPr>
            <a:xfrm>
              <a:off x="5314950" y="32670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8" name="instance.C18.157.cell.top2.1689">
              <a:extLst>
                <a:ext uri="{FF2B5EF4-FFF2-40B4-BE49-F238E27FC236}">
                  <a16:creationId id="{327BD8C1-9B45-4B60-9633-A6934AFF7AC9}"/>
                </a:ext>
              </a:extLst>
            </p:cNvPr>
            <p:cNvSpPr>
              <a:spLocks noGrp="1"/>
            </p:cNvSpPr>
            <p:nvPr/>
          </p:nvSpPr>
          <p:spPr>
            <a:xfrm>
              <a:off x="5886450" y="24669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29" name="instance.C18.157.cell.bottom2.1690">
              <a:extLst>
                <a:ext uri="{FF2B5EF4-FFF2-40B4-BE49-F238E27FC236}">
                  <a16:creationId id="{326B827C-7FE0-4787-A1BB-26BB483B2F00}"/>
                </a:ext>
              </a:extLst>
            </p:cNvPr>
            <p:cNvSpPr>
              <a:spLocks noGrp="1"/>
            </p:cNvSpPr>
            <p:nvPr/>
          </p:nvSpPr>
          <p:spPr>
            <a:xfrm>
              <a:off x="5886450" y="32670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0" name="instance.C18.157.cell.top3.1691">
              <a:extLst>
                <a:ext uri="{FF2B5EF4-FFF2-40B4-BE49-F238E27FC236}">
                  <a16:creationId id="{69C9F63D-E3F7-41B2-8E88-43E7D17AEBDA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24669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1" name="instance.C18.157.cell.bottom3.1692">
              <a:extLst>
                <a:ext uri="{FF2B5EF4-FFF2-40B4-BE49-F238E27FC236}">
                  <a16:creationId id="{AE97928F-DA7F-4A64-9F24-652607A0AF27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32670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2" name="instance.C18.157.cell.left.1693">
              <a:extLst>
                <a:ext uri="{FF2B5EF4-FFF2-40B4-BE49-F238E27FC236}">
                  <a16:creationId id="{6C3B8347-E959-4642-8BE4-577198DC61E7}"/>
                </a:ext>
              </a:extLst>
            </p:cNvPr>
            <p:cNvSpPr>
              <a:spLocks noGrp="1"/>
            </p:cNvSpPr>
            <p:nvPr/>
          </p:nvSpPr>
          <p:spPr>
            <a:xfrm>
              <a:off x="4876800" y="2838450"/>
              <a:ext cx="6096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3" name="instance.C18.157.cell.right.1694">
              <a:extLst>
                <a:ext uri="{FF2B5EF4-FFF2-40B4-BE49-F238E27FC236}">
                  <a16:creationId id="{72C9A41E-33A1-4EC6-A270-18E8E31F162C}"/>
                </a:ext>
              </a:extLst>
            </p:cNvPr>
            <p:cNvSpPr>
              <a:spLocks noGrp="1"/>
            </p:cNvSpPr>
            <p:nvPr/>
          </p:nvSpPr>
          <p:spPr>
            <a:xfrm>
              <a:off x="6705600" y="2838450"/>
              <a:ext cx="609600" cy="3238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34" name="gallery.cells-center-surround.note.1695">
            <a:extLst>
              <a:ext uri="{FF2B5EF4-FFF2-40B4-BE49-F238E27FC236}">
                <a16:creationId id="{D087174D-E382-4135-A7F7-5C857F58100A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中心大格由外围八格围合</a:t>
            </a:r>
          </a:p>
        </p:txBody>
      </p:sp>
      <p:sp>
        <p:nvSpPr>
          <p:cNvPr id="35" name="gallery.cells-nested-frame.frame.1696">
            <a:extLst>
              <a:ext uri="{FF2B5EF4-FFF2-40B4-BE49-F238E27FC236}">
                <a16:creationId id="{3A8DCF74-7309-463B-B3F6-0130C4BBDE16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6" name="gallery.cells-nested-frame.heading.1697">
            <a:extLst>
              <a:ext uri="{FF2B5EF4-FFF2-40B4-BE49-F238E27FC236}">
                <a16:creationId id="{C7149CCC-7FB0-46B2-8F9E-70B6505FDBF9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容器细格</a:t>
            </a:r>
          </a:p>
        </p:txBody>
      </p:sp>
      <p:grpSp>
        <p:nvGrpSpPr>
          <p:cNvPr id="83" name="容器细格"/>
          <p:cNvGrpSpPr/>
          <p:nvPr/>
        </p:nvGrpSpPr>
        <p:grpSpPr>
          <a:xfrm>
            <a:off x="8705850" y="2543175"/>
            <a:ext cx="2476500" cy="914400"/>
            <a:chOff x="8705850" y="2543175"/>
            <a:chExt cx="2476500" cy="914400"/>
          </a:xfrm>
        </p:grpSpPr>
        <p:sp>
          <p:nvSpPr>
            <p:cNvPr id="37" name="instance.C18.158.container.outer.1698">
              <a:extLst>
                <a:ext uri="{FF2B5EF4-FFF2-40B4-BE49-F238E27FC236}">
                  <a16:creationId id="{B5063C90-D342-46DB-81EF-D3EE07780500}"/>
                </a:ext>
              </a:extLst>
            </p:cNvPr>
            <p:cNvSpPr>
              <a:spLocks noGrp="1"/>
            </p:cNvSpPr>
            <p:nvPr/>
          </p:nvSpPr>
          <p:spPr>
            <a:xfrm>
              <a:off x="8705850" y="2543175"/>
              <a:ext cx="2476500" cy="9144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8" name="instance.C18.158.cell.inner1.1699">
              <a:extLst>
                <a:ext uri="{FF2B5EF4-FFF2-40B4-BE49-F238E27FC236}">
                  <a16:creationId id="{8BF613AF-702A-4613-BCB1-15AF893E4DAE}"/>
                </a:ext>
              </a:extLst>
            </p:cNvPr>
            <p:cNvSpPr>
              <a:spLocks noGrp="1"/>
            </p:cNvSpPr>
            <p:nvPr/>
          </p:nvSpPr>
          <p:spPr>
            <a:xfrm>
              <a:off x="8820150" y="2714625"/>
              <a:ext cx="30480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39" name="instance.C18.158.cell.inner2.1700">
              <a:extLst>
                <a:ext uri="{FF2B5EF4-FFF2-40B4-BE49-F238E27FC236}">
                  <a16:creationId id="{456DCFB8-9C37-44B1-B368-ECAAFDDDA3B1}"/>
                </a:ext>
              </a:extLst>
            </p:cNvPr>
            <p:cNvSpPr>
              <a:spLocks noGrp="1"/>
            </p:cNvSpPr>
            <p:nvPr/>
          </p:nvSpPr>
          <p:spPr>
            <a:xfrm>
              <a:off x="9201150" y="2714625"/>
              <a:ext cx="30480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0" name="instance.C18.158.cell.inner3.1701">
              <a:extLst>
                <a:ext uri="{FF2B5EF4-FFF2-40B4-BE49-F238E27FC236}">
                  <a16:creationId id="{FB25E324-460D-4051-A830-02E7129DCE4B}"/>
                </a:ext>
              </a:extLst>
            </p:cNvPr>
            <p:cNvSpPr>
              <a:spLocks noGrp="1"/>
            </p:cNvSpPr>
            <p:nvPr/>
          </p:nvSpPr>
          <p:spPr>
            <a:xfrm>
              <a:off x="9582150" y="2714625"/>
              <a:ext cx="30480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1" name="instance.C18.158.cell.inner4.1702">
              <a:extLst>
                <a:ext uri="{FF2B5EF4-FFF2-40B4-BE49-F238E27FC236}">
                  <a16:creationId id="{C618861F-CF3E-4978-BB24-958EC017A354}"/>
                </a:ext>
              </a:extLst>
            </p:cNvPr>
            <p:cNvSpPr>
              <a:spLocks noGrp="1"/>
            </p:cNvSpPr>
            <p:nvPr/>
          </p:nvSpPr>
          <p:spPr>
            <a:xfrm>
              <a:off x="9963150" y="2714625"/>
              <a:ext cx="30480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2" name="instance.C18.158.cell.inner5.1703">
              <a:extLst>
                <a:ext uri="{FF2B5EF4-FFF2-40B4-BE49-F238E27FC236}">
                  <a16:creationId id="{71E3DB1E-DA76-42A6-82DD-8C7742D07C7F}"/>
                </a:ext>
              </a:extLst>
            </p:cNvPr>
            <p:cNvSpPr>
              <a:spLocks noGrp="1"/>
            </p:cNvSpPr>
            <p:nvPr/>
          </p:nvSpPr>
          <p:spPr>
            <a:xfrm>
              <a:off x="10344150" y="2714625"/>
              <a:ext cx="30480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3" name="instance.C18.158.cell.inner6.1704">
              <a:extLst>
                <a:ext uri="{FF2B5EF4-FFF2-40B4-BE49-F238E27FC236}">
                  <a16:creationId id="{9F271F29-83FC-4B56-9CB3-FCBED9F4EB82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2714625"/>
              <a:ext cx="304800" cy="5715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44" name="gallery.cells-nested-frame.note.1705">
            <a:extLst>
              <a:ext uri="{FF2B5EF4-FFF2-40B4-BE49-F238E27FC236}">
                <a16:creationId id="{D4B65F4D-336B-479E-94CE-34488A13ACCB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外层容器收纳独立细格</a:t>
            </a:r>
          </a:p>
        </p:txBody>
      </p:sp>
      <p:sp>
        <p:nvSpPr>
          <p:cNvPr id="45" name="gallery.cells-cross.frame.1706">
            <a:extLst>
              <a:ext uri="{FF2B5EF4-FFF2-40B4-BE49-F238E27FC236}">
                <a16:creationId id="{DAD46DB3-1099-4DA0-B042-C7A3B5BE130A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6" name="gallery.cells-cross.heading.1707">
            <a:extLst>
              <a:ext uri="{FF2B5EF4-FFF2-40B4-BE49-F238E27FC236}">
                <a16:creationId id="{E1AA19CB-4E7C-4DF5-B3CD-90F472D2AB9F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十字格群</a:t>
            </a:r>
          </a:p>
        </p:txBody>
      </p:sp>
      <p:grpSp>
        <p:nvGrpSpPr>
          <p:cNvPr id="84" name="十字格群"/>
          <p:cNvGrpSpPr/>
          <p:nvPr/>
        </p:nvGrpSpPr>
        <p:grpSpPr>
          <a:xfrm>
            <a:off x="1314450" y="4981575"/>
            <a:ext cx="1866900" cy="990600"/>
            <a:chOff x="1314450" y="4981575"/>
            <a:chExt cx="1866900" cy="990600"/>
          </a:xfrm>
        </p:grpSpPr>
        <p:sp>
          <p:nvSpPr>
            <p:cNvPr id="47" name="instance.C18.159.cell.top.1708">
              <a:extLst>
                <a:ext uri="{FF2B5EF4-FFF2-40B4-BE49-F238E27FC236}">
                  <a16:creationId id="{5C1060AF-C601-4B9F-AD50-D9A0951A66DD}"/>
                </a:ext>
              </a:extLst>
            </p:cNvPr>
            <p:cNvSpPr>
              <a:spLocks noGrp="1"/>
            </p:cNvSpPr>
            <p:nvPr/>
          </p:nvSpPr>
          <p:spPr>
            <a:xfrm>
              <a:off x="2076450" y="4981575"/>
              <a:ext cx="342900" cy="3048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8" name="instance.C18.159.cell.arm1.1709">
              <a:extLst>
                <a:ext uri="{FF2B5EF4-FFF2-40B4-BE49-F238E27FC236}">
                  <a16:creationId id="{AA4CFEB7-4F21-4102-BB3A-A25BF62244B8}"/>
                </a:ext>
              </a:extLst>
            </p:cNvPr>
            <p:cNvSpPr>
              <a:spLocks noGrp="1"/>
            </p:cNvSpPr>
            <p:nvPr/>
          </p:nvSpPr>
          <p:spPr>
            <a:xfrm>
              <a:off x="1314450" y="5324475"/>
              <a:ext cx="342900" cy="3048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49" name="instance.C18.159.cell.arm2.1710">
              <a:extLst>
                <a:ext uri="{FF2B5EF4-FFF2-40B4-BE49-F238E27FC236}">
                  <a16:creationId id="{2E1C075F-84C8-45CF-8921-F56BE0897FD9}"/>
                </a:ext>
              </a:extLst>
            </p:cNvPr>
            <p:cNvSpPr>
              <a:spLocks noGrp="1"/>
            </p:cNvSpPr>
            <p:nvPr/>
          </p:nvSpPr>
          <p:spPr>
            <a:xfrm>
              <a:off x="1695450" y="5324475"/>
              <a:ext cx="342900" cy="3048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0" name="instance.C18.159.cell.arm3.1711">
              <a:extLst>
                <a:ext uri="{FF2B5EF4-FFF2-40B4-BE49-F238E27FC236}">
                  <a16:creationId id="{96A0C3CC-224D-4102-82AE-8EED2F453A18}"/>
                </a:ext>
              </a:extLst>
            </p:cNvPr>
            <p:cNvSpPr>
              <a:spLocks noGrp="1"/>
            </p:cNvSpPr>
            <p:nvPr/>
          </p:nvSpPr>
          <p:spPr>
            <a:xfrm>
              <a:off x="2076450" y="5324475"/>
              <a:ext cx="342900" cy="3048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1" name="instance.C18.159.cell.arm4.1712">
              <a:extLst>
                <a:ext uri="{FF2B5EF4-FFF2-40B4-BE49-F238E27FC236}">
                  <a16:creationId id="{6263476C-0120-48E5-BEA1-06FC4BE589F4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5324475"/>
              <a:ext cx="342900" cy="3048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2" name="instance.C18.159.cell.arm5.1713">
              <a:extLst>
                <a:ext uri="{FF2B5EF4-FFF2-40B4-BE49-F238E27FC236}">
                  <a16:creationId id="{359368A1-A1D6-4C04-9579-05B31E563A84}"/>
                </a:ext>
              </a:extLst>
            </p:cNvPr>
            <p:cNvSpPr>
              <a:spLocks noGrp="1"/>
            </p:cNvSpPr>
            <p:nvPr/>
          </p:nvSpPr>
          <p:spPr>
            <a:xfrm>
              <a:off x="2838450" y="5324475"/>
              <a:ext cx="342900" cy="3048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3" name="instance.C18.159.cell.bottom.1714">
              <a:extLst>
                <a:ext uri="{FF2B5EF4-FFF2-40B4-BE49-F238E27FC236}">
                  <a16:creationId id="{15BC017A-13EE-4B5E-BAD8-4256F9A2E208}"/>
                </a:ext>
              </a:extLst>
            </p:cNvPr>
            <p:cNvSpPr>
              <a:spLocks noGrp="1"/>
            </p:cNvSpPr>
            <p:nvPr/>
          </p:nvSpPr>
          <p:spPr>
            <a:xfrm>
              <a:off x="2076450" y="5667375"/>
              <a:ext cx="342900" cy="3048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54" name="gallery.cells-cross.note.1715">
            <a:extLst>
              <a:ext uri="{FF2B5EF4-FFF2-40B4-BE49-F238E27FC236}">
                <a16:creationId id="{E8BE65F8-20C4-49AA-802A-4E9C167443A5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横向格臂与纵向格列相交</a:t>
            </a:r>
          </a:p>
        </p:txBody>
      </p:sp>
      <p:sp>
        <p:nvSpPr>
          <p:cNvPr id="55" name="gallery.cells-triangular.frame.1716">
            <a:extLst>
              <a:ext uri="{FF2B5EF4-FFF2-40B4-BE49-F238E27FC236}">
                <a16:creationId id="{8D33E496-FAFB-4C60-9C76-DCA8AF21963A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6" name="gallery.cells-triangular.heading.1717">
            <a:extLst>
              <a:ext uri="{FF2B5EF4-FFF2-40B4-BE49-F238E27FC236}">
                <a16:creationId id="{DD64E55E-505D-4C4C-9E3C-FA2BF9FC1D5F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三角格堆</a:t>
            </a:r>
          </a:p>
        </p:txBody>
      </p:sp>
      <p:grpSp>
        <p:nvGrpSpPr>
          <p:cNvPr id="85" name="三角格堆"/>
          <p:cNvGrpSpPr/>
          <p:nvPr/>
        </p:nvGrpSpPr>
        <p:grpSpPr>
          <a:xfrm>
            <a:off x="5172075" y="4981575"/>
            <a:ext cx="1847850" cy="952500"/>
            <a:chOff x="5172075" y="4981575"/>
            <a:chExt cx="1847850" cy="952500"/>
          </a:xfrm>
        </p:grpSpPr>
        <p:sp>
          <p:nvSpPr>
            <p:cNvPr id="57" name="instance.C18.160.cell.r1c1.1718">
              <a:extLst>
                <a:ext uri="{FF2B5EF4-FFF2-40B4-BE49-F238E27FC236}">
                  <a16:creationId id="{231A90E2-CFAD-408B-99BF-96548099F70B}"/>
                </a:ext>
              </a:extLst>
            </p:cNvPr>
            <p:cNvSpPr>
              <a:spLocks noGrp="1"/>
            </p:cNvSpPr>
            <p:nvPr/>
          </p:nvSpPr>
          <p:spPr>
            <a:xfrm>
              <a:off x="5886450" y="498157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8" name="instance.C18.160.cell.r2c1.1719">
              <a:extLst>
                <a:ext uri="{FF2B5EF4-FFF2-40B4-BE49-F238E27FC236}">
                  <a16:creationId id="{7266C09D-2D1A-43DB-9969-9AD8602A1DED}"/>
                </a:ext>
              </a:extLst>
            </p:cNvPr>
            <p:cNvSpPr>
              <a:spLocks noGrp="1"/>
            </p:cNvSpPr>
            <p:nvPr/>
          </p:nvSpPr>
          <p:spPr>
            <a:xfrm>
              <a:off x="5648325" y="522922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59" name="instance.C18.160.cell.r2c2.1720">
              <a:extLst>
                <a:ext uri="{FF2B5EF4-FFF2-40B4-BE49-F238E27FC236}">
                  <a16:creationId id="{D87AA7B6-344B-43B3-B4C9-7A060E1A8278}"/>
                </a:ext>
              </a:extLst>
            </p:cNvPr>
            <p:cNvSpPr>
              <a:spLocks noGrp="1"/>
            </p:cNvSpPr>
            <p:nvPr/>
          </p:nvSpPr>
          <p:spPr>
            <a:xfrm>
              <a:off x="6124575" y="522922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0" name="instance.C18.160.cell.r3c1.1721">
              <a:extLst>
                <a:ext uri="{FF2B5EF4-FFF2-40B4-BE49-F238E27FC236}">
                  <a16:creationId id="{29B8D691-5969-48A5-B1CD-5C924903CDB3}"/>
                </a:ext>
              </a:extLst>
            </p:cNvPr>
            <p:cNvSpPr>
              <a:spLocks noGrp="1"/>
            </p:cNvSpPr>
            <p:nvPr/>
          </p:nvSpPr>
          <p:spPr>
            <a:xfrm>
              <a:off x="5410200" y="547687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1" name="instance.C18.160.cell.r3c2.1722">
              <a:extLst>
                <a:ext uri="{FF2B5EF4-FFF2-40B4-BE49-F238E27FC236}">
                  <a16:creationId id="{D8C3B16D-2A9E-47FE-B10D-3EEEBBD7A978}"/>
                </a:ext>
              </a:extLst>
            </p:cNvPr>
            <p:cNvSpPr>
              <a:spLocks noGrp="1"/>
            </p:cNvSpPr>
            <p:nvPr/>
          </p:nvSpPr>
          <p:spPr>
            <a:xfrm>
              <a:off x="5886450" y="547687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2" name="instance.C18.160.cell.r3c3.1723">
              <a:extLst>
                <a:ext uri="{FF2B5EF4-FFF2-40B4-BE49-F238E27FC236}">
                  <a16:creationId id="{2D0ADE09-FBE5-4137-885D-B9813668233F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547687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3" name="instance.C18.160.cell.r4c1.1724">
              <a:extLst>
                <a:ext uri="{FF2B5EF4-FFF2-40B4-BE49-F238E27FC236}">
                  <a16:creationId id="{CD26ABED-515B-4B4A-A78B-9FC4E7082A9E}"/>
                </a:ext>
              </a:extLst>
            </p:cNvPr>
            <p:cNvSpPr>
              <a:spLocks noGrp="1"/>
            </p:cNvSpPr>
            <p:nvPr/>
          </p:nvSpPr>
          <p:spPr>
            <a:xfrm>
              <a:off x="5172075" y="572452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4" name="instance.C18.160.cell.r4c2.1725">
              <a:extLst>
                <a:ext uri="{FF2B5EF4-FFF2-40B4-BE49-F238E27FC236}">
                  <a16:creationId id="{B29AC32F-C93D-452D-949C-502D871D8159}"/>
                </a:ext>
              </a:extLst>
            </p:cNvPr>
            <p:cNvSpPr>
              <a:spLocks noGrp="1"/>
            </p:cNvSpPr>
            <p:nvPr/>
          </p:nvSpPr>
          <p:spPr>
            <a:xfrm>
              <a:off x="5648325" y="572452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5" name="instance.C18.160.cell.r4c3.1726">
              <a:extLst>
                <a:ext uri="{FF2B5EF4-FFF2-40B4-BE49-F238E27FC236}">
                  <a16:creationId id="{94EF8CCB-9853-4022-859D-420CAE754D1F}"/>
                </a:ext>
              </a:extLst>
            </p:cNvPr>
            <p:cNvSpPr>
              <a:spLocks noGrp="1"/>
            </p:cNvSpPr>
            <p:nvPr/>
          </p:nvSpPr>
          <p:spPr>
            <a:xfrm>
              <a:off x="6124575" y="572452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66" name="instance.C18.160.cell.r4c4.1727">
              <a:extLst>
                <a:ext uri="{FF2B5EF4-FFF2-40B4-BE49-F238E27FC236}">
                  <a16:creationId id="{DD61B614-DD16-4225-9F87-01EC7FE8823F}"/>
                </a:ext>
              </a:extLst>
            </p:cNvPr>
            <p:cNvSpPr>
              <a:spLocks noGrp="1"/>
            </p:cNvSpPr>
            <p:nvPr/>
          </p:nvSpPr>
          <p:spPr>
            <a:xfrm>
              <a:off x="6600825" y="5724525"/>
              <a:ext cx="419100" cy="20955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67" name="gallery.cells-triangular.note.1728">
            <a:extLst>
              <a:ext uri="{FF2B5EF4-FFF2-40B4-BE49-F238E27FC236}">
                <a16:creationId id="{5BCDDFF8-AAB6-445E-81A8-E0C3156F7C5A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一至四格逐行递增堆放</a:t>
            </a:r>
          </a:p>
        </p:txBody>
      </p:sp>
      <p:sp>
        <p:nvSpPr>
          <p:cNvPr id="68" name="gallery.cells-bridge.frame.1729">
            <a:extLst>
              <a:ext uri="{FF2B5EF4-FFF2-40B4-BE49-F238E27FC236}">
                <a16:creationId id="{86CE9B5C-EF84-46A0-8D2D-2810B61A9E26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69" name="gallery.cells-bridge.heading.1730">
            <a:extLst>
              <a:ext uri="{FF2B5EF4-FFF2-40B4-BE49-F238E27FC236}">
                <a16:creationId id="{C4A29489-2AAC-4D1E-93CF-B6FFC89FCFC5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跨格桥接</a:t>
            </a:r>
          </a:p>
        </p:txBody>
      </p:sp>
      <p:grpSp>
        <p:nvGrpSpPr>
          <p:cNvPr id="86" name="跨格桥接"/>
          <p:cNvGrpSpPr/>
          <p:nvPr/>
        </p:nvGrpSpPr>
        <p:grpSpPr>
          <a:xfrm>
            <a:off x="8763000" y="4981575"/>
            <a:ext cx="2362200" cy="990600"/>
            <a:chOff x="8763000" y="4981575"/>
            <a:chExt cx="2362200" cy="990600"/>
          </a:xfrm>
        </p:grpSpPr>
        <p:sp>
          <p:nvSpPr>
            <p:cNvPr id="70" name="instance.C18.161.cell.left1.1731">
              <a:extLst>
                <a:ext uri="{FF2B5EF4-FFF2-40B4-BE49-F238E27FC236}">
                  <a16:creationId id="{FCA8E36A-38DB-47D2-813B-8F03C47543ED}"/>
                </a:ext>
              </a:extLst>
            </p:cNvPr>
            <p:cNvSpPr>
              <a:spLocks noGrp="1"/>
            </p:cNvSpPr>
            <p:nvPr/>
          </p:nvSpPr>
          <p:spPr>
            <a:xfrm>
              <a:off x="8763000" y="49815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71" name="instance.C18.161.cell.left2.1732">
              <a:extLst>
                <a:ext uri="{FF2B5EF4-FFF2-40B4-BE49-F238E27FC236}">
                  <a16:creationId id="{E5208BFA-3C22-441E-8489-46A2E94B7594}"/>
                </a:ext>
              </a:extLst>
            </p:cNvPr>
            <p:cNvSpPr>
              <a:spLocks noGrp="1"/>
            </p:cNvSpPr>
            <p:nvPr/>
          </p:nvSpPr>
          <p:spPr>
            <a:xfrm>
              <a:off x="8763000" y="534352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72" name="instance.C18.161.cell.left3.1733">
              <a:extLst>
                <a:ext uri="{FF2B5EF4-FFF2-40B4-BE49-F238E27FC236}">
                  <a16:creationId id="{89BACA67-00C1-4033-8A36-5C1D315E3C5C}"/>
                </a:ext>
              </a:extLst>
            </p:cNvPr>
            <p:cNvSpPr>
              <a:spLocks noGrp="1"/>
            </p:cNvSpPr>
            <p:nvPr/>
          </p:nvSpPr>
          <p:spPr>
            <a:xfrm>
              <a:off x="8763000" y="57054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73" name="instance.C18.161.cell.right1.1734">
              <a:extLst>
                <a:ext uri="{FF2B5EF4-FFF2-40B4-BE49-F238E27FC236}">
                  <a16:creationId id="{210163FC-4279-4682-874B-97849BE2A9D2}"/>
                </a:ext>
              </a:extLst>
            </p:cNvPr>
            <p:cNvSpPr>
              <a:spLocks noGrp="1"/>
            </p:cNvSpPr>
            <p:nvPr/>
          </p:nvSpPr>
          <p:spPr>
            <a:xfrm>
              <a:off x="10706100" y="49815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74" name="instance.C18.161.cell.right2.1735">
              <a:extLst>
                <a:ext uri="{FF2B5EF4-FFF2-40B4-BE49-F238E27FC236}">
                  <a16:creationId id="{6A956E18-A5B7-4D66-919C-DF91B4D5B950}"/>
                </a:ext>
              </a:extLst>
            </p:cNvPr>
            <p:cNvSpPr>
              <a:spLocks noGrp="1"/>
            </p:cNvSpPr>
            <p:nvPr/>
          </p:nvSpPr>
          <p:spPr>
            <a:xfrm>
              <a:off x="10706100" y="534352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75" name="instance.C18.161.cell.right3.1736">
              <a:extLst>
                <a:ext uri="{FF2B5EF4-FFF2-40B4-BE49-F238E27FC236}">
                  <a16:creationId id="{55741BC0-038F-413B-8C36-4E4CB2EEC13E}"/>
                </a:ext>
              </a:extLst>
            </p:cNvPr>
            <p:cNvSpPr>
              <a:spLocks noGrp="1"/>
            </p:cNvSpPr>
            <p:nvPr/>
          </p:nvSpPr>
          <p:spPr>
            <a:xfrm>
              <a:off x="10706100" y="5705475"/>
              <a:ext cx="419100" cy="2667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</p:sp>
        <p:sp>
          <p:nvSpPr>
            <p:cNvPr id="76" name="instance.C18.161.cell.bridge.1737">
              <a:extLst>
                <a:ext uri="{FF2B5EF4-FFF2-40B4-BE49-F238E27FC236}">
                  <a16:creationId id="{8D5D3D2E-9414-43CB-9295-AA44709E8C4E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343525"/>
              <a:ext cx="1524000" cy="2667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A6B4C0"/>
              </a:solidFill>
              <a:prstDash val="solid"/>
            </a:ln>
          </p:spPr>
        </p:sp>
      </p:grpSp>
      <p:sp>
        <p:nvSpPr>
          <p:cNvPr id="77" name="gallery.cells-bridge.note.1738">
            <a:extLst>
              <a:ext uri="{FF2B5EF4-FFF2-40B4-BE49-F238E27FC236}">
                <a16:creationId id="{B20FD863-BA58-4967-938E-EFF402438662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两侧格簇由中央长格衔接</a:t>
            </a:r>
          </a:p>
        </p:txBody>
      </p:sp>
      <p:sp>
        <p:nvSpPr>
          <p:cNvPr id="87" name="navigation.rule.2748">
            <a:extLst>
              <a:ext uri="{FF2B5EF4-FFF2-40B4-BE49-F238E27FC236}">
                <a16:creationId id="{2AE8DAD9-09FD-4DA5-B383-81E29D0A9D41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88" name="navigation.section.2749">
            <a:extLst>
              <a:ext uri="{FF2B5EF4-FFF2-40B4-BE49-F238E27FC236}">
                <a16:creationId id="{8D21F7E2-2DEC-4ECF-AD65-27DF7C016474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第7节　单元格与圆点阵列</a:t>
            </a:r>
          </a:p>
        </p:txBody>
      </p:sp>
      <p:sp>
        <p:nvSpPr>
          <p:cNvPr id="89" name="navigation.page.2750">
            <a:extLst>
              <a:ext uri="{FF2B5EF4-FFF2-40B4-BE49-F238E27FC236}">
                <a16:creationId id="{B38526CD-55D2-48D6-9574-0793401AD5D7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42 / 53</a:t>
            </a:r>
          </a:p>
        </p:txBody>
      </p:sp>
    </p:spTree>
    <p:extLst>
      <p:ext uri="{BB962C8B-B14F-4D97-AF65-F5344CB8AC3E}">
        <p14:creationId val="1218291044"/>
      </p:ext>
    </p:extLst>
  </p:cSld>
</p:sld>
</file>

<file path=ppt/slides/slide4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15" name="7.3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114" name="header.accent.1739">
              <a:extLst>
                <a:ext uri="{FF2B5EF4-FFF2-40B4-BE49-F238E27FC236}">
                  <a16:creationId id="{88CF42B0-F849-4493-BD97-DF69EAF921C8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740">
              <a:extLst>
                <a:ext uri="{FF2B5EF4-FFF2-40B4-BE49-F238E27FC236}">
                  <a16:creationId id="{D225CE54-5DE0-4BA8-9D5B-A05708FFC310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7.3</a:t>
              </a:r>
            </a:p>
          </p:txBody>
        </p:sp>
        <p:sp>
          <p:nvSpPr>
            <p:cNvPr id="3" name="header.gradient.1741">
              <a:extLst>
                <a:ext uri="{FF2B5EF4-FFF2-40B4-BE49-F238E27FC236}">
                  <a16:creationId id="{F0B23ABA-F4E8-4C22-94D3-C39CBBD90853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742">
              <a:extLst>
                <a:ext uri="{FF2B5EF4-FFF2-40B4-BE49-F238E27FC236}">
                  <a16:creationId id="{C49D9C79-FE9E-4B7E-9589-0581F9B72E4C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圆点排列方式</a:t>
              </a:r>
            </a:p>
          </p:txBody>
        </p:sp>
        <p:sp>
          <p:nvSpPr>
            <p:cNvPr id="5" name="header.library.1743">
              <a:extLst>
                <a:ext uri="{FF2B5EF4-FFF2-40B4-BE49-F238E27FC236}">
                  <a16:creationId id="{D7463F5F-091B-418D-95F4-EA6C46DB4572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11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744">
              <a:extLst>
                <a:ext uri="{FF2B5EF4-FFF2-40B4-BE49-F238E27FC236}">
                  <a16:creationId id="{58F687B3-D31A-4474-A357-D4CA3C00322B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745">
              <a:extLst>
                <a:ext uri="{FF2B5EF4-FFF2-40B4-BE49-F238E27FC236}">
                  <a16:creationId id="{15FA3A9F-AAC6-41D5-A565-4033EB1B5CFF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746">
              <a:extLst>
                <a:ext uri="{FF2B5EF4-FFF2-40B4-BE49-F238E27FC236}">
                  <a16:creationId id="{DBA74B56-868C-461D-9C93-E27B665BA9F1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747">
              <a:extLst>
                <a:ext uri="{FF2B5EF4-FFF2-40B4-BE49-F238E27FC236}">
                  <a16:creationId id="{FCB6417D-C51B-47AC-AC02-41534422EF97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交错、三角、环形、弧形与放射排列改变点位关系，圆点保持原生可编辑。</a:t>
              </a:r>
            </a:p>
          </p:txBody>
        </p:sp>
      </p:grpSp>
      <p:sp>
        <p:nvSpPr>
          <p:cNvPr id="10" name="gallery.dots-staggered.frame.1748">
            <a:extLst>
              <a:ext uri="{FF2B5EF4-FFF2-40B4-BE49-F238E27FC236}">
                <a16:creationId id="{D9DE5D2E-C873-4824-8C7A-905E2B1AEAD7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dots-staggered.heading.1749">
            <a:extLst>
              <a:ext uri="{FF2B5EF4-FFF2-40B4-BE49-F238E27FC236}">
                <a16:creationId id="{FF7357B4-F176-4699-A1F4-391CA0422C8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交错点阵</a:t>
            </a:r>
          </a:p>
        </p:txBody>
      </p:sp>
      <p:grpSp>
        <p:nvGrpSpPr>
          <p:cNvPr id="117" name="交错点阵"/>
          <p:cNvGrpSpPr/>
          <p:nvPr/>
        </p:nvGrpSpPr>
        <p:grpSpPr>
          <a:xfrm>
            <a:off x="1357313" y="2643188"/>
            <a:ext cx="1781175" cy="714375"/>
            <a:chOff x="1357313" y="2643188"/>
            <a:chExt cx="1781175" cy="714375"/>
          </a:xfrm>
        </p:grpSpPr>
        <p:sp>
          <p:nvSpPr>
            <p:cNvPr id="12" name="instance.C19.162.r0.c0.1750">
              <a:extLst>
                <a:ext uri="{FF2B5EF4-FFF2-40B4-BE49-F238E27FC236}">
                  <a16:creationId id="{9E85781C-1DFF-4290-8DB5-C9CD4AF199D3}"/>
                </a:ext>
              </a:extLst>
            </p:cNvPr>
            <p:cNvSpPr>
              <a:spLocks noGrp="1"/>
            </p:cNvSpPr>
            <p:nvPr/>
          </p:nvSpPr>
          <p:spPr>
            <a:xfrm>
              <a:off x="1357313" y="2643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" name="instance.C19.162.r0.c1.1751">
              <a:extLst>
                <a:ext uri="{FF2B5EF4-FFF2-40B4-BE49-F238E27FC236}">
                  <a16:creationId id="{B9E35C09-70C7-4DFF-855C-722E63A57607}"/>
                </a:ext>
              </a:extLst>
            </p:cNvPr>
            <p:cNvSpPr>
              <a:spLocks noGrp="1"/>
            </p:cNvSpPr>
            <p:nvPr/>
          </p:nvSpPr>
          <p:spPr>
            <a:xfrm>
              <a:off x="1662113" y="2643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" name="instance.C19.162.r0.c2.1752">
              <a:extLst>
                <a:ext uri="{FF2B5EF4-FFF2-40B4-BE49-F238E27FC236}">
                  <a16:creationId id="{8955BF81-3F15-446D-8446-FD8C60EAFDEE}"/>
                </a:ext>
              </a:extLst>
            </p:cNvPr>
            <p:cNvSpPr>
              <a:spLocks noGrp="1"/>
            </p:cNvSpPr>
            <p:nvPr/>
          </p:nvSpPr>
          <p:spPr>
            <a:xfrm>
              <a:off x="1966913" y="2643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" name="instance.C19.162.r0.c3.1753">
              <a:extLst>
                <a:ext uri="{FF2B5EF4-FFF2-40B4-BE49-F238E27FC236}">
                  <a16:creationId id="{7599F7D5-EDDB-47C7-93E9-171EC4779F53}"/>
                </a:ext>
              </a:extLst>
            </p:cNvPr>
            <p:cNvSpPr>
              <a:spLocks noGrp="1"/>
            </p:cNvSpPr>
            <p:nvPr/>
          </p:nvSpPr>
          <p:spPr>
            <a:xfrm>
              <a:off x="2271713" y="2643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" name="instance.C19.162.r0.c4.1754">
              <a:extLst>
                <a:ext uri="{FF2B5EF4-FFF2-40B4-BE49-F238E27FC236}">
                  <a16:creationId id="{784C6476-A2EE-47AB-9250-902BF8124D9A}"/>
                </a:ext>
              </a:extLst>
            </p:cNvPr>
            <p:cNvSpPr>
              <a:spLocks noGrp="1"/>
            </p:cNvSpPr>
            <p:nvPr/>
          </p:nvSpPr>
          <p:spPr>
            <a:xfrm>
              <a:off x="2576513" y="2643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" name="instance.C19.162.r0.c5.1755">
              <a:extLst>
                <a:ext uri="{FF2B5EF4-FFF2-40B4-BE49-F238E27FC236}">
                  <a16:creationId id="{238D1126-9F44-4247-AD95-5DA58EC97E0C}"/>
                </a:ext>
              </a:extLst>
            </p:cNvPr>
            <p:cNvSpPr>
              <a:spLocks noGrp="1"/>
            </p:cNvSpPr>
            <p:nvPr/>
          </p:nvSpPr>
          <p:spPr>
            <a:xfrm>
              <a:off x="2881313" y="2643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" name="instance.C19.162.r1.c0.1756">
              <a:extLst>
                <a:ext uri="{FF2B5EF4-FFF2-40B4-BE49-F238E27FC236}">
                  <a16:creationId id="{C37C9B7F-4F8F-4BBC-B56A-6414971B5880}"/>
                </a:ext>
              </a:extLst>
            </p:cNvPr>
            <p:cNvSpPr>
              <a:spLocks noGrp="1"/>
            </p:cNvSpPr>
            <p:nvPr/>
          </p:nvSpPr>
          <p:spPr>
            <a:xfrm>
              <a:off x="15097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9" name="instance.C19.162.r1.c1.1757">
              <a:extLst>
                <a:ext uri="{FF2B5EF4-FFF2-40B4-BE49-F238E27FC236}">
                  <a16:creationId id="{42186FF7-5E9B-4E3C-869E-37A549815A76}"/>
                </a:ext>
              </a:extLst>
            </p:cNvPr>
            <p:cNvSpPr>
              <a:spLocks noGrp="1"/>
            </p:cNvSpPr>
            <p:nvPr/>
          </p:nvSpPr>
          <p:spPr>
            <a:xfrm>
              <a:off x="18145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0" name="instance.C19.162.r1.c2.1758">
              <a:extLst>
                <a:ext uri="{FF2B5EF4-FFF2-40B4-BE49-F238E27FC236}">
                  <a16:creationId id="{5492B773-7080-44AC-B3BE-67A0E6D07156}"/>
                </a:ext>
              </a:extLst>
            </p:cNvPr>
            <p:cNvSpPr>
              <a:spLocks noGrp="1"/>
            </p:cNvSpPr>
            <p:nvPr/>
          </p:nvSpPr>
          <p:spPr>
            <a:xfrm>
              <a:off x="21193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" name="instance.C19.162.r1.c3.1759">
              <a:extLst>
                <a:ext uri="{FF2B5EF4-FFF2-40B4-BE49-F238E27FC236}">
                  <a16:creationId id="{87C036C6-6B37-4CBB-A882-2D3A64A03E8E}"/>
                </a:ext>
              </a:extLst>
            </p:cNvPr>
            <p:cNvSpPr>
              <a:spLocks noGrp="1"/>
            </p:cNvSpPr>
            <p:nvPr/>
          </p:nvSpPr>
          <p:spPr>
            <a:xfrm>
              <a:off x="24241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2" name="instance.C19.162.r1.c4.1760">
              <a:extLst>
                <a:ext uri="{FF2B5EF4-FFF2-40B4-BE49-F238E27FC236}">
                  <a16:creationId id="{F1B92D4F-F2DE-488C-BA7A-82DBC2F92EED}"/>
                </a:ext>
              </a:extLst>
            </p:cNvPr>
            <p:cNvSpPr>
              <a:spLocks noGrp="1"/>
            </p:cNvSpPr>
            <p:nvPr/>
          </p:nvSpPr>
          <p:spPr>
            <a:xfrm>
              <a:off x="27289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3" name="instance.C19.162.r1.c5.1761">
              <a:extLst>
                <a:ext uri="{FF2B5EF4-FFF2-40B4-BE49-F238E27FC236}">
                  <a16:creationId id="{0B2AFB65-3F32-431E-882D-63AF31C925EB}"/>
                </a:ext>
              </a:extLst>
            </p:cNvPr>
            <p:cNvSpPr>
              <a:spLocks noGrp="1"/>
            </p:cNvSpPr>
            <p:nvPr/>
          </p:nvSpPr>
          <p:spPr>
            <a:xfrm>
              <a:off x="30337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4" name="instance.C19.162.r2.c0.1762">
              <a:extLst>
                <a:ext uri="{FF2B5EF4-FFF2-40B4-BE49-F238E27FC236}">
                  <a16:creationId id="{F68B907D-0BB3-40A5-83F9-EECA0161150D}"/>
                </a:ext>
              </a:extLst>
            </p:cNvPr>
            <p:cNvSpPr>
              <a:spLocks noGrp="1"/>
            </p:cNvSpPr>
            <p:nvPr/>
          </p:nvSpPr>
          <p:spPr>
            <a:xfrm>
              <a:off x="1357313" y="3252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5" name="instance.C19.162.r2.c1.1763">
              <a:extLst>
                <a:ext uri="{FF2B5EF4-FFF2-40B4-BE49-F238E27FC236}">
                  <a16:creationId id="{52F0A87C-0933-45C5-9D16-B2842536B14E}"/>
                </a:ext>
              </a:extLst>
            </p:cNvPr>
            <p:cNvSpPr>
              <a:spLocks noGrp="1"/>
            </p:cNvSpPr>
            <p:nvPr/>
          </p:nvSpPr>
          <p:spPr>
            <a:xfrm>
              <a:off x="1662113" y="3252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6" name="instance.C19.162.r2.c2.1764">
              <a:extLst>
                <a:ext uri="{FF2B5EF4-FFF2-40B4-BE49-F238E27FC236}">
                  <a16:creationId id="{D2A7B98B-A7C6-45F5-B844-FB92AFD5EA33}"/>
                </a:ext>
              </a:extLst>
            </p:cNvPr>
            <p:cNvSpPr>
              <a:spLocks noGrp="1"/>
            </p:cNvSpPr>
            <p:nvPr/>
          </p:nvSpPr>
          <p:spPr>
            <a:xfrm>
              <a:off x="1966913" y="3252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7" name="instance.C19.162.r2.c3.1765">
              <a:extLst>
                <a:ext uri="{FF2B5EF4-FFF2-40B4-BE49-F238E27FC236}">
                  <a16:creationId id="{9C8CEA11-27CA-4AFB-9E83-CF2DD7B4D894}"/>
                </a:ext>
              </a:extLst>
            </p:cNvPr>
            <p:cNvSpPr>
              <a:spLocks noGrp="1"/>
            </p:cNvSpPr>
            <p:nvPr/>
          </p:nvSpPr>
          <p:spPr>
            <a:xfrm>
              <a:off x="2271713" y="3252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8" name="instance.C19.162.r2.c4.1766">
              <a:extLst>
                <a:ext uri="{FF2B5EF4-FFF2-40B4-BE49-F238E27FC236}">
                  <a16:creationId id="{2087767B-5B8E-41F4-A38D-CC26C5AAC361}"/>
                </a:ext>
              </a:extLst>
            </p:cNvPr>
            <p:cNvSpPr>
              <a:spLocks noGrp="1"/>
            </p:cNvSpPr>
            <p:nvPr/>
          </p:nvSpPr>
          <p:spPr>
            <a:xfrm>
              <a:off x="2576513" y="3252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9" name="instance.C19.162.r2.c5.1767">
              <a:extLst>
                <a:ext uri="{FF2B5EF4-FFF2-40B4-BE49-F238E27FC236}">
                  <a16:creationId id="{7278BE54-B9E8-4A52-B410-A1995760792F}"/>
                </a:ext>
              </a:extLst>
            </p:cNvPr>
            <p:cNvSpPr>
              <a:spLocks noGrp="1"/>
            </p:cNvSpPr>
            <p:nvPr/>
          </p:nvSpPr>
          <p:spPr>
            <a:xfrm>
              <a:off x="2881313" y="3252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30" name="gallery.dots-staggered.note.1768">
            <a:extLst>
              <a:ext uri="{FF2B5EF4-FFF2-40B4-BE49-F238E27FC236}">
                <a16:creationId id="{0EF9C9C8-E6AA-4BFF-BD15-B7DCF7F5756B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相邻点行沿横向交错半格</a:t>
            </a:r>
          </a:p>
        </p:txBody>
      </p:sp>
      <p:sp>
        <p:nvSpPr>
          <p:cNvPr id="31" name="gallery.dots-triangle.frame.1769">
            <a:extLst>
              <a:ext uri="{FF2B5EF4-FFF2-40B4-BE49-F238E27FC236}">
                <a16:creationId id="{FB8E7B89-947B-4BC3-9993-F2D2AAC5B113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2" name="gallery.dots-triangle.heading.1770">
            <a:extLst>
              <a:ext uri="{FF2B5EF4-FFF2-40B4-BE49-F238E27FC236}">
                <a16:creationId id="{A35A7AD4-A556-4C70-B7FF-96E028DD2D44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三角点阵</a:t>
            </a:r>
          </a:p>
        </p:txBody>
      </p:sp>
      <p:grpSp>
        <p:nvGrpSpPr>
          <p:cNvPr id="118" name="三角点阵"/>
          <p:cNvGrpSpPr/>
          <p:nvPr/>
        </p:nvGrpSpPr>
        <p:grpSpPr>
          <a:xfrm>
            <a:off x="5586413" y="2566988"/>
            <a:ext cx="1019175" cy="866775"/>
            <a:chOff x="5586413" y="2566988"/>
            <a:chExt cx="1019175" cy="866775"/>
          </a:xfrm>
        </p:grpSpPr>
        <p:sp>
          <p:nvSpPr>
            <p:cNvPr id="33" name="instance.C19.163.r0.c0.1771">
              <a:extLst>
                <a:ext uri="{FF2B5EF4-FFF2-40B4-BE49-F238E27FC236}">
                  <a16:creationId id="{B0B5AFA5-B193-4F8F-94A6-2C04DB3F412D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2566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4" name="instance.C19.163.r1.c0.1772">
              <a:extLst>
                <a:ext uri="{FF2B5EF4-FFF2-40B4-BE49-F238E27FC236}">
                  <a16:creationId id="{11BF69F8-E8AA-4F17-888E-E03DD5ADCC44}"/>
                </a:ext>
              </a:extLst>
            </p:cNvPr>
            <p:cNvSpPr>
              <a:spLocks noGrp="1"/>
            </p:cNvSpPr>
            <p:nvPr/>
          </p:nvSpPr>
          <p:spPr>
            <a:xfrm>
              <a:off x="5929313" y="2757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5" name="instance.C19.163.r1.c1.1773">
              <a:extLst>
                <a:ext uri="{FF2B5EF4-FFF2-40B4-BE49-F238E27FC236}">
                  <a16:creationId id="{2DAAE174-AABD-4CCF-90C9-0CC5F6946417}"/>
                </a:ext>
              </a:extLst>
            </p:cNvPr>
            <p:cNvSpPr>
              <a:spLocks noGrp="1"/>
            </p:cNvSpPr>
            <p:nvPr/>
          </p:nvSpPr>
          <p:spPr>
            <a:xfrm>
              <a:off x="6157913" y="2757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6" name="instance.C19.163.r2.c0.1774">
              <a:extLst>
                <a:ext uri="{FF2B5EF4-FFF2-40B4-BE49-F238E27FC236}">
                  <a16:creationId id="{7D473C54-BC38-4C72-A475-7B906A628B24}"/>
                </a:ext>
              </a:extLst>
            </p:cNvPr>
            <p:cNvSpPr>
              <a:spLocks noGrp="1"/>
            </p:cNvSpPr>
            <p:nvPr/>
          </p:nvSpPr>
          <p:spPr>
            <a:xfrm>
              <a:off x="58150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7" name="instance.C19.163.r2.c1.1775">
              <a:extLst>
                <a:ext uri="{FF2B5EF4-FFF2-40B4-BE49-F238E27FC236}">
                  <a16:creationId id="{E9728EB4-05CB-40EB-9983-1D9849DD2672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8" name="instance.C19.163.r2.c2.1776">
              <a:extLst>
                <a:ext uri="{FF2B5EF4-FFF2-40B4-BE49-F238E27FC236}">
                  <a16:creationId id="{81E52207-2243-4E7F-AB35-8FA6ED1AA839}"/>
                </a:ext>
              </a:extLst>
            </p:cNvPr>
            <p:cNvSpPr>
              <a:spLocks noGrp="1"/>
            </p:cNvSpPr>
            <p:nvPr/>
          </p:nvSpPr>
          <p:spPr>
            <a:xfrm>
              <a:off x="62722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9" name="instance.C19.163.r3.c0.1777">
              <a:extLst>
                <a:ext uri="{FF2B5EF4-FFF2-40B4-BE49-F238E27FC236}">
                  <a16:creationId id="{E23AB185-690D-4F67-8E51-1CBAF8DC3755}"/>
                </a:ext>
              </a:extLst>
            </p:cNvPr>
            <p:cNvSpPr>
              <a:spLocks noGrp="1"/>
            </p:cNvSpPr>
            <p:nvPr/>
          </p:nvSpPr>
          <p:spPr>
            <a:xfrm>
              <a:off x="5700713" y="3138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0" name="instance.C19.163.r3.c1.1778">
              <a:extLst>
                <a:ext uri="{FF2B5EF4-FFF2-40B4-BE49-F238E27FC236}">
                  <a16:creationId id="{F71B7772-6E6D-4A68-9EA4-D2959FFB0E1B}"/>
                </a:ext>
              </a:extLst>
            </p:cNvPr>
            <p:cNvSpPr>
              <a:spLocks noGrp="1"/>
            </p:cNvSpPr>
            <p:nvPr/>
          </p:nvSpPr>
          <p:spPr>
            <a:xfrm>
              <a:off x="5929313" y="3138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1" name="instance.C19.163.r3.c2.1779">
              <a:extLst>
                <a:ext uri="{FF2B5EF4-FFF2-40B4-BE49-F238E27FC236}">
                  <a16:creationId id="{2B211392-D45C-4874-AA9C-055715FD0955}"/>
                </a:ext>
              </a:extLst>
            </p:cNvPr>
            <p:cNvSpPr>
              <a:spLocks noGrp="1"/>
            </p:cNvSpPr>
            <p:nvPr/>
          </p:nvSpPr>
          <p:spPr>
            <a:xfrm>
              <a:off x="6157913" y="3138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2" name="instance.C19.163.r3.c3.1780">
              <a:extLst>
                <a:ext uri="{FF2B5EF4-FFF2-40B4-BE49-F238E27FC236}">
                  <a16:creationId id="{93FB7505-83F4-4B06-BED3-16C34098385D}"/>
                </a:ext>
              </a:extLst>
            </p:cNvPr>
            <p:cNvSpPr>
              <a:spLocks noGrp="1"/>
            </p:cNvSpPr>
            <p:nvPr/>
          </p:nvSpPr>
          <p:spPr>
            <a:xfrm>
              <a:off x="6386513" y="3138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3" name="instance.C19.163.r4.c0.1781">
              <a:extLst>
                <a:ext uri="{FF2B5EF4-FFF2-40B4-BE49-F238E27FC236}">
                  <a16:creationId id="{CBC8BBFB-ECE6-4AFB-B0B1-C106EC2AFF51}"/>
                </a:ext>
              </a:extLst>
            </p:cNvPr>
            <p:cNvSpPr>
              <a:spLocks noGrp="1"/>
            </p:cNvSpPr>
            <p:nvPr/>
          </p:nvSpPr>
          <p:spPr>
            <a:xfrm>
              <a:off x="5586413" y="3328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4" name="instance.C19.163.r4.c1.1782">
              <a:extLst>
                <a:ext uri="{FF2B5EF4-FFF2-40B4-BE49-F238E27FC236}">
                  <a16:creationId id="{AF4EFFD1-24FB-4BD2-9629-92EED11BBA9F}"/>
                </a:ext>
              </a:extLst>
            </p:cNvPr>
            <p:cNvSpPr>
              <a:spLocks noGrp="1"/>
            </p:cNvSpPr>
            <p:nvPr/>
          </p:nvSpPr>
          <p:spPr>
            <a:xfrm>
              <a:off x="5815013" y="3328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5" name="instance.C19.163.r4.c2.1783">
              <a:extLst>
                <a:ext uri="{FF2B5EF4-FFF2-40B4-BE49-F238E27FC236}">
                  <a16:creationId id="{609239F1-B8F3-47F2-A41F-FC7D5DFF3744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3328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6" name="instance.C19.163.r4.c3.1784">
              <a:extLst>
                <a:ext uri="{FF2B5EF4-FFF2-40B4-BE49-F238E27FC236}">
                  <a16:creationId id="{BD057A27-F2C6-4EFE-B1B2-8E724C4CD32B}"/>
                </a:ext>
              </a:extLst>
            </p:cNvPr>
            <p:cNvSpPr>
              <a:spLocks noGrp="1"/>
            </p:cNvSpPr>
            <p:nvPr/>
          </p:nvSpPr>
          <p:spPr>
            <a:xfrm>
              <a:off x="6272213" y="3328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7" name="instance.C19.163.r4.c4.1785">
              <a:extLst>
                <a:ext uri="{FF2B5EF4-FFF2-40B4-BE49-F238E27FC236}">
                  <a16:creationId id="{72F3A6DE-67C0-49FF-B356-D47BAF707151}"/>
                </a:ext>
              </a:extLst>
            </p:cNvPr>
            <p:cNvSpPr>
              <a:spLocks noGrp="1"/>
            </p:cNvSpPr>
            <p:nvPr/>
          </p:nvSpPr>
          <p:spPr>
            <a:xfrm>
              <a:off x="6500813" y="3328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48" name="gallery.dots-triangle.note.1786">
            <a:extLst>
              <a:ext uri="{FF2B5EF4-FFF2-40B4-BE49-F238E27FC236}">
                <a16:creationId id="{9D2FC05E-8F8B-4E47-9BA7-23656299529C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点数逐行递增形成三角</a:t>
            </a:r>
          </a:p>
        </p:txBody>
      </p:sp>
      <p:sp>
        <p:nvSpPr>
          <p:cNvPr id="49" name="gallery.dots-ring.frame.1787">
            <a:extLst>
              <a:ext uri="{FF2B5EF4-FFF2-40B4-BE49-F238E27FC236}">
                <a16:creationId id="{6A7E25E2-FC16-49D2-84C1-9F6E9C33EFD8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0" name="gallery.dots-ring.heading.1788">
            <a:extLst>
              <a:ext uri="{FF2B5EF4-FFF2-40B4-BE49-F238E27FC236}">
                <a16:creationId id="{C3A16020-A3E6-449D-917F-13FDE9ABDF9E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环形一圈</a:t>
            </a:r>
          </a:p>
        </p:txBody>
      </p:sp>
      <p:grpSp>
        <p:nvGrpSpPr>
          <p:cNvPr id="119" name="环形一圈"/>
          <p:cNvGrpSpPr/>
          <p:nvPr/>
        </p:nvGrpSpPr>
        <p:grpSpPr>
          <a:xfrm>
            <a:off x="9482138" y="2538413"/>
            <a:ext cx="923925" cy="923925"/>
            <a:chOff x="9482138" y="2538413"/>
            <a:chExt cx="923925" cy="923925"/>
          </a:xfrm>
        </p:grpSpPr>
        <p:sp>
          <p:nvSpPr>
            <p:cNvPr id="51" name="instance.C19.164.ring.p0.1789">
              <a:extLst>
                <a:ext uri="{FF2B5EF4-FFF2-40B4-BE49-F238E27FC236}">
                  <a16:creationId id="{1878135A-939F-4331-94EF-C7B28D2030CA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25384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2" name="instance.C19.164.ring.p1.1790">
              <a:extLst>
                <a:ext uri="{FF2B5EF4-FFF2-40B4-BE49-F238E27FC236}">
                  <a16:creationId id="{DB734EB0-F16B-40D4-89EE-F371C7A54F39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259328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3" name="instance.C19.164.ring.p2.1791">
              <a:extLst>
                <a:ext uri="{FF2B5EF4-FFF2-40B4-BE49-F238E27FC236}">
                  <a16:creationId id="{67E25C51-7EA7-4AAA-94F1-D30C36FAA60B}"/>
                </a:ext>
              </a:extLst>
            </p:cNvPr>
            <p:cNvSpPr>
              <a:spLocks noGrp="1"/>
            </p:cNvSpPr>
            <p:nvPr/>
          </p:nvSpPr>
          <p:spPr>
            <a:xfrm>
              <a:off x="10246415" y="274320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4" name="instance.C19.164.ring.p3.1792">
              <a:extLst>
                <a:ext uri="{FF2B5EF4-FFF2-40B4-BE49-F238E27FC236}">
                  <a16:creationId id="{528DC0A9-9664-4230-A962-44B8E9449063}"/>
                </a:ext>
              </a:extLst>
            </p:cNvPr>
            <p:cNvSpPr>
              <a:spLocks noGrp="1"/>
            </p:cNvSpPr>
            <p:nvPr/>
          </p:nvSpPr>
          <p:spPr>
            <a:xfrm>
              <a:off x="10301288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5" name="instance.C19.164.ring.p4.1793">
              <a:extLst>
                <a:ext uri="{FF2B5EF4-FFF2-40B4-BE49-F238E27FC236}">
                  <a16:creationId id="{C97483BF-19F3-4886-99A6-0A86B02218E4}"/>
                </a:ext>
              </a:extLst>
            </p:cNvPr>
            <p:cNvSpPr>
              <a:spLocks noGrp="1"/>
            </p:cNvSpPr>
            <p:nvPr/>
          </p:nvSpPr>
          <p:spPr>
            <a:xfrm>
              <a:off x="10246415" y="315277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6" name="instance.C19.164.ring.p5.1794">
              <a:extLst>
                <a:ext uri="{FF2B5EF4-FFF2-40B4-BE49-F238E27FC236}">
                  <a16:creationId id="{5773CCED-4FFF-406F-BF97-E5BE32EA3818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330269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7" name="instance.C19.164.ring.p6.1795">
              <a:extLst>
                <a:ext uri="{FF2B5EF4-FFF2-40B4-BE49-F238E27FC236}">
                  <a16:creationId id="{07B2379F-4FB5-4A32-9AE4-76A2D3C9F68F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33575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8" name="instance.C19.164.ring.p7.1796">
              <a:extLst>
                <a:ext uri="{FF2B5EF4-FFF2-40B4-BE49-F238E27FC236}">
                  <a16:creationId id="{02395444-55C5-42ED-8875-7AD47246A143}"/>
                </a:ext>
              </a:extLst>
            </p:cNvPr>
            <p:cNvSpPr>
              <a:spLocks noGrp="1"/>
            </p:cNvSpPr>
            <p:nvPr/>
          </p:nvSpPr>
          <p:spPr>
            <a:xfrm>
              <a:off x="9686925" y="330269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9" name="instance.C19.164.ring.p8.1797">
              <a:extLst>
                <a:ext uri="{FF2B5EF4-FFF2-40B4-BE49-F238E27FC236}">
                  <a16:creationId id="{EB8C3DEF-9A9E-43A1-90EF-AE0B28DC45A1}"/>
                </a:ext>
              </a:extLst>
            </p:cNvPr>
            <p:cNvSpPr>
              <a:spLocks noGrp="1"/>
            </p:cNvSpPr>
            <p:nvPr/>
          </p:nvSpPr>
          <p:spPr>
            <a:xfrm>
              <a:off x="9537010" y="315277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0" name="instance.C19.164.ring.p9.1798">
              <a:extLst>
                <a:ext uri="{FF2B5EF4-FFF2-40B4-BE49-F238E27FC236}">
                  <a16:creationId id="{D0B67ED0-FE40-4B92-8D5F-A18D9D831709}"/>
                </a:ext>
              </a:extLst>
            </p:cNvPr>
            <p:cNvSpPr>
              <a:spLocks noGrp="1"/>
            </p:cNvSpPr>
            <p:nvPr/>
          </p:nvSpPr>
          <p:spPr>
            <a:xfrm>
              <a:off x="9482138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1" name="instance.C19.164.ring.p10.1799">
              <a:extLst>
                <a:ext uri="{FF2B5EF4-FFF2-40B4-BE49-F238E27FC236}">
                  <a16:creationId id="{BAA76A7F-2870-4557-B418-F43BAC9576CA}"/>
                </a:ext>
              </a:extLst>
            </p:cNvPr>
            <p:cNvSpPr>
              <a:spLocks noGrp="1"/>
            </p:cNvSpPr>
            <p:nvPr/>
          </p:nvSpPr>
          <p:spPr>
            <a:xfrm>
              <a:off x="9537010" y="274320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2" name="instance.C19.164.ring.p11.1800">
              <a:extLst>
                <a:ext uri="{FF2B5EF4-FFF2-40B4-BE49-F238E27FC236}">
                  <a16:creationId id="{1BBC302D-4CCC-48EB-B2B2-B1129E1C81BE}"/>
                </a:ext>
              </a:extLst>
            </p:cNvPr>
            <p:cNvSpPr>
              <a:spLocks noGrp="1"/>
            </p:cNvSpPr>
            <p:nvPr/>
          </p:nvSpPr>
          <p:spPr>
            <a:xfrm>
              <a:off x="9686925" y="259328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63" name="gallery.dots-ring.note.1801">
            <a:extLst>
              <a:ext uri="{FF2B5EF4-FFF2-40B4-BE49-F238E27FC236}">
                <a16:creationId id="{6C832730-FBD4-4DBB-B4CA-659C1BD5DD11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等距圆点围成单一圆环</a:t>
            </a:r>
          </a:p>
        </p:txBody>
      </p:sp>
      <p:sp>
        <p:nvSpPr>
          <p:cNvPr id="64" name="gallery.dots-arc.frame.1802">
            <a:extLst>
              <a:ext uri="{FF2B5EF4-FFF2-40B4-BE49-F238E27FC236}">
                <a16:creationId id="{396A8253-5234-4711-B3B9-DA396E02E47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65" name="gallery.dots-arc.heading.1803">
            <a:extLst>
              <a:ext uri="{FF2B5EF4-FFF2-40B4-BE49-F238E27FC236}">
                <a16:creationId id="{C591B23C-1C4C-48E6-928A-23E7DFB53CE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拱弧点列</a:t>
            </a:r>
          </a:p>
        </p:txBody>
      </p:sp>
      <p:grpSp>
        <p:nvGrpSpPr>
          <p:cNvPr id="120" name="拱弧点列"/>
          <p:cNvGrpSpPr/>
          <p:nvPr/>
        </p:nvGrpSpPr>
        <p:grpSpPr>
          <a:xfrm>
            <a:off x="1389961" y="5062538"/>
            <a:ext cx="1715878" cy="668828"/>
            <a:chOff x="1389961" y="5062538"/>
            <a:chExt cx="1715878" cy="668828"/>
          </a:xfrm>
        </p:grpSpPr>
        <p:sp>
          <p:nvSpPr>
            <p:cNvPr id="66" name="instance.C19.165.arc.p0.1804">
              <a:extLst>
                <a:ext uri="{FF2B5EF4-FFF2-40B4-BE49-F238E27FC236}">
                  <a16:creationId id="{D8681889-0163-4C9A-BD8C-FD2A05A26844}"/>
                </a:ext>
              </a:extLst>
            </p:cNvPr>
            <p:cNvSpPr>
              <a:spLocks noGrp="1"/>
            </p:cNvSpPr>
            <p:nvPr/>
          </p:nvSpPr>
          <p:spPr>
            <a:xfrm>
              <a:off x="1389961" y="5626591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7" name="instance.C19.165.arc.p1.1805">
              <a:extLst>
                <a:ext uri="{FF2B5EF4-FFF2-40B4-BE49-F238E27FC236}">
                  <a16:creationId id="{34A43E8F-8B49-41F6-B4EF-074811841C9D}"/>
                </a:ext>
              </a:extLst>
            </p:cNvPr>
            <p:cNvSpPr>
              <a:spLocks noGrp="1"/>
            </p:cNvSpPr>
            <p:nvPr/>
          </p:nvSpPr>
          <p:spPr>
            <a:xfrm>
              <a:off x="1515410" y="539792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8" name="instance.C19.165.arc.p2.1806">
              <a:extLst>
                <a:ext uri="{FF2B5EF4-FFF2-40B4-BE49-F238E27FC236}">
                  <a16:creationId id="{7AA0222C-63BE-4553-ABF6-C62E9ED60601}"/>
                </a:ext>
              </a:extLst>
            </p:cNvPr>
            <p:cNvSpPr>
              <a:spLocks noGrp="1"/>
            </p:cNvSpPr>
            <p:nvPr/>
          </p:nvSpPr>
          <p:spPr>
            <a:xfrm>
              <a:off x="1703814" y="52175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9" name="instance.C19.165.arc.p3.1807">
              <a:extLst>
                <a:ext uri="{FF2B5EF4-FFF2-40B4-BE49-F238E27FC236}">
                  <a16:creationId id="{C4F29B04-AEFA-432B-AB95-C33700547465}"/>
                </a:ext>
              </a:extLst>
            </p:cNvPr>
            <p:cNvSpPr>
              <a:spLocks noGrp="1"/>
            </p:cNvSpPr>
            <p:nvPr/>
          </p:nvSpPr>
          <p:spPr>
            <a:xfrm>
              <a:off x="1937732" y="5102214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0" name="instance.C19.165.arc.p4.1808">
              <a:extLst>
                <a:ext uri="{FF2B5EF4-FFF2-40B4-BE49-F238E27FC236}">
                  <a16:creationId id="{6F14C757-6670-4044-9BE1-8422A3917BBD}"/>
                </a:ext>
              </a:extLst>
            </p:cNvPr>
            <p:cNvSpPr>
              <a:spLocks noGrp="1"/>
            </p:cNvSpPr>
            <p:nvPr/>
          </p:nvSpPr>
          <p:spPr>
            <a:xfrm>
              <a:off x="2195513" y="50625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1" name="instance.C19.165.arc.p5.1809">
              <a:extLst>
                <a:ext uri="{FF2B5EF4-FFF2-40B4-BE49-F238E27FC236}">
                  <a16:creationId id="{DDB1625C-B3AD-45CA-B69B-3392068E4C13}"/>
                </a:ext>
              </a:extLst>
            </p:cNvPr>
            <p:cNvSpPr>
              <a:spLocks noGrp="1"/>
            </p:cNvSpPr>
            <p:nvPr/>
          </p:nvSpPr>
          <p:spPr>
            <a:xfrm>
              <a:off x="2453293" y="5102214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2" name="instance.C19.165.arc.p6.1810">
              <a:extLst>
                <a:ext uri="{FF2B5EF4-FFF2-40B4-BE49-F238E27FC236}">
                  <a16:creationId id="{B46829F7-A12B-409E-8940-06873623C407}"/>
                </a:ext>
              </a:extLst>
            </p:cNvPr>
            <p:cNvSpPr>
              <a:spLocks noGrp="1"/>
            </p:cNvSpPr>
            <p:nvPr/>
          </p:nvSpPr>
          <p:spPr>
            <a:xfrm>
              <a:off x="2687211" y="52175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3" name="instance.C19.165.arc.p7.1811">
              <a:extLst>
                <a:ext uri="{FF2B5EF4-FFF2-40B4-BE49-F238E27FC236}">
                  <a16:creationId id="{8292EA92-B406-4F75-AB44-2CEB04FB83E8}"/>
                </a:ext>
              </a:extLst>
            </p:cNvPr>
            <p:cNvSpPr>
              <a:spLocks noGrp="1"/>
            </p:cNvSpPr>
            <p:nvPr/>
          </p:nvSpPr>
          <p:spPr>
            <a:xfrm>
              <a:off x="2875615" y="539792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4" name="instance.C19.165.arc.p8.1812">
              <a:extLst>
                <a:ext uri="{FF2B5EF4-FFF2-40B4-BE49-F238E27FC236}">
                  <a16:creationId id="{1D4B5FC9-8393-41DC-B918-27AA7D3804F1}"/>
                </a:ext>
              </a:extLst>
            </p:cNvPr>
            <p:cNvSpPr>
              <a:spLocks noGrp="1"/>
            </p:cNvSpPr>
            <p:nvPr/>
          </p:nvSpPr>
          <p:spPr>
            <a:xfrm>
              <a:off x="3001064" y="5626591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75" name="gallery.dots-arc.note.1813">
            <a:extLst>
              <a:ext uri="{FF2B5EF4-FFF2-40B4-BE49-F238E27FC236}">
                <a16:creationId id="{4B709D33-1F45-4A67-81A1-898F594F4485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单列圆点沿拱弧展开</a:t>
            </a:r>
          </a:p>
        </p:txBody>
      </p:sp>
      <p:sp>
        <p:nvSpPr>
          <p:cNvPr id="76" name="gallery.dots-radial.frame.1814">
            <a:extLst>
              <a:ext uri="{FF2B5EF4-FFF2-40B4-BE49-F238E27FC236}">
                <a16:creationId id="{FF7CE19B-2A61-41F2-906C-C6CC0B2F1BC9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77" name="gallery.dots-radial.heading.1815">
            <a:extLst>
              <a:ext uri="{FF2B5EF4-FFF2-40B4-BE49-F238E27FC236}">
                <a16:creationId id="{1475AF19-20BE-4D00-A914-D93808A4AA02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放射点列</a:t>
            </a:r>
          </a:p>
        </p:txBody>
      </p:sp>
      <p:grpSp>
        <p:nvGrpSpPr>
          <p:cNvPr id="121" name="放射点列"/>
          <p:cNvGrpSpPr/>
          <p:nvPr/>
        </p:nvGrpSpPr>
        <p:grpSpPr>
          <a:xfrm>
            <a:off x="5586413" y="5028541"/>
            <a:ext cx="1019175" cy="896668"/>
            <a:chOff x="5586413" y="5028541"/>
            <a:chExt cx="1019175" cy="896668"/>
          </a:xfrm>
        </p:grpSpPr>
        <p:sp>
          <p:nvSpPr>
            <p:cNvPr id="78" name="instance.C19.166.center.1816">
              <a:extLst>
                <a:ext uri="{FF2B5EF4-FFF2-40B4-BE49-F238E27FC236}">
                  <a16:creationId id="{28E797B6-4376-48E0-BB3F-456080C21337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9" name="instance.C19.166.ray0.p0.1817">
              <a:extLst>
                <a:ext uri="{FF2B5EF4-FFF2-40B4-BE49-F238E27FC236}">
                  <a16:creationId id="{517D6FB1-DB22-46F3-B082-716E0B569217}"/>
                </a:ext>
              </a:extLst>
            </p:cNvPr>
            <p:cNvSpPr>
              <a:spLocks noGrp="1"/>
            </p:cNvSpPr>
            <p:nvPr/>
          </p:nvSpPr>
          <p:spPr>
            <a:xfrm>
              <a:off x="61960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0" name="instance.C19.166.ray0.p1.1818">
              <a:extLst>
                <a:ext uri="{FF2B5EF4-FFF2-40B4-BE49-F238E27FC236}">
                  <a16:creationId id="{2F8B3F82-7117-421F-B4E8-720B3F4F9D0E}"/>
                </a:ext>
              </a:extLst>
            </p:cNvPr>
            <p:cNvSpPr>
              <a:spLocks noGrp="1"/>
            </p:cNvSpPr>
            <p:nvPr/>
          </p:nvSpPr>
          <p:spPr>
            <a:xfrm>
              <a:off x="63484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1" name="instance.C19.166.ray0.p2.1819">
              <a:extLst>
                <a:ext uri="{FF2B5EF4-FFF2-40B4-BE49-F238E27FC236}">
                  <a16:creationId id="{1251B48B-70F8-4613-9DBD-0F7C78E341C9}"/>
                </a:ext>
              </a:extLst>
            </p:cNvPr>
            <p:cNvSpPr>
              <a:spLocks noGrp="1"/>
            </p:cNvSpPr>
            <p:nvPr/>
          </p:nvSpPr>
          <p:spPr>
            <a:xfrm>
              <a:off x="65008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2" name="instance.C19.166.ray1.p0.1820">
              <a:extLst>
                <a:ext uri="{FF2B5EF4-FFF2-40B4-BE49-F238E27FC236}">
                  <a16:creationId id="{7B2CD75B-8E0E-47BF-8A11-A4131693C421}"/>
                </a:ext>
              </a:extLst>
            </p:cNvPr>
            <p:cNvSpPr>
              <a:spLocks noGrp="1"/>
            </p:cNvSpPr>
            <p:nvPr/>
          </p:nvSpPr>
          <p:spPr>
            <a:xfrm>
              <a:off x="6119813" y="555647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3" name="instance.C19.166.ray1.p1.1821">
              <a:extLst>
                <a:ext uri="{FF2B5EF4-FFF2-40B4-BE49-F238E27FC236}">
                  <a16:creationId id="{EC38F0E3-0010-4215-A0E2-FD2571C4EE9B}"/>
                </a:ext>
              </a:extLst>
            </p:cNvPr>
            <p:cNvSpPr>
              <a:spLocks noGrp="1"/>
            </p:cNvSpPr>
            <p:nvPr/>
          </p:nvSpPr>
          <p:spPr>
            <a:xfrm>
              <a:off x="6196013" y="5688452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4" name="instance.C19.166.ray1.p2.1822">
              <a:extLst>
                <a:ext uri="{FF2B5EF4-FFF2-40B4-BE49-F238E27FC236}">
                  <a16:creationId id="{9BF7CBAA-D350-48B2-8DE4-970BE14220EF}"/>
                </a:ext>
              </a:extLst>
            </p:cNvPr>
            <p:cNvSpPr>
              <a:spLocks noGrp="1"/>
            </p:cNvSpPr>
            <p:nvPr/>
          </p:nvSpPr>
          <p:spPr>
            <a:xfrm>
              <a:off x="6272213" y="5820434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5" name="instance.C19.166.ray2.p0.1823">
              <a:extLst>
                <a:ext uri="{FF2B5EF4-FFF2-40B4-BE49-F238E27FC236}">
                  <a16:creationId id="{5318FD9B-E6F3-4AA0-B8BF-0FDB95315A2F}"/>
                </a:ext>
              </a:extLst>
            </p:cNvPr>
            <p:cNvSpPr>
              <a:spLocks noGrp="1"/>
            </p:cNvSpPr>
            <p:nvPr/>
          </p:nvSpPr>
          <p:spPr>
            <a:xfrm>
              <a:off x="5967413" y="555647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6" name="instance.C19.166.ray2.p1.1824">
              <a:extLst>
                <a:ext uri="{FF2B5EF4-FFF2-40B4-BE49-F238E27FC236}">
                  <a16:creationId id="{0FAEFF89-95DC-424A-BD1B-F0406F2EBCF9}"/>
                </a:ext>
              </a:extLst>
            </p:cNvPr>
            <p:cNvSpPr>
              <a:spLocks noGrp="1"/>
            </p:cNvSpPr>
            <p:nvPr/>
          </p:nvSpPr>
          <p:spPr>
            <a:xfrm>
              <a:off x="5891213" y="5688452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7" name="instance.C19.166.ray2.p2.1825">
              <a:extLst>
                <a:ext uri="{FF2B5EF4-FFF2-40B4-BE49-F238E27FC236}">
                  <a16:creationId id="{10821275-4CA7-4D1E-8B8B-B92554AC6FFA}"/>
                </a:ext>
              </a:extLst>
            </p:cNvPr>
            <p:cNvSpPr>
              <a:spLocks noGrp="1"/>
            </p:cNvSpPr>
            <p:nvPr/>
          </p:nvSpPr>
          <p:spPr>
            <a:xfrm>
              <a:off x="5815013" y="5820434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8" name="instance.C19.166.ray3.p0.1826">
              <a:extLst>
                <a:ext uri="{FF2B5EF4-FFF2-40B4-BE49-F238E27FC236}">
                  <a16:creationId id="{5EF75E9D-AA8B-4DC0-ADEA-B02724060702}"/>
                </a:ext>
              </a:extLst>
            </p:cNvPr>
            <p:cNvSpPr>
              <a:spLocks noGrp="1"/>
            </p:cNvSpPr>
            <p:nvPr/>
          </p:nvSpPr>
          <p:spPr>
            <a:xfrm>
              <a:off x="58912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9" name="instance.C19.166.ray3.p1.1827">
              <a:extLst>
                <a:ext uri="{FF2B5EF4-FFF2-40B4-BE49-F238E27FC236}">
                  <a16:creationId id="{53B44D45-B7FB-4E3E-A46B-444ACEFAFFE1}"/>
                </a:ext>
              </a:extLst>
            </p:cNvPr>
            <p:cNvSpPr>
              <a:spLocks noGrp="1"/>
            </p:cNvSpPr>
            <p:nvPr/>
          </p:nvSpPr>
          <p:spPr>
            <a:xfrm>
              <a:off x="57388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0" name="instance.C19.166.ray3.p2.1828">
              <a:extLst>
                <a:ext uri="{FF2B5EF4-FFF2-40B4-BE49-F238E27FC236}">
                  <a16:creationId id="{E6EB3CC1-C782-4F95-8ACB-AD18922D4615}"/>
                </a:ext>
              </a:extLst>
            </p:cNvPr>
            <p:cNvSpPr>
              <a:spLocks noGrp="1"/>
            </p:cNvSpPr>
            <p:nvPr/>
          </p:nvSpPr>
          <p:spPr>
            <a:xfrm>
              <a:off x="55864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1" name="instance.C19.166.ray4.p0.1829">
              <a:extLst>
                <a:ext uri="{FF2B5EF4-FFF2-40B4-BE49-F238E27FC236}">
                  <a16:creationId id="{41A54DA3-EAC1-42BD-85D5-9C8997365531}"/>
                </a:ext>
              </a:extLst>
            </p:cNvPr>
            <p:cNvSpPr>
              <a:spLocks noGrp="1"/>
            </p:cNvSpPr>
            <p:nvPr/>
          </p:nvSpPr>
          <p:spPr>
            <a:xfrm>
              <a:off x="5967413" y="529250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2" name="instance.C19.166.ray4.p1.1830">
              <a:extLst>
                <a:ext uri="{FF2B5EF4-FFF2-40B4-BE49-F238E27FC236}">
                  <a16:creationId id="{3E48F01C-EF63-4E50-892D-9EF051982468}"/>
                </a:ext>
              </a:extLst>
            </p:cNvPr>
            <p:cNvSpPr>
              <a:spLocks noGrp="1"/>
            </p:cNvSpPr>
            <p:nvPr/>
          </p:nvSpPr>
          <p:spPr>
            <a:xfrm>
              <a:off x="5891213" y="516052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3" name="instance.C19.166.ray4.p2.1831">
              <a:extLst>
                <a:ext uri="{FF2B5EF4-FFF2-40B4-BE49-F238E27FC236}">
                  <a16:creationId id="{5F9B1262-86CD-4787-BB47-2307204A00B9}"/>
                </a:ext>
              </a:extLst>
            </p:cNvPr>
            <p:cNvSpPr>
              <a:spLocks noGrp="1"/>
            </p:cNvSpPr>
            <p:nvPr/>
          </p:nvSpPr>
          <p:spPr>
            <a:xfrm>
              <a:off x="5815013" y="5028541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4" name="instance.C19.166.ray5.p0.1832">
              <a:extLst>
                <a:ext uri="{FF2B5EF4-FFF2-40B4-BE49-F238E27FC236}">
                  <a16:creationId id="{C5673EDB-50B6-4124-A93D-51B7231E3F87}"/>
                </a:ext>
              </a:extLst>
            </p:cNvPr>
            <p:cNvSpPr>
              <a:spLocks noGrp="1"/>
            </p:cNvSpPr>
            <p:nvPr/>
          </p:nvSpPr>
          <p:spPr>
            <a:xfrm>
              <a:off x="6119813" y="529250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5" name="instance.C19.166.ray5.p1.1833">
              <a:extLst>
                <a:ext uri="{FF2B5EF4-FFF2-40B4-BE49-F238E27FC236}">
                  <a16:creationId id="{027CD47F-4823-4B07-A75F-C429BDE091C0}"/>
                </a:ext>
              </a:extLst>
            </p:cNvPr>
            <p:cNvSpPr>
              <a:spLocks noGrp="1"/>
            </p:cNvSpPr>
            <p:nvPr/>
          </p:nvSpPr>
          <p:spPr>
            <a:xfrm>
              <a:off x="6196013" y="516052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6" name="instance.C19.166.ray5.p2.1834">
              <a:extLst>
                <a:ext uri="{FF2B5EF4-FFF2-40B4-BE49-F238E27FC236}">
                  <a16:creationId id="{DE792C94-855B-40D9-B8CA-946AE1B2FCFB}"/>
                </a:ext>
              </a:extLst>
            </p:cNvPr>
            <p:cNvSpPr>
              <a:spLocks noGrp="1"/>
            </p:cNvSpPr>
            <p:nvPr/>
          </p:nvSpPr>
          <p:spPr>
            <a:xfrm>
              <a:off x="6272213" y="5028541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97" name="gallery.dots-radial.note.1835">
            <a:extLst>
              <a:ext uri="{FF2B5EF4-FFF2-40B4-BE49-F238E27FC236}">
                <a16:creationId id="{7B5AA2F3-46CE-4627-8416-6794F2412781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中心圆点向六个方向展开</a:t>
            </a:r>
          </a:p>
        </p:txBody>
      </p:sp>
      <p:sp>
        <p:nvSpPr>
          <p:cNvPr id="98" name="gallery.dots-cross.frame.1836">
            <a:extLst>
              <a:ext uri="{FF2B5EF4-FFF2-40B4-BE49-F238E27FC236}">
                <a16:creationId id="{6A701CD3-4AB2-48B0-A8A0-AEF6D19D74B2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99" name="gallery.dots-cross.heading.1837">
            <a:extLst>
              <a:ext uri="{FF2B5EF4-FFF2-40B4-BE49-F238E27FC236}">
                <a16:creationId id="{32721525-C74B-4EB2-8407-C8F7C312E58D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十字点列</a:t>
            </a:r>
          </a:p>
        </p:txBody>
      </p:sp>
      <p:grpSp>
        <p:nvGrpSpPr>
          <p:cNvPr id="122" name="十字点列"/>
          <p:cNvGrpSpPr/>
          <p:nvPr/>
        </p:nvGrpSpPr>
        <p:grpSpPr>
          <a:xfrm>
            <a:off x="9129713" y="5043488"/>
            <a:ext cx="1628775" cy="866775"/>
            <a:chOff x="9129713" y="5043488"/>
            <a:chExt cx="1628775" cy="866775"/>
          </a:xfrm>
        </p:grpSpPr>
        <p:sp>
          <p:nvSpPr>
            <p:cNvPr id="100" name="instance.C19.167.horizontal.p0.1838">
              <a:extLst>
                <a:ext uri="{FF2B5EF4-FFF2-40B4-BE49-F238E27FC236}">
                  <a16:creationId id="{DC5CEAA2-7FA5-46AE-948F-64159FF3063A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1" name="instance.C19.167.horizontal.p1.1839">
              <a:extLst>
                <a:ext uri="{FF2B5EF4-FFF2-40B4-BE49-F238E27FC236}">
                  <a16:creationId id="{ED8EDF47-5F86-4735-9700-9A752B0393D1}"/>
                </a:ext>
              </a:extLst>
            </p:cNvPr>
            <p:cNvSpPr>
              <a:spLocks noGrp="1"/>
            </p:cNvSpPr>
            <p:nvPr/>
          </p:nvSpPr>
          <p:spPr>
            <a:xfrm>
              <a:off x="93202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2" name="instance.C19.167.horizontal.p2.1840">
              <a:extLst>
                <a:ext uri="{FF2B5EF4-FFF2-40B4-BE49-F238E27FC236}">
                  <a16:creationId id="{23945E63-CD3E-45AD-8D9C-A25812838F6E}"/>
                </a:ext>
              </a:extLst>
            </p:cNvPr>
            <p:cNvSpPr>
              <a:spLocks noGrp="1"/>
            </p:cNvSpPr>
            <p:nvPr/>
          </p:nvSpPr>
          <p:spPr>
            <a:xfrm>
              <a:off x="95107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3" name="instance.C19.167.horizontal.p3.1841">
              <a:extLst>
                <a:ext uri="{FF2B5EF4-FFF2-40B4-BE49-F238E27FC236}">
                  <a16:creationId id="{6891E982-3B6C-4C61-8EA7-39B430A8210E}"/>
                </a:ext>
              </a:extLst>
            </p:cNvPr>
            <p:cNvSpPr>
              <a:spLocks noGrp="1"/>
            </p:cNvSpPr>
            <p:nvPr/>
          </p:nvSpPr>
          <p:spPr>
            <a:xfrm>
              <a:off x="97012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4" name="instance.C19.167.horizontal.p4.1842">
              <a:extLst>
                <a:ext uri="{FF2B5EF4-FFF2-40B4-BE49-F238E27FC236}">
                  <a16:creationId id="{B864E2BF-8F70-4B9F-B93C-6F0168F6DD25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5" name="instance.C19.167.horizontal.p5.1843">
              <a:extLst>
                <a:ext uri="{FF2B5EF4-FFF2-40B4-BE49-F238E27FC236}">
                  <a16:creationId id="{06DEA478-66A3-4141-BBF1-DDADD11125AF}"/>
                </a:ext>
              </a:extLst>
            </p:cNvPr>
            <p:cNvSpPr>
              <a:spLocks noGrp="1"/>
            </p:cNvSpPr>
            <p:nvPr/>
          </p:nvSpPr>
          <p:spPr>
            <a:xfrm>
              <a:off x="100822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6" name="instance.C19.167.horizontal.p6.1844">
              <a:extLst>
                <a:ext uri="{FF2B5EF4-FFF2-40B4-BE49-F238E27FC236}">
                  <a16:creationId id="{4B83C103-4B00-4C24-8F3C-8B5D902FB25E}"/>
                </a:ext>
              </a:extLst>
            </p:cNvPr>
            <p:cNvSpPr>
              <a:spLocks noGrp="1"/>
            </p:cNvSpPr>
            <p:nvPr/>
          </p:nvSpPr>
          <p:spPr>
            <a:xfrm>
              <a:off x="102727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7" name="instance.C19.167.horizontal.p7.1845">
              <a:extLst>
                <a:ext uri="{FF2B5EF4-FFF2-40B4-BE49-F238E27FC236}">
                  <a16:creationId id="{234AF141-9625-4D06-AFED-6F2B28422303}"/>
                </a:ext>
              </a:extLst>
            </p:cNvPr>
            <p:cNvSpPr>
              <a:spLocks noGrp="1"/>
            </p:cNvSpPr>
            <p:nvPr/>
          </p:nvSpPr>
          <p:spPr>
            <a:xfrm>
              <a:off x="104632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8" name="instance.C19.167.horizontal.p8.1846">
              <a:extLst>
                <a:ext uri="{FF2B5EF4-FFF2-40B4-BE49-F238E27FC236}">
                  <a16:creationId id="{A3D35EBF-274E-4660-9E40-FAF4426D721E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9" name="instance.C19.167.vertical.p0.1847">
              <a:extLst>
                <a:ext uri="{FF2B5EF4-FFF2-40B4-BE49-F238E27FC236}">
                  <a16:creationId id="{C5EB8FBE-B40D-4250-A662-07B0A1412494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5043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0" name="instance.C19.167.vertical.p1.1848">
              <a:extLst>
                <a:ext uri="{FF2B5EF4-FFF2-40B4-BE49-F238E27FC236}">
                  <a16:creationId id="{CD498AE9-01FA-4CA5-8067-41A8FDCF7FE9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5233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1" name="instance.C19.167.vertical.p2.1849">
              <a:extLst>
                <a:ext uri="{FF2B5EF4-FFF2-40B4-BE49-F238E27FC236}">
                  <a16:creationId id="{020B8A30-07F1-495A-A3EF-ACE10EF6CCC7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5614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2" name="instance.C19.167.vertical.p3.1850">
              <a:extLst>
                <a:ext uri="{FF2B5EF4-FFF2-40B4-BE49-F238E27FC236}">
                  <a16:creationId id="{5CD4BECE-482B-443B-99C0-8DD155801BAE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5805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113" name="gallery.dots-cross.note.1851">
            <a:extLst>
              <a:ext uri="{FF2B5EF4-FFF2-40B4-BE49-F238E27FC236}">
                <a16:creationId id="{F9C9A7EE-CC0C-453B-8A9D-E267446894D1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横向与纵向点列在中心相交</a:t>
            </a:r>
          </a:p>
        </p:txBody>
      </p:sp>
      <p:sp>
        <p:nvSpPr>
          <p:cNvPr id="123" name="navigation.rule.2751">
            <a:extLst>
              <a:ext uri="{FF2B5EF4-FFF2-40B4-BE49-F238E27FC236}">
                <a16:creationId id="{4992378C-B90C-45C2-A7CC-A07C8360CC6B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24" name="navigation.section.2752">
            <a:extLst>
              <a:ext uri="{FF2B5EF4-FFF2-40B4-BE49-F238E27FC236}">
                <a16:creationId id="{4BE3466C-9F8A-4F1A-ADF7-DC171DEF5A6C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第7节　单元格与圆点阵列</a:t>
            </a:r>
          </a:p>
        </p:txBody>
      </p:sp>
      <p:sp>
        <p:nvSpPr>
          <p:cNvPr id="125" name="navigation.page.2753">
            <a:extLst>
              <a:ext uri="{FF2B5EF4-FFF2-40B4-BE49-F238E27FC236}">
                <a16:creationId id="{5033FABE-A6A9-4AEE-84CE-E8B709AEEAA0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43 / 53</a:t>
            </a:r>
          </a:p>
        </p:txBody>
      </p:sp>
    </p:spTree>
    <p:extLst>
      <p:ext uri="{BB962C8B-B14F-4D97-AF65-F5344CB8AC3E}">
        <p14:creationId val="216704378"/>
      </p:ext>
    </p:extLst>
  </p:cSld>
</p:sld>
</file>

<file path=ppt/slides/slide4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50" name="7.4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149" name="header.accent.1852">
              <a:extLst>
                <a:ext uri="{FF2B5EF4-FFF2-40B4-BE49-F238E27FC236}">
                  <a16:creationId id="{B0A9F186-2BA4-4BD9-BBF3-3BB65A51C7F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853">
              <a:extLst>
                <a:ext uri="{FF2B5EF4-FFF2-40B4-BE49-F238E27FC236}">
                  <a16:creationId id="{EA9284F9-63CA-477B-817D-F1A567CC0945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7.4</a:t>
              </a:r>
            </a:p>
          </p:txBody>
        </p:sp>
        <p:sp>
          <p:nvSpPr>
            <p:cNvPr id="3" name="header.gradient.1854">
              <a:extLst>
                <a:ext uri="{FF2B5EF4-FFF2-40B4-BE49-F238E27FC236}">
                  <a16:creationId id="{67D13EC2-3389-4E51-A91D-4062CED3ECB4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855">
              <a:extLst>
                <a:ext uri="{FF2B5EF4-FFF2-40B4-BE49-F238E27FC236}">
                  <a16:creationId id="{1CF7A3E9-D61F-4E1A-A3FB-D6EC1E30A40E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圆点分组与间距</a:t>
              </a:r>
            </a:p>
          </p:txBody>
        </p:sp>
        <p:sp>
          <p:nvSpPr>
            <p:cNvPr id="5" name="header.library.1856">
              <a:extLst>
                <a:ext uri="{FF2B5EF4-FFF2-40B4-BE49-F238E27FC236}">
                  <a16:creationId id="{3129F538-3629-4BA0-83CC-52C68DC32FC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151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857">
              <a:extLst>
                <a:ext uri="{FF2B5EF4-FFF2-40B4-BE49-F238E27FC236}">
                  <a16:creationId id="{4657A1C3-2C40-446A-86E7-9163BAB4ABD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858">
              <a:extLst>
                <a:ext uri="{FF2B5EF4-FFF2-40B4-BE49-F238E27FC236}">
                  <a16:creationId id="{13BECD6B-0E23-4B6D-B6D2-34B84A5A00FF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859">
              <a:extLst>
                <a:ext uri="{FF2B5EF4-FFF2-40B4-BE49-F238E27FC236}">
                  <a16:creationId id="{815AE021-4982-469C-8B74-9ED7DA0ABB75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860">
              <a:extLst>
                <a:ext uri="{FF2B5EF4-FFF2-40B4-BE49-F238E27FC236}">
                  <a16:creationId id="{94EAA892-7CE5-4744-86DE-5AE7B646F538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点簇、同心环、条带、波形与疏密变化组织点群，使用相同的蓝白配色。</a:t>
              </a:r>
            </a:p>
          </p:txBody>
        </p:sp>
      </p:grpSp>
      <p:sp>
        <p:nvSpPr>
          <p:cNvPr id="10" name="gallery.dots-clusters.frame.1861">
            <a:extLst>
              <a:ext uri="{FF2B5EF4-FFF2-40B4-BE49-F238E27FC236}">
                <a16:creationId id="{33585085-3EB8-48BF-BA15-199C6A9F0597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dots-clusters.heading.1862">
            <a:extLst>
              <a:ext uri="{FF2B5EF4-FFF2-40B4-BE49-F238E27FC236}">
                <a16:creationId id="{77739F8D-2A8A-4834-A831-59ECAFBB0B0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分离点簇</a:t>
            </a:r>
          </a:p>
        </p:txBody>
      </p:sp>
      <p:grpSp>
        <p:nvGrpSpPr>
          <p:cNvPr id="152" name="分离点簇"/>
          <p:cNvGrpSpPr/>
          <p:nvPr/>
        </p:nvGrpSpPr>
        <p:grpSpPr>
          <a:xfrm>
            <a:off x="1423988" y="2814638"/>
            <a:ext cx="1647825" cy="323850"/>
            <a:chOff x="1423988" y="2814638"/>
            <a:chExt cx="1647825" cy="323850"/>
          </a:xfrm>
        </p:grpSpPr>
        <p:sp>
          <p:nvSpPr>
            <p:cNvPr id="12" name="instance.C19.168.cluster0.apex.1863">
              <a:extLst>
                <a:ext uri="{FF2B5EF4-FFF2-40B4-BE49-F238E27FC236}">
                  <a16:creationId id="{BC13773F-0083-4A98-ADEA-2AA7FF6D9F6C}"/>
                </a:ext>
              </a:extLst>
            </p:cNvPr>
            <p:cNvSpPr>
              <a:spLocks noGrp="1"/>
            </p:cNvSpPr>
            <p:nvPr/>
          </p:nvSpPr>
          <p:spPr>
            <a:xfrm>
              <a:off x="1538288" y="2814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" name="instance.C19.168.cluster0.left.1864">
              <a:extLst>
                <a:ext uri="{FF2B5EF4-FFF2-40B4-BE49-F238E27FC236}">
                  <a16:creationId id="{8BC0750C-FFCC-4E82-9EDB-F8F17ECD48FF}"/>
                </a:ext>
              </a:extLst>
            </p:cNvPr>
            <p:cNvSpPr>
              <a:spLocks noGrp="1"/>
            </p:cNvSpPr>
            <p:nvPr/>
          </p:nvSpPr>
          <p:spPr>
            <a:xfrm>
              <a:off x="1423988" y="30337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" name="instance.C19.168.cluster0.right.1865">
              <a:extLst>
                <a:ext uri="{FF2B5EF4-FFF2-40B4-BE49-F238E27FC236}">
                  <a16:creationId id="{789E4934-EB4B-4C81-AAA2-32C60E2CD4CF}"/>
                </a:ext>
              </a:extLst>
            </p:cNvPr>
            <p:cNvSpPr>
              <a:spLocks noGrp="1"/>
            </p:cNvSpPr>
            <p:nvPr/>
          </p:nvSpPr>
          <p:spPr>
            <a:xfrm>
              <a:off x="1652588" y="30337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" name="instance.C19.168.cluster1.apex.1866">
              <a:extLst>
                <a:ext uri="{FF2B5EF4-FFF2-40B4-BE49-F238E27FC236}">
                  <a16:creationId id="{2D239F4B-C182-461F-B6A2-B277FB7D3F05}"/>
                </a:ext>
              </a:extLst>
            </p:cNvPr>
            <p:cNvSpPr>
              <a:spLocks noGrp="1"/>
            </p:cNvSpPr>
            <p:nvPr/>
          </p:nvSpPr>
          <p:spPr>
            <a:xfrm>
              <a:off x="2195513" y="2814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" name="instance.C19.168.cluster1.left.1867">
              <a:extLst>
                <a:ext uri="{FF2B5EF4-FFF2-40B4-BE49-F238E27FC236}">
                  <a16:creationId id="{03E5E2F6-62C0-43D5-A10F-4C66B0A42CB7}"/>
                </a:ext>
              </a:extLst>
            </p:cNvPr>
            <p:cNvSpPr>
              <a:spLocks noGrp="1"/>
            </p:cNvSpPr>
            <p:nvPr/>
          </p:nvSpPr>
          <p:spPr>
            <a:xfrm>
              <a:off x="2081213" y="30337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" name="instance.C19.168.cluster1.right.1868">
              <a:extLst>
                <a:ext uri="{FF2B5EF4-FFF2-40B4-BE49-F238E27FC236}">
                  <a16:creationId id="{2401BCC8-D46E-437B-B827-FD9BB8B4F637}"/>
                </a:ext>
              </a:extLst>
            </p:cNvPr>
            <p:cNvSpPr>
              <a:spLocks noGrp="1"/>
            </p:cNvSpPr>
            <p:nvPr/>
          </p:nvSpPr>
          <p:spPr>
            <a:xfrm>
              <a:off x="2309813" y="30337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" name="instance.C19.168.cluster2.apex.1869">
              <a:extLst>
                <a:ext uri="{FF2B5EF4-FFF2-40B4-BE49-F238E27FC236}">
                  <a16:creationId id="{8A5290CF-BFAF-4F74-8785-8087836425B2}"/>
                </a:ext>
              </a:extLst>
            </p:cNvPr>
            <p:cNvSpPr>
              <a:spLocks noGrp="1"/>
            </p:cNvSpPr>
            <p:nvPr/>
          </p:nvSpPr>
          <p:spPr>
            <a:xfrm>
              <a:off x="2852738" y="2814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9" name="instance.C19.168.cluster2.left.1870">
              <a:extLst>
                <a:ext uri="{FF2B5EF4-FFF2-40B4-BE49-F238E27FC236}">
                  <a16:creationId id="{C141B3B0-E0F9-4D9C-B9DC-0C196B164146}"/>
                </a:ext>
              </a:extLst>
            </p:cNvPr>
            <p:cNvSpPr>
              <a:spLocks noGrp="1"/>
            </p:cNvSpPr>
            <p:nvPr/>
          </p:nvSpPr>
          <p:spPr>
            <a:xfrm>
              <a:off x="2738438" y="30337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0" name="instance.C19.168.cluster2.right.1871">
              <a:extLst>
                <a:ext uri="{FF2B5EF4-FFF2-40B4-BE49-F238E27FC236}">
                  <a16:creationId id="{97087B15-DB72-430E-A8F9-B2256516353C}"/>
                </a:ext>
              </a:extLst>
            </p:cNvPr>
            <p:cNvSpPr>
              <a:spLocks noGrp="1"/>
            </p:cNvSpPr>
            <p:nvPr/>
          </p:nvSpPr>
          <p:spPr>
            <a:xfrm>
              <a:off x="2967038" y="30337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21" name="gallery.dots-clusters.note.1872">
            <a:extLst>
              <a:ext uri="{FF2B5EF4-FFF2-40B4-BE49-F238E27FC236}">
                <a16:creationId id="{17BD28A7-15EB-4CC7-A920-F722A228B525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三个独立点簇各含三个圆点</a:t>
            </a:r>
          </a:p>
        </p:txBody>
      </p:sp>
      <p:sp>
        <p:nvSpPr>
          <p:cNvPr id="22" name="gallery.dots-concentric.frame.1873">
            <a:extLst>
              <a:ext uri="{FF2B5EF4-FFF2-40B4-BE49-F238E27FC236}">
                <a16:creationId id="{15C33A99-1620-4ED8-9CA4-86AAD60ECFA5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3" name="gallery.dots-concentric.heading.1874">
            <a:extLst>
              <a:ext uri="{FF2B5EF4-FFF2-40B4-BE49-F238E27FC236}">
                <a16:creationId id="{58264E4E-4092-48A9-B77F-A7F2E607A0AF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同心双环</a:t>
            </a:r>
          </a:p>
        </p:txBody>
      </p:sp>
      <p:grpSp>
        <p:nvGrpSpPr>
          <p:cNvPr id="153" name="同心双环"/>
          <p:cNvGrpSpPr/>
          <p:nvPr/>
        </p:nvGrpSpPr>
        <p:grpSpPr>
          <a:xfrm>
            <a:off x="5624513" y="2528888"/>
            <a:ext cx="942975" cy="942975"/>
            <a:chOff x="5624513" y="2528888"/>
            <a:chExt cx="942975" cy="942975"/>
          </a:xfrm>
        </p:grpSpPr>
        <p:sp>
          <p:nvSpPr>
            <p:cNvPr id="24" name="instance.C19.169.outer.p0.1875">
              <a:extLst>
                <a:ext uri="{FF2B5EF4-FFF2-40B4-BE49-F238E27FC236}">
                  <a16:creationId id="{C36717A3-ACB0-49F1-BB78-9EB7D1BAF8C8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5" name="instance.C19.169.outer.p1.1876">
              <a:extLst>
                <a:ext uri="{FF2B5EF4-FFF2-40B4-BE49-F238E27FC236}">
                  <a16:creationId id="{941479A0-5DAE-4ADF-B84B-DD3E8F330FCC}"/>
                </a:ext>
              </a:extLst>
            </p:cNvPr>
            <p:cNvSpPr>
              <a:spLocks noGrp="1"/>
            </p:cNvSpPr>
            <p:nvPr/>
          </p:nvSpPr>
          <p:spPr>
            <a:xfrm>
              <a:off x="6203995" y="256079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6" name="instance.C19.169.outer.p2.1877">
              <a:extLst>
                <a:ext uri="{FF2B5EF4-FFF2-40B4-BE49-F238E27FC236}">
                  <a16:creationId id="{E58B4FAD-BE27-4D64-881E-5EEB486766F0}"/>
                </a:ext>
              </a:extLst>
            </p:cNvPr>
            <p:cNvSpPr>
              <a:spLocks noGrp="1"/>
            </p:cNvSpPr>
            <p:nvPr/>
          </p:nvSpPr>
          <p:spPr>
            <a:xfrm>
              <a:off x="6339961" y="265163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7" name="instance.C19.169.outer.p3.1878">
              <a:extLst>
                <a:ext uri="{FF2B5EF4-FFF2-40B4-BE49-F238E27FC236}">
                  <a16:creationId id="{FA6C49BA-99B2-4FB8-8E35-C6F0737B89FA}"/>
                </a:ext>
              </a:extLst>
            </p:cNvPr>
            <p:cNvSpPr>
              <a:spLocks noGrp="1"/>
            </p:cNvSpPr>
            <p:nvPr/>
          </p:nvSpPr>
          <p:spPr>
            <a:xfrm>
              <a:off x="6430810" y="278760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8" name="instance.C19.169.outer.p4.1879">
              <a:extLst>
                <a:ext uri="{FF2B5EF4-FFF2-40B4-BE49-F238E27FC236}">
                  <a16:creationId id="{7799A5DA-91BF-4AA3-AF61-145615E1B769}"/>
                </a:ext>
              </a:extLst>
            </p:cNvPr>
            <p:cNvSpPr>
              <a:spLocks noGrp="1"/>
            </p:cNvSpPr>
            <p:nvPr/>
          </p:nvSpPr>
          <p:spPr>
            <a:xfrm>
              <a:off x="64627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9" name="instance.C19.169.outer.p5.1880">
              <a:extLst>
                <a:ext uri="{FF2B5EF4-FFF2-40B4-BE49-F238E27FC236}">
                  <a16:creationId id="{E66ED1E2-1FFA-4221-9C1F-39ACD905584C}"/>
                </a:ext>
              </a:extLst>
            </p:cNvPr>
            <p:cNvSpPr>
              <a:spLocks noGrp="1"/>
            </p:cNvSpPr>
            <p:nvPr/>
          </p:nvSpPr>
          <p:spPr>
            <a:xfrm>
              <a:off x="6430810" y="310837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0" name="instance.C19.169.outer.p6.1881">
              <a:extLst>
                <a:ext uri="{FF2B5EF4-FFF2-40B4-BE49-F238E27FC236}">
                  <a16:creationId id="{415FB605-6D9B-478B-BDEA-FC4EE5AA9C30}"/>
                </a:ext>
              </a:extLst>
            </p:cNvPr>
            <p:cNvSpPr>
              <a:spLocks noGrp="1"/>
            </p:cNvSpPr>
            <p:nvPr/>
          </p:nvSpPr>
          <p:spPr>
            <a:xfrm>
              <a:off x="6339961" y="324433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1" name="instance.C19.169.outer.p7.1882">
              <a:extLst>
                <a:ext uri="{FF2B5EF4-FFF2-40B4-BE49-F238E27FC236}">
                  <a16:creationId id="{068FCD7B-9213-49CE-BA35-8058BF7ACF59}"/>
                </a:ext>
              </a:extLst>
            </p:cNvPr>
            <p:cNvSpPr>
              <a:spLocks noGrp="1"/>
            </p:cNvSpPr>
            <p:nvPr/>
          </p:nvSpPr>
          <p:spPr>
            <a:xfrm>
              <a:off x="6203995" y="333518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2" name="instance.C19.169.outer.p8.1883">
              <a:extLst>
                <a:ext uri="{FF2B5EF4-FFF2-40B4-BE49-F238E27FC236}">
                  <a16:creationId id="{DE4EFA13-D0C0-48DB-B576-88D2EDC08961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3" name="instance.C19.169.outer.p9.1884">
              <a:extLst>
                <a:ext uri="{FF2B5EF4-FFF2-40B4-BE49-F238E27FC236}">
                  <a16:creationId id="{922359A0-10B9-4094-BAAA-985A631422BF}"/>
                </a:ext>
              </a:extLst>
            </p:cNvPr>
            <p:cNvSpPr>
              <a:spLocks noGrp="1"/>
            </p:cNvSpPr>
            <p:nvPr/>
          </p:nvSpPr>
          <p:spPr>
            <a:xfrm>
              <a:off x="5883230" y="333518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4" name="instance.C19.169.outer.p10.1885">
              <a:extLst>
                <a:ext uri="{FF2B5EF4-FFF2-40B4-BE49-F238E27FC236}">
                  <a16:creationId id="{0CB12D4B-A210-4385-A289-4F2F87ED1171}"/>
                </a:ext>
              </a:extLst>
            </p:cNvPr>
            <p:cNvSpPr>
              <a:spLocks noGrp="1"/>
            </p:cNvSpPr>
            <p:nvPr/>
          </p:nvSpPr>
          <p:spPr>
            <a:xfrm>
              <a:off x="5747264" y="324433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5" name="instance.C19.169.outer.p11.1886">
              <a:extLst>
                <a:ext uri="{FF2B5EF4-FFF2-40B4-BE49-F238E27FC236}">
                  <a16:creationId id="{919B7533-9DC1-4302-B15A-34BCE6EB1C77}"/>
                </a:ext>
              </a:extLst>
            </p:cNvPr>
            <p:cNvSpPr>
              <a:spLocks noGrp="1"/>
            </p:cNvSpPr>
            <p:nvPr/>
          </p:nvSpPr>
          <p:spPr>
            <a:xfrm>
              <a:off x="5656415" y="310837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6" name="instance.C19.169.outer.p12.1887">
              <a:extLst>
                <a:ext uri="{FF2B5EF4-FFF2-40B4-BE49-F238E27FC236}">
                  <a16:creationId id="{47E20B68-5BD5-4EA7-99FB-1EF59196EE63}"/>
                </a:ext>
              </a:extLst>
            </p:cNvPr>
            <p:cNvSpPr>
              <a:spLocks noGrp="1"/>
            </p:cNvSpPr>
            <p:nvPr/>
          </p:nvSpPr>
          <p:spPr>
            <a:xfrm>
              <a:off x="56245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7" name="instance.C19.169.outer.p13.1888">
              <a:extLst>
                <a:ext uri="{FF2B5EF4-FFF2-40B4-BE49-F238E27FC236}">
                  <a16:creationId id="{EF9E4E54-76F3-4B20-A7EA-3F7536D8F898}"/>
                </a:ext>
              </a:extLst>
            </p:cNvPr>
            <p:cNvSpPr>
              <a:spLocks noGrp="1"/>
            </p:cNvSpPr>
            <p:nvPr/>
          </p:nvSpPr>
          <p:spPr>
            <a:xfrm>
              <a:off x="5656415" y="2787605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8" name="instance.C19.169.outer.p14.1889">
              <a:extLst>
                <a:ext uri="{FF2B5EF4-FFF2-40B4-BE49-F238E27FC236}">
                  <a16:creationId id="{3801082B-6DC1-4240-9EEE-A7BE0F4B3DD9}"/>
                </a:ext>
              </a:extLst>
            </p:cNvPr>
            <p:cNvSpPr>
              <a:spLocks noGrp="1"/>
            </p:cNvSpPr>
            <p:nvPr/>
          </p:nvSpPr>
          <p:spPr>
            <a:xfrm>
              <a:off x="5747264" y="265163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9" name="instance.C19.169.outer.p15.1890">
              <a:extLst>
                <a:ext uri="{FF2B5EF4-FFF2-40B4-BE49-F238E27FC236}">
                  <a16:creationId id="{4FFE9A48-0CB4-40B8-998E-9E4A433A5148}"/>
                </a:ext>
              </a:extLst>
            </p:cNvPr>
            <p:cNvSpPr>
              <a:spLocks noGrp="1"/>
            </p:cNvSpPr>
            <p:nvPr/>
          </p:nvSpPr>
          <p:spPr>
            <a:xfrm>
              <a:off x="5883230" y="2560790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0" name="instance.C19.169.inner.p0.1891">
              <a:extLst>
                <a:ext uri="{FF2B5EF4-FFF2-40B4-BE49-F238E27FC236}">
                  <a16:creationId id="{432A5AF5-1E1D-434E-B808-209129F7AA99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27289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1" name="instance.C19.169.inner.p1.1892">
              <a:extLst>
                <a:ext uri="{FF2B5EF4-FFF2-40B4-BE49-F238E27FC236}">
                  <a16:creationId id="{965CB4CA-9669-4437-B197-4E664E675059}"/>
                </a:ext>
              </a:extLst>
            </p:cNvPr>
            <p:cNvSpPr>
              <a:spLocks noGrp="1"/>
            </p:cNvSpPr>
            <p:nvPr/>
          </p:nvSpPr>
          <p:spPr>
            <a:xfrm>
              <a:off x="6198522" y="279307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2" name="instance.C19.169.inner.p2.1893">
              <a:extLst>
                <a:ext uri="{FF2B5EF4-FFF2-40B4-BE49-F238E27FC236}">
                  <a16:creationId id="{B09E2C24-4283-46B2-B70E-26523BF55A29}"/>
                </a:ext>
              </a:extLst>
            </p:cNvPr>
            <p:cNvSpPr>
              <a:spLocks noGrp="1"/>
            </p:cNvSpPr>
            <p:nvPr/>
          </p:nvSpPr>
          <p:spPr>
            <a:xfrm>
              <a:off x="6262688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3" name="instance.C19.169.inner.p3.1894">
              <a:extLst>
                <a:ext uri="{FF2B5EF4-FFF2-40B4-BE49-F238E27FC236}">
                  <a16:creationId id="{27612793-E832-487C-A3DA-27A2E8EEE1D3}"/>
                </a:ext>
              </a:extLst>
            </p:cNvPr>
            <p:cNvSpPr>
              <a:spLocks noGrp="1"/>
            </p:cNvSpPr>
            <p:nvPr/>
          </p:nvSpPr>
          <p:spPr>
            <a:xfrm>
              <a:off x="6198522" y="310289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4" name="instance.C19.169.inner.p4.1895">
              <a:extLst>
                <a:ext uri="{FF2B5EF4-FFF2-40B4-BE49-F238E27FC236}">
                  <a16:creationId id="{B0212DEA-0CD2-4A55-9BF9-877FC4B97BC9}"/>
                </a:ext>
              </a:extLst>
            </p:cNvPr>
            <p:cNvSpPr>
              <a:spLocks noGrp="1"/>
            </p:cNvSpPr>
            <p:nvPr/>
          </p:nvSpPr>
          <p:spPr>
            <a:xfrm>
              <a:off x="6043613" y="31670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5" name="instance.C19.169.inner.p5.1896">
              <a:extLst>
                <a:ext uri="{FF2B5EF4-FFF2-40B4-BE49-F238E27FC236}">
                  <a16:creationId id="{9A1F4DCA-8869-4BEE-AFFC-4B40B91BED08}"/>
                </a:ext>
              </a:extLst>
            </p:cNvPr>
            <p:cNvSpPr>
              <a:spLocks noGrp="1"/>
            </p:cNvSpPr>
            <p:nvPr/>
          </p:nvSpPr>
          <p:spPr>
            <a:xfrm>
              <a:off x="5888703" y="310289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6" name="instance.C19.169.inner.p6.1897">
              <a:extLst>
                <a:ext uri="{FF2B5EF4-FFF2-40B4-BE49-F238E27FC236}">
                  <a16:creationId id="{781CD3D0-C807-4409-ADE4-2BDC2F6364C8}"/>
                </a:ext>
              </a:extLst>
            </p:cNvPr>
            <p:cNvSpPr>
              <a:spLocks noGrp="1"/>
            </p:cNvSpPr>
            <p:nvPr/>
          </p:nvSpPr>
          <p:spPr>
            <a:xfrm>
              <a:off x="5824538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7" name="instance.C19.169.inner.p7.1898">
              <a:extLst>
                <a:ext uri="{FF2B5EF4-FFF2-40B4-BE49-F238E27FC236}">
                  <a16:creationId id="{C46A0402-96D4-44A5-A6A1-ABEDD7780836}"/>
                </a:ext>
              </a:extLst>
            </p:cNvPr>
            <p:cNvSpPr>
              <a:spLocks noGrp="1"/>
            </p:cNvSpPr>
            <p:nvPr/>
          </p:nvSpPr>
          <p:spPr>
            <a:xfrm>
              <a:off x="5888703" y="279307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48" name="gallery.dots-concentric.note.1899">
            <a:extLst>
              <a:ext uri="{FF2B5EF4-FFF2-40B4-BE49-F238E27FC236}">
                <a16:creationId id="{AD6D3037-7778-4D85-80E5-9C5A853E06C2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内外两圈圆点共用圆心</a:t>
            </a:r>
          </a:p>
        </p:txBody>
      </p:sp>
      <p:sp>
        <p:nvSpPr>
          <p:cNvPr id="49" name="gallery.dots-bands.frame.1900">
            <a:extLst>
              <a:ext uri="{FF2B5EF4-FFF2-40B4-BE49-F238E27FC236}">
                <a16:creationId id="{61B4468C-5FED-4C46-B2E6-F8E05626E75B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0" name="gallery.dots-bands.heading.1901">
            <a:extLst>
              <a:ext uri="{FF2B5EF4-FFF2-40B4-BE49-F238E27FC236}">
                <a16:creationId id="{DC2BF387-53E5-4BE9-8F13-23B0EC00C749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竖向点带</a:t>
            </a:r>
          </a:p>
        </p:txBody>
      </p:sp>
      <p:grpSp>
        <p:nvGrpSpPr>
          <p:cNvPr id="154" name="竖向点带"/>
          <p:cNvGrpSpPr/>
          <p:nvPr/>
        </p:nvGrpSpPr>
        <p:grpSpPr>
          <a:xfrm>
            <a:off x="9129713" y="2605088"/>
            <a:ext cx="1628775" cy="790575"/>
            <a:chOff x="9129713" y="2605088"/>
            <a:chExt cx="1628775" cy="790575"/>
          </a:xfrm>
        </p:grpSpPr>
        <p:sp>
          <p:nvSpPr>
            <p:cNvPr id="51" name="instance.C19.170.band0.r0.c0.1902">
              <a:extLst>
                <a:ext uri="{FF2B5EF4-FFF2-40B4-BE49-F238E27FC236}">
                  <a16:creationId id="{0E31EB9C-6E3D-46C5-9DBA-EDC123999B13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2605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2" name="instance.C19.170.band0.r0.c1.1903">
              <a:extLst>
                <a:ext uri="{FF2B5EF4-FFF2-40B4-BE49-F238E27FC236}">
                  <a16:creationId id="{2E808FB1-0E9D-48CF-A464-4D8B692BA274}"/>
                </a:ext>
              </a:extLst>
            </p:cNvPr>
            <p:cNvSpPr>
              <a:spLocks noGrp="1"/>
            </p:cNvSpPr>
            <p:nvPr/>
          </p:nvSpPr>
          <p:spPr>
            <a:xfrm>
              <a:off x="9301163" y="2605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3" name="instance.C19.170.band0.r1.c0.1904">
              <a:extLst>
                <a:ext uri="{FF2B5EF4-FFF2-40B4-BE49-F238E27FC236}">
                  <a16:creationId id="{1A71E78A-B4A2-47BC-84EF-671FB4ED094C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2833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4" name="instance.C19.170.band0.r1.c1.1905">
              <a:extLst>
                <a:ext uri="{FF2B5EF4-FFF2-40B4-BE49-F238E27FC236}">
                  <a16:creationId id="{E8E1D954-0519-4A88-870E-7DF78E1CE59C}"/>
                </a:ext>
              </a:extLst>
            </p:cNvPr>
            <p:cNvSpPr>
              <a:spLocks noGrp="1"/>
            </p:cNvSpPr>
            <p:nvPr/>
          </p:nvSpPr>
          <p:spPr>
            <a:xfrm>
              <a:off x="9301163" y="2833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5" name="instance.C19.170.band0.r2.c0.1906">
              <a:extLst>
                <a:ext uri="{FF2B5EF4-FFF2-40B4-BE49-F238E27FC236}">
                  <a16:creationId id="{795B10B4-AE89-4F39-969C-411430A68015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3062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6" name="instance.C19.170.band0.r2.c1.1907">
              <a:extLst>
                <a:ext uri="{FF2B5EF4-FFF2-40B4-BE49-F238E27FC236}">
                  <a16:creationId id="{263BC071-7178-4388-9D16-FA1179877034}"/>
                </a:ext>
              </a:extLst>
            </p:cNvPr>
            <p:cNvSpPr>
              <a:spLocks noGrp="1"/>
            </p:cNvSpPr>
            <p:nvPr/>
          </p:nvSpPr>
          <p:spPr>
            <a:xfrm>
              <a:off x="9301163" y="3062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7" name="instance.C19.170.band0.r3.c0.1908">
              <a:extLst>
                <a:ext uri="{FF2B5EF4-FFF2-40B4-BE49-F238E27FC236}">
                  <a16:creationId id="{38C226DE-161F-404D-9564-4DC12235D426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3290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8" name="instance.C19.170.band0.r3.c1.1909">
              <a:extLst>
                <a:ext uri="{FF2B5EF4-FFF2-40B4-BE49-F238E27FC236}">
                  <a16:creationId id="{65FC6CCB-056D-46AE-80F6-E2E390A339EB}"/>
                </a:ext>
              </a:extLst>
            </p:cNvPr>
            <p:cNvSpPr>
              <a:spLocks noGrp="1"/>
            </p:cNvSpPr>
            <p:nvPr/>
          </p:nvSpPr>
          <p:spPr>
            <a:xfrm>
              <a:off x="9301163" y="3290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9" name="instance.C19.170.band1.r0.c0.1910">
              <a:extLst>
                <a:ext uri="{FF2B5EF4-FFF2-40B4-BE49-F238E27FC236}">
                  <a16:creationId id="{46C2FA41-96AC-4954-91B5-0BA7764763A6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2605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0" name="instance.C19.170.band1.r0.c1.1911">
              <a:extLst>
                <a:ext uri="{FF2B5EF4-FFF2-40B4-BE49-F238E27FC236}">
                  <a16:creationId id="{E9B5B3EF-0091-4EB0-ABB1-1A48BF6374AC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2605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1" name="instance.C19.170.band1.r1.c0.1912">
              <a:extLst>
                <a:ext uri="{FF2B5EF4-FFF2-40B4-BE49-F238E27FC236}">
                  <a16:creationId id="{76529534-89E2-4EDD-81A4-23A02F7DD858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2833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2" name="instance.C19.170.band1.r1.c1.1913">
              <a:extLst>
                <a:ext uri="{FF2B5EF4-FFF2-40B4-BE49-F238E27FC236}">
                  <a16:creationId id="{71A1CA6F-B025-475D-8C5F-B4B62D22565B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2833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3" name="instance.C19.170.band1.r2.c0.1914">
              <a:extLst>
                <a:ext uri="{FF2B5EF4-FFF2-40B4-BE49-F238E27FC236}">
                  <a16:creationId id="{D17F9EC2-16EE-4D20-B44B-11A9A36BF15A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3062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4" name="instance.C19.170.band1.r2.c1.1915">
              <a:extLst>
                <a:ext uri="{FF2B5EF4-FFF2-40B4-BE49-F238E27FC236}">
                  <a16:creationId id="{42037586-74EC-45D1-9965-F34457B71E72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3062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5" name="instance.C19.170.band1.r3.c0.1916">
              <a:extLst>
                <a:ext uri="{FF2B5EF4-FFF2-40B4-BE49-F238E27FC236}">
                  <a16:creationId id="{C0A7CB4E-21BE-4ECE-91FE-BBA30FEC775F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3290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6" name="instance.C19.170.band1.r3.c1.1917">
              <a:extLst>
                <a:ext uri="{FF2B5EF4-FFF2-40B4-BE49-F238E27FC236}">
                  <a16:creationId id="{55AAA5A5-B823-432D-B2BD-376F4A3E9C32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3290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7" name="instance.C19.170.band2.r0.c0.1918">
              <a:extLst>
                <a:ext uri="{FF2B5EF4-FFF2-40B4-BE49-F238E27FC236}">
                  <a16:creationId id="{808EAA3A-435C-42F8-87A6-57F6650D8BDF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2605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8" name="instance.C19.170.band2.r0.c1.1919">
              <a:extLst>
                <a:ext uri="{FF2B5EF4-FFF2-40B4-BE49-F238E27FC236}">
                  <a16:creationId id="{31AB500F-0BFD-48C0-80A0-8C4A60F8D925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2605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9" name="instance.C19.170.band2.r1.c0.1920">
              <a:extLst>
                <a:ext uri="{FF2B5EF4-FFF2-40B4-BE49-F238E27FC236}">
                  <a16:creationId id="{A3B1500C-1C8F-4E97-A703-BA1DC70FBBF5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2833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0" name="instance.C19.170.band2.r1.c1.1921">
              <a:extLst>
                <a:ext uri="{FF2B5EF4-FFF2-40B4-BE49-F238E27FC236}">
                  <a16:creationId id="{9A69CD8D-56E1-471A-B216-A80298B51306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2833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1" name="instance.C19.170.band2.r2.c0.1922">
              <a:extLst>
                <a:ext uri="{FF2B5EF4-FFF2-40B4-BE49-F238E27FC236}">
                  <a16:creationId id="{C8382002-0812-48DF-894B-3666CA1E4C74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3062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2" name="instance.C19.170.band2.r2.c1.1923">
              <a:extLst>
                <a:ext uri="{FF2B5EF4-FFF2-40B4-BE49-F238E27FC236}">
                  <a16:creationId id="{0A6ECD8C-5FC5-4E09-8B04-F234DFBA8B66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3062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3" name="instance.C19.170.band2.r3.c0.1924">
              <a:extLst>
                <a:ext uri="{FF2B5EF4-FFF2-40B4-BE49-F238E27FC236}">
                  <a16:creationId id="{7EBC0A8F-C220-4E7E-A74D-F8D63BE2B06A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3290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4" name="instance.C19.170.band2.r3.c1.1925">
              <a:extLst>
                <a:ext uri="{FF2B5EF4-FFF2-40B4-BE49-F238E27FC236}">
                  <a16:creationId id="{B5B4512D-AB07-4D89-8236-B2FFF9868B74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3290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75" name="gallery.dots-bands.note.1926">
            <a:extLst>
              <a:ext uri="{FF2B5EF4-FFF2-40B4-BE49-F238E27FC236}">
                <a16:creationId id="{4AE5CF11-F502-4D47-93A7-D755EA17ED81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三组双列点带以宽间距分开</a:t>
            </a:r>
          </a:p>
        </p:txBody>
      </p:sp>
      <p:sp>
        <p:nvSpPr>
          <p:cNvPr id="76" name="gallery.dots-wave.frame.1927">
            <a:extLst>
              <a:ext uri="{FF2B5EF4-FFF2-40B4-BE49-F238E27FC236}">
                <a16:creationId id="{DAC19EA9-758D-4BFB-AE0A-6BD7523624CA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77" name="gallery.dots-wave.heading.1928">
            <a:extLst>
              <a:ext uri="{FF2B5EF4-FFF2-40B4-BE49-F238E27FC236}">
                <a16:creationId id="{8C78BF4C-2AEE-412E-A63B-C558402B160B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三行波形</a:t>
            </a:r>
          </a:p>
        </p:txBody>
      </p:sp>
      <p:grpSp>
        <p:nvGrpSpPr>
          <p:cNvPr id="155" name="三行波形"/>
          <p:cNvGrpSpPr/>
          <p:nvPr/>
        </p:nvGrpSpPr>
        <p:grpSpPr>
          <a:xfrm>
            <a:off x="1204913" y="5043488"/>
            <a:ext cx="2085975" cy="866775"/>
            <a:chOff x="1204913" y="5043488"/>
            <a:chExt cx="2085975" cy="866775"/>
          </a:xfrm>
        </p:grpSpPr>
        <p:sp>
          <p:nvSpPr>
            <p:cNvPr id="78" name="instance.C19.171.r0.c0.1929">
              <a:extLst>
                <a:ext uri="{FF2B5EF4-FFF2-40B4-BE49-F238E27FC236}">
                  <a16:creationId id="{B33EAD18-166B-4631-B2B7-CEC2757274FD}"/>
                </a:ext>
              </a:extLst>
            </p:cNvPr>
            <p:cNvSpPr>
              <a:spLocks noGrp="1"/>
            </p:cNvSpPr>
            <p:nvPr/>
          </p:nvSpPr>
          <p:spPr>
            <a:xfrm>
              <a:off x="1204913" y="5119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9" name="instance.C19.171.r0.c1.1930">
              <a:extLst>
                <a:ext uri="{FF2B5EF4-FFF2-40B4-BE49-F238E27FC236}">
                  <a16:creationId id="{E805E3BC-A0C4-4CE8-B410-E0D8CD9404C9}"/>
                </a:ext>
              </a:extLst>
            </p:cNvPr>
            <p:cNvSpPr>
              <a:spLocks noGrp="1"/>
            </p:cNvSpPr>
            <p:nvPr/>
          </p:nvSpPr>
          <p:spPr>
            <a:xfrm>
              <a:off x="1452563" y="51735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0" name="instance.C19.171.r0.c2.1931">
              <a:extLst>
                <a:ext uri="{FF2B5EF4-FFF2-40B4-BE49-F238E27FC236}">
                  <a16:creationId id="{8EBF0C60-F5E3-49B0-B166-DD78238CB081}"/>
                </a:ext>
              </a:extLst>
            </p:cNvPr>
            <p:cNvSpPr>
              <a:spLocks noGrp="1"/>
            </p:cNvSpPr>
            <p:nvPr/>
          </p:nvSpPr>
          <p:spPr>
            <a:xfrm>
              <a:off x="1700213" y="5195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1" name="instance.C19.171.r0.c3.1932">
              <a:extLst>
                <a:ext uri="{FF2B5EF4-FFF2-40B4-BE49-F238E27FC236}">
                  <a16:creationId id="{1E620634-AF7A-4A5E-ABEE-EED70E3AAA9C}"/>
                </a:ext>
              </a:extLst>
            </p:cNvPr>
            <p:cNvSpPr>
              <a:spLocks noGrp="1"/>
            </p:cNvSpPr>
            <p:nvPr/>
          </p:nvSpPr>
          <p:spPr>
            <a:xfrm>
              <a:off x="1947863" y="51735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2" name="instance.C19.171.r0.c4.1933">
              <a:extLst>
                <a:ext uri="{FF2B5EF4-FFF2-40B4-BE49-F238E27FC236}">
                  <a16:creationId id="{F81AF232-080A-4B47-BCAA-786437C52101}"/>
                </a:ext>
              </a:extLst>
            </p:cNvPr>
            <p:cNvSpPr>
              <a:spLocks noGrp="1"/>
            </p:cNvSpPr>
            <p:nvPr/>
          </p:nvSpPr>
          <p:spPr>
            <a:xfrm>
              <a:off x="2195513" y="5119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3" name="instance.C19.171.r0.c5.1934">
              <a:extLst>
                <a:ext uri="{FF2B5EF4-FFF2-40B4-BE49-F238E27FC236}">
                  <a16:creationId id="{3473F419-9D6D-47FC-A4B1-3F2CD15345AB}"/>
                </a:ext>
              </a:extLst>
            </p:cNvPr>
            <p:cNvSpPr>
              <a:spLocks noGrp="1"/>
            </p:cNvSpPr>
            <p:nvPr/>
          </p:nvSpPr>
          <p:spPr>
            <a:xfrm>
              <a:off x="2443163" y="506580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4" name="instance.C19.171.r0.c6.1935">
              <a:extLst>
                <a:ext uri="{FF2B5EF4-FFF2-40B4-BE49-F238E27FC236}">
                  <a16:creationId id="{2C299EAB-EB3C-4306-90D8-BE724A6D24DC}"/>
                </a:ext>
              </a:extLst>
            </p:cNvPr>
            <p:cNvSpPr>
              <a:spLocks noGrp="1"/>
            </p:cNvSpPr>
            <p:nvPr/>
          </p:nvSpPr>
          <p:spPr>
            <a:xfrm>
              <a:off x="2690813" y="5043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5" name="instance.C19.171.r0.c7.1936">
              <a:extLst>
                <a:ext uri="{FF2B5EF4-FFF2-40B4-BE49-F238E27FC236}">
                  <a16:creationId id="{DE04985F-4328-4C2A-A697-5F06CF595E64}"/>
                </a:ext>
              </a:extLst>
            </p:cNvPr>
            <p:cNvSpPr>
              <a:spLocks noGrp="1"/>
            </p:cNvSpPr>
            <p:nvPr/>
          </p:nvSpPr>
          <p:spPr>
            <a:xfrm>
              <a:off x="2938463" y="506580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6" name="instance.C19.171.r0.c8.1937">
              <a:extLst>
                <a:ext uri="{FF2B5EF4-FFF2-40B4-BE49-F238E27FC236}">
                  <a16:creationId id="{A2C89256-A79C-4642-9354-BED41AE0AF44}"/>
                </a:ext>
              </a:extLst>
            </p:cNvPr>
            <p:cNvSpPr>
              <a:spLocks noGrp="1"/>
            </p:cNvSpPr>
            <p:nvPr/>
          </p:nvSpPr>
          <p:spPr>
            <a:xfrm>
              <a:off x="3186113" y="5119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7" name="instance.C19.171.r1.c0.1938">
              <a:extLst>
                <a:ext uri="{FF2B5EF4-FFF2-40B4-BE49-F238E27FC236}">
                  <a16:creationId id="{4E1F13F2-79C5-4325-BFDA-2A1FAFD341C7}"/>
                </a:ext>
              </a:extLst>
            </p:cNvPr>
            <p:cNvSpPr>
              <a:spLocks noGrp="1"/>
            </p:cNvSpPr>
            <p:nvPr/>
          </p:nvSpPr>
          <p:spPr>
            <a:xfrm>
              <a:off x="12049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8" name="instance.C19.171.r1.c1.1939">
              <a:extLst>
                <a:ext uri="{FF2B5EF4-FFF2-40B4-BE49-F238E27FC236}">
                  <a16:creationId id="{50814378-6531-4BDC-BCFD-64519F28A5C4}"/>
                </a:ext>
              </a:extLst>
            </p:cNvPr>
            <p:cNvSpPr>
              <a:spLocks noGrp="1"/>
            </p:cNvSpPr>
            <p:nvPr/>
          </p:nvSpPr>
          <p:spPr>
            <a:xfrm>
              <a:off x="1452563" y="54783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9" name="instance.C19.171.r1.c2.1940">
              <a:extLst>
                <a:ext uri="{FF2B5EF4-FFF2-40B4-BE49-F238E27FC236}">
                  <a16:creationId id="{C196918F-9C37-4D1D-AAB2-B26786AEA2D3}"/>
                </a:ext>
              </a:extLst>
            </p:cNvPr>
            <p:cNvSpPr>
              <a:spLocks noGrp="1"/>
            </p:cNvSpPr>
            <p:nvPr/>
          </p:nvSpPr>
          <p:spPr>
            <a:xfrm>
              <a:off x="1700213" y="5500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0" name="instance.C19.171.r1.c3.1941">
              <a:extLst>
                <a:ext uri="{FF2B5EF4-FFF2-40B4-BE49-F238E27FC236}">
                  <a16:creationId id="{090C4F22-ED96-4905-B719-4F1B941A677D}"/>
                </a:ext>
              </a:extLst>
            </p:cNvPr>
            <p:cNvSpPr>
              <a:spLocks noGrp="1"/>
            </p:cNvSpPr>
            <p:nvPr/>
          </p:nvSpPr>
          <p:spPr>
            <a:xfrm>
              <a:off x="1947863" y="54783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1" name="instance.C19.171.r1.c4.1942">
              <a:extLst>
                <a:ext uri="{FF2B5EF4-FFF2-40B4-BE49-F238E27FC236}">
                  <a16:creationId id="{A4EACEAA-FB24-40D5-BEFD-7ADE0C77FA9F}"/>
                </a:ext>
              </a:extLst>
            </p:cNvPr>
            <p:cNvSpPr>
              <a:spLocks noGrp="1"/>
            </p:cNvSpPr>
            <p:nvPr/>
          </p:nvSpPr>
          <p:spPr>
            <a:xfrm>
              <a:off x="21955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2" name="instance.C19.171.r1.c5.1943">
              <a:extLst>
                <a:ext uri="{FF2B5EF4-FFF2-40B4-BE49-F238E27FC236}">
                  <a16:creationId id="{13E8CCBF-6990-4C62-8E51-7ACDF84A0D18}"/>
                </a:ext>
              </a:extLst>
            </p:cNvPr>
            <p:cNvSpPr>
              <a:spLocks noGrp="1"/>
            </p:cNvSpPr>
            <p:nvPr/>
          </p:nvSpPr>
          <p:spPr>
            <a:xfrm>
              <a:off x="2443163" y="537060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3" name="instance.C19.171.r1.c6.1944">
              <a:extLst>
                <a:ext uri="{FF2B5EF4-FFF2-40B4-BE49-F238E27FC236}">
                  <a16:creationId id="{19B04937-3AAB-45D9-87F6-CDFC433D54E7}"/>
                </a:ext>
              </a:extLst>
            </p:cNvPr>
            <p:cNvSpPr>
              <a:spLocks noGrp="1"/>
            </p:cNvSpPr>
            <p:nvPr/>
          </p:nvSpPr>
          <p:spPr>
            <a:xfrm>
              <a:off x="2690813" y="5348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4" name="instance.C19.171.r1.c7.1945">
              <a:extLst>
                <a:ext uri="{FF2B5EF4-FFF2-40B4-BE49-F238E27FC236}">
                  <a16:creationId id="{38C4789C-B0B6-4251-9A81-3165EC24712D}"/>
                </a:ext>
              </a:extLst>
            </p:cNvPr>
            <p:cNvSpPr>
              <a:spLocks noGrp="1"/>
            </p:cNvSpPr>
            <p:nvPr/>
          </p:nvSpPr>
          <p:spPr>
            <a:xfrm>
              <a:off x="2938463" y="537060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5" name="instance.C19.171.r1.c8.1946">
              <a:extLst>
                <a:ext uri="{FF2B5EF4-FFF2-40B4-BE49-F238E27FC236}">
                  <a16:creationId id="{05DE3FDF-E4B3-4002-8FEE-7BC165EBCA5D}"/>
                </a:ext>
              </a:extLst>
            </p:cNvPr>
            <p:cNvSpPr>
              <a:spLocks noGrp="1"/>
            </p:cNvSpPr>
            <p:nvPr/>
          </p:nvSpPr>
          <p:spPr>
            <a:xfrm>
              <a:off x="31861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6" name="instance.C19.171.r2.c0.1947">
              <a:extLst>
                <a:ext uri="{FF2B5EF4-FFF2-40B4-BE49-F238E27FC236}">
                  <a16:creationId id="{58D280B6-6435-463A-A8E1-94A2357E4009}"/>
                </a:ext>
              </a:extLst>
            </p:cNvPr>
            <p:cNvSpPr>
              <a:spLocks noGrp="1"/>
            </p:cNvSpPr>
            <p:nvPr/>
          </p:nvSpPr>
          <p:spPr>
            <a:xfrm>
              <a:off x="1204913" y="5729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7" name="instance.C19.171.r2.c1.1948">
              <a:extLst>
                <a:ext uri="{FF2B5EF4-FFF2-40B4-BE49-F238E27FC236}">
                  <a16:creationId id="{92805F77-AD0F-4D91-9F7D-07D3849AFACC}"/>
                </a:ext>
              </a:extLst>
            </p:cNvPr>
            <p:cNvSpPr>
              <a:spLocks noGrp="1"/>
            </p:cNvSpPr>
            <p:nvPr/>
          </p:nvSpPr>
          <p:spPr>
            <a:xfrm>
              <a:off x="1452563" y="57831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8" name="instance.C19.171.r2.c2.1949">
              <a:extLst>
                <a:ext uri="{FF2B5EF4-FFF2-40B4-BE49-F238E27FC236}">
                  <a16:creationId id="{A5E04BAA-F72C-4DBC-8D95-F0CF7DE244FF}"/>
                </a:ext>
              </a:extLst>
            </p:cNvPr>
            <p:cNvSpPr>
              <a:spLocks noGrp="1"/>
            </p:cNvSpPr>
            <p:nvPr/>
          </p:nvSpPr>
          <p:spPr>
            <a:xfrm>
              <a:off x="1700213" y="5805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9" name="instance.C19.171.r2.c3.1950">
              <a:extLst>
                <a:ext uri="{FF2B5EF4-FFF2-40B4-BE49-F238E27FC236}">
                  <a16:creationId id="{52E0DF26-CC10-4F5C-83E9-E402A9D6A921}"/>
                </a:ext>
              </a:extLst>
            </p:cNvPr>
            <p:cNvSpPr>
              <a:spLocks noGrp="1"/>
            </p:cNvSpPr>
            <p:nvPr/>
          </p:nvSpPr>
          <p:spPr>
            <a:xfrm>
              <a:off x="1947863" y="5783169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0" name="instance.C19.171.r2.c4.1951">
              <a:extLst>
                <a:ext uri="{FF2B5EF4-FFF2-40B4-BE49-F238E27FC236}">
                  <a16:creationId id="{C87CEFE2-3AED-4228-8024-7F9AC4FD89FA}"/>
                </a:ext>
              </a:extLst>
            </p:cNvPr>
            <p:cNvSpPr>
              <a:spLocks noGrp="1"/>
            </p:cNvSpPr>
            <p:nvPr/>
          </p:nvSpPr>
          <p:spPr>
            <a:xfrm>
              <a:off x="2195513" y="5729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1" name="instance.C19.171.r2.c5.1952">
              <a:extLst>
                <a:ext uri="{FF2B5EF4-FFF2-40B4-BE49-F238E27FC236}">
                  <a16:creationId id="{F4ACFBE7-8911-40B9-BDF3-DC2E06F3913A}"/>
                </a:ext>
              </a:extLst>
            </p:cNvPr>
            <p:cNvSpPr>
              <a:spLocks noGrp="1"/>
            </p:cNvSpPr>
            <p:nvPr/>
          </p:nvSpPr>
          <p:spPr>
            <a:xfrm>
              <a:off x="2443163" y="567540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2" name="instance.C19.171.r2.c6.1953">
              <a:extLst>
                <a:ext uri="{FF2B5EF4-FFF2-40B4-BE49-F238E27FC236}">
                  <a16:creationId id="{20556418-2AB2-47E7-996A-363FBBBA289B}"/>
                </a:ext>
              </a:extLst>
            </p:cNvPr>
            <p:cNvSpPr>
              <a:spLocks noGrp="1"/>
            </p:cNvSpPr>
            <p:nvPr/>
          </p:nvSpPr>
          <p:spPr>
            <a:xfrm>
              <a:off x="2690813" y="5653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3" name="instance.C19.171.r2.c7.1954">
              <a:extLst>
                <a:ext uri="{FF2B5EF4-FFF2-40B4-BE49-F238E27FC236}">
                  <a16:creationId id="{E337F828-76A8-49CF-8545-5C12BCED39E5}"/>
                </a:ext>
              </a:extLst>
            </p:cNvPr>
            <p:cNvSpPr>
              <a:spLocks noGrp="1"/>
            </p:cNvSpPr>
            <p:nvPr/>
          </p:nvSpPr>
          <p:spPr>
            <a:xfrm>
              <a:off x="2938463" y="5675406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4" name="instance.C19.171.r2.c8.1955">
              <a:extLst>
                <a:ext uri="{FF2B5EF4-FFF2-40B4-BE49-F238E27FC236}">
                  <a16:creationId id="{9CC79767-C908-4A52-B747-E3012C51B6FD}"/>
                </a:ext>
              </a:extLst>
            </p:cNvPr>
            <p:cNvSpPr>
              <a:spLocks noGrp="1"/>
            </p:cNvSpPr>
            <p:nvPr/>
          </p:nvSpPr>
          <p:spPr>
            <a:xfrm>
              <a:off x="3186113" y="57292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105" name="gallery.dots-wave.note.1956">
            <a:extLst>
              <a:ext uri="{FF2B5EF4-FFF2-40B4-BE49-F238E27FC236}">
                <a16:creationId id="{C7889DBE-A907-4524-B065-4A3111B068BF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三条点行沿相同波形起伏</a:t>
            </a:r>
          </a:p>
        </p:txBody>
      </p:sp>
      <p:sp>
        <p:nvSpPr>
          <p:cNvPr id="106" name="gallery.dots-tapered.frame.1957">
            <a:extLst>
              <a:ext uri="{FF2B5EF4-FFF2-40B4-BE49-F238E27FC236}">
                <a16:creationId id="{C4A84E0A-5234-4EC2-ACC0-C6B0504B4301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07" name="gallery.dots-tapered.heading.1958">
            <a:extLst>
              <a:ext uri="{FF2B5EF4-FFF2-40B4-BE49-F238E27FC236}">
                <a16:creationId id="{85611346-18D6-4A27-8C8A-26C7E2FC4EB9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疏密渐变</a:t>
            </a:r>
          </a:p>
        </p:txBody>
      </p:sp>
      <p:grpSp>
        <p:nvGrpSpPr>
          <p:cNvPr id="156" name="疏密渐变"/>
          <p:cNvGrpSpPr/>
          <p:nvPr/>
        </p:nvGrpSpPr>
        <p:grpSpPr>
          <a:xfrm>
            <a:off x="5033963" y="5157788"/>
            <a:ext cx="2105025" cy="638175"/>
            <a:chOff x="5033963" y="5157788"/>
            <a:chExt cx="2105025" cy="638175"/>
          </a:xfrm>
        </p:grpSpPr>
        <p:sp>
          <p:nvSpPr>
            <p:cNvPr id="108" name="instance.C19.172.r0.c0.1959">
              <a:extLst>
                <a:ext uri="{FF2B5EF4-FFF2-40B4-BE49-F238E27FC236}">
                  <a16:creationId id="{E9244535-9E2A-4BDF-BACA-4421BAFD6605}"/>
                </a:ext>
              </a:extLst>
            </p:cNvPr>
            <p:cNvSpPr>
              <a:spLocks noGrp="1"/>
            </p:cNvSpPr>
            <p:nvPr/>
          </p:nvSpPr>
          <p:spPr>
            <a:xfrm>
              <a:off x="5033963" y="5157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9" name="instance.C19.172.r0.c1.1960">
              <a:extLst>
                <a:ext uri="{FF2B5EF4-FFF2-40B4-BE49-F238E27FC236}">
                  <a16:creationId id="{59223189-D235-45F2-B453-B5C79E3FBCE3}"/>
                </a:ext>
              </a:extLst>
            </p:cNvPr>
            <p:cNvSpPr>
              <a:spLocks noGrp="1"/>
            </p:cNvSpPr>
            <p:nvPr/>
          </p:nvSpPr>
          <p:spPr>
            <a:xfrm>
              <a:off x="5205413" y="5157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0" name="instance.C19.172.r0.c2.1961">
              <a:extLst>
                <a:ext uri="{FF2B5EF4-FFF2-40B4-BE49-F238E27FC236}">
                  <a16:creationId id="{F9F4C325-C3E4-4721-B988-51F7056160F4}"/>
                </a:ext>
              </a:extLst>
            </p:cNvPr>
            <p:cNvSpPr>
              <a:spLocks noGrp="1"/>
            </p:cNvSpPr>
            <p:nvPr/>
          </p:nvSpPr>
          <p:spPr>
            <a:xfrm>
              <a:off x="5414963" y="5157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1" name="instance.C19.172.r0.c3.1962">
              <a:extLst>
                <a:ext uri="{FF2B5EF4-FFF2-40B4-BE49-F238E27FC236}">
                  <a16:creationId id="{56BB554F-22A8-4483-8C0E-1BCE699726B0}"/>
                </a:ext>
              </a:extLst>
            </p:cNvPr>
            <p:cNvSpPr>
              <a:spLocks noGrp="1"/>
            </p:cNvSpPr>
            <p:nvPr/>
          </p:nvSpPr>
          <p:spPr>
            <a:xfrm>
              <a:off x="5681663" y="5157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2" name="instance.C19.172.r0.c4.1963">
              <a:extLst>
                <a:ext uri="{FF2B5EF4-FFF2-40B4-BE49-F238E27FC236}">
                  <a16:creationId id="{F86D12E9-0B26-4921-9283-228F51BABDC7}"/>
                </a:ext>
              </a:extLst>
            </p:cNvPr>
            <p:cNvSpPr>
              <a:spLocks noGrp="1"/>
            </p:cNvSpPr>
            <p:nvPr/>
          </p:nvSpPr>
          <p:spPr>
            <a:xfrm>
              <a:off x="6024563" y="5157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3" name="instance.C19.172.r0.c5.1964">
              <a:extLst>
                <a:ext uri="{FF2B5EF4-FFF2-40B4-BE49-F238E27FC236}">
                  <a16:creationId id="{7F198E15-DCAD-4DCE-A893-F93AD46F78EC}"/>
                </a:ext>
              </a:extLst>
            </p:cNvPr>
            <p:cNvSpPr>
              <a:spLocks noGrp="1"/>
            </p:cNvSpPr>
            <p:nvPr/>
          </p:nvSpPr>
          <p:spPr>
            <a:xfrm>
              <a:off x="6462713" y="5157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4" name="instance.C19.172.r0.c6.1965">
              <a:extLst>
                <a:ext uri="{FF2B5EF4-FFF2-40B4-BE49-F238E27FC236}">
                  <a16:creationId id="{EAB2C587-1437-413B-8FB7-491DE7B2335D}"/>
                </a:ext>
              </a:extLst>
            </p:cNvPr>
            <p:cNvSpPr>
              <a:spLocks noGrp="1"/>
            </p:cNvSpPr>
            <p:nvPr/>
          </p:nvSpPr>
          <p:spPr>
            <a:xfrm>
              <a:off x="7034213" y="5157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5" name="instance.C19.172.r1.c0.1966">
              <a:extLst>
                <a:ext uri="{FF2B5EF4-FFF2-40B4-BE49-F238E27FC236}">
                  <a16:creationId id="{E1FF8F40-BF67-48B1-AB99-D9BC59F7D883}"/>
                </a:ext>
              </a:extLst>
            </p:cNvPr>
            <p:cNvSpPr>
              <a:spLocks noGrp="1"/>
            </p:cNvSpPr>
            <p:nvPr/>
          </p:nvSpPr>
          <p:spPr>
            <a:xfrm>
              <a:off x="503396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6" name="instance.C19.172.r1.c1.1967">
              <a:extLst>
                <a:ext uri="{FF2B5EF4-FFF2-40B4-BE49-F238E27FC236}">
                  <a16:creationId id="{6B222B23-9935-473F-951B-E6DE205FDE0F}"/>
                </a:ext>
              </a:extLst>
            </p:cNvPr>
            <p:cNvSpPr>
              <a:spLocks noGrp="1"/>
            </p:cNvSpPr>
            <p:nvPr/>
          </p:nvSpPr>
          <p:spPr>
            <a:xfrm>
              <a:off x="52054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7" name="instance.C19.172.r1.c2.1968">
              <a:extLst>
                <a:ext uri="{FF2B5EF4-FFF2-40B4-BE49-F238E27FC236}">
                  <a16:creationId id="{5DBF270F-9FEF-4724-9884-ACA25C48C0CE}"/>
                </a:ext>
              </a:extLst>
            </p:cNvPr>
            <p:cNvSpPr>
              <a:spLocks noGrp="1"/>
            </p:cNvSpPr>
            <p:nvPr/>
          </p:nvSpPr>
          <p:spPr>
            <a:xfrm>
              <a:off x="541496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8" name="instance.C19.172.r1.c3.1969">
              <a:extLst>
                <a:ext uri="{FF2B5EF4-FFF2-40B4-BE49-F238E27FC236}">
                  <a16:creationId id="{BC75B8F5-E1C9-4B04-B315-7F329B039C28}"/>
                </a:ext>
              </a:extLst>
            </p:cNvPr>
            <p:cNvSpPr>
              <a:spLocks noGrp="1"/>
            </p:cNvSpPr>
            <p:nvPr/>
          </p:nvSpPr>
          <p:spPr>
            <a:xfrm>
              <a:off x="568166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9" name="instance.C19.172.r1.c4.1970">
              <a:extLst>
                <a:ext uri="{FF2B5EF4-FFF2-40B4-BE49-F238E27FC236}">
                  <a16:creationId id="{7A30FBF8-8B7B-4086-B0F9-9E6BBDB8E90B}"/>
                </a:ext>
              </a:extLst>
            </p:cNvPr>
            <p:cNvSpPr>
              <a:spLocks noGrp="1"/>
            </p:cNvSpPr>
            <p:nvPr/>
          </p:nvSpPr>
          <p:spPr>
            <a:xfrm>
              <a:off x="602456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0" name="instance.C19.172.r1.c5.1971">
              <a:extLst>
                <a:ext uri="{FF2B5EF4-FFF2-40B4-BE49-F238E27FC236}">
                  <a16:creationId id="{1749AA24-2BFB-412B-AEB8-E618EE1182CF}"/>
                </a:ext>
              </a:extLst>
            </p:cNvPr>
            <p:cNvSpPr>
              <a:spLocks noGrp="1"/>
            </p:cNvSpPr>
            <p:nvPr/>
          </p:nvSpPr>
          <p:spPr>
            <a:xfrm>
              <a:off x="64627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1" name="instance.C19.172.r1.c6.1972">
              <a:extLst>
                <a:ext uri="{FF2B5EF4-FFF2-40B4-BE49-F238E27FC236}">
                  <a16:creationId id="{3194E9DA-7C38-4260-95CD-370EC8211025}"/>
                </a:ext>
              </a:extLst>
            </p:cNvPr>
            <p:cNvSpPr>
              <a:spLocks noGrp="1"/>
            </p:cNvSpPr>
            <p:nvPr/>
          </p:nvSpPr>
          <p:spPr>
            <a:xfrm>
              <a:off x="7034213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2" name="instance.C19.172.r2.c0.1973">
              <a:extLst>
                <a:ext uri="{FF2B5EF4-FFF2-40B4-BE49-F238E27FC236}">
                  <a16:creationId id="{8EED90AD-75D7-41CE-9987-F1DFBACA1917}"/>
                </a:ext>
              </a:extLst>
            </p:cNvPr>
            <p:cNvSpPr>
              <a:spLocks noGrp="1"/>
            </p:cNvSpPr>
            <p:nvPr/>
          </p:nvSpPr>
          <p:spPr>
            <a:xfrm>
              <a:off x="5033963" y="5691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3" name="instance.C19.172.r2.c1.1974">
              <a:extLst>
                <a:ext uri="{FF2B5EF4-FFF2-40B4-BE49-F238E27FC236}">
                  <a16:creationId id="{B3270723-80A8-4186-8DC9-174119F0FD18}"/>
                </a:ext>
              </a:extLst>
            </p:cNvPr>
            <p:cNvSpPr>
              <a:spLocks noGrp="1"/>
            </p:cNvSpPr>
            <p:nvPr/>
          </p:nvSpPr>
          <p:spPr>
            <a:xfrm>
              <a:off x="5205413" y="5691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4" name="instance.C19.172.r2.c2.1975">
              <a:extLst>
                <a:ext uri="{FF2B5EF4-FFF2-40B4-BE49-F238E27FC236}">
                  <a16:creationId id="{EA7630C1-85FF-4027-A73A-392012FFC1AD}"/>
                </a:ext>
              </a:extLst>
            </p:cNvPr>
            <p:cNvSpPr>
              <a:spLocks noGrp="1"/>
            </p:cNvSpPr>
            <p:nvPr/>
          </p:nvSpPr>
          <p:spPr>
            <a:xfrm>
              <a:off x="5414963" y="5691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5" name="instance.C19.172.r2.c3.1976">
              <a:extLst>
                <a:ext uri="{FF2B5EF4-FFF2-40B4-BE49-F238E27FC236}">
                  <a16:creationId id="{A6D76B22-9162-4877-9FE2-88B4C57DD08D}"/>
                </a:ext>
              </a:extLst>
            </p:cNvPr>
            <p:cNvSpPr>
              <a:spLocks noGrp="1"/>
            </p:cNvSpPr>
            <p:nvPr/>
          </p:nvSpPr>
          <p:spPr>
            <a:xfrm>
              <a:off x="5681663" y="5691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6" name="instance.C19.172.r2.c4.1977">
              <a:extLst>
                <a:ext uri="{FF2B5EF4-FFF2-40B4-BE49-F238E27FC236}">
                  <a16:creationId id="{584E9504-6BA3-492C-9AED-673088B97B6C}"/>
                </a:ext>
              </a:extLst>
            </p:cNvPr>
            <p:cNvSpPr>
              <a:spLocks noGrp="1"/>
            </p:cNvSpPr>
            <p:nvPr/>
          </p:nvSpPr>
          <p:spPr>
            <a:xfrm>
              <a:off x="6024563" y="5691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7" name="instance.C19.172.r2.c5.1978">
              <a:extLst>
                <a:ext uri="{FF2B5EF4-FFF2-40B4-BE49-F238E27FC236}">
                  <a16:creationId id="{93D27FB5-8CF4-454F-961A-559CD1807C15}"/>
                </a:ext>
              </a:extLst>
            </p:cNvPr>
            <p:cNvSpPr>
              <a:spLocks noGrp="1"/>
            </p:cNvSpPr>
            <p:nvPr/>
          </p:nvSpPr>
          <p:spPr>
            <a:xfrm>
              <a:off x="6462713" y="5691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8" name="instance.C19.172.r2.c6.1979">
              <a:extLst>
                <a:ext uri="{FF2B5EF4-FFF2-40B4-BE49-F238E27FC236}">
                  <a16:creationId id="{F7F595D6-0424-4DF9-AD12-DAE5FC477A3F}"/>
                </a:ext>
              </a:extLst>
            </p:cNvPr>
            <p:cNvSpPr>
              <a:spLocks noGrp="1"/>
            </p:cNvSpPr>
            <p:nvPr/>
          </p:nvSpPr>
          <p:spPr>
            <a:xfrm>
              <a:off x="7034213" y="5691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129" name="gallery.dots-tapered.note.1980">
            <a:extLst>
              <a:ext uri="{FF2B5EF4-FFF2-40B4-BE49-F238E27FC236}">
                <a16:creationId id="{D4611D05-19E9-41FB-B76B-F1CDDB92DBA7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横向点距逐段增加形成疏密</a:t>
            </a:r>
          </a:p>
        </p:txBody>
      </p:sp>
      <p:sp>
        <p:nvSpPr>
          <p:cNvPr id="130" name="gallery.dots-corners.frame.1981">
            <a:extLst>
              <a:ext uri="{FF2B5EF4-FFF2-40B4-BE49-F238E27FC236}">
                <a16:creationId id="{101E2573-0BBF-4ABE-A177-0AB2DBDF9A64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31" name="gallery.dots-corners.heading.1982">
            <a:extLst>
              <a:ext uri="{FF2B5EF4-FFF2-40B4-BE49-F238E27FC236}">
                <a16:creationId id="{D662DDA5-ABEC-4C60-BA97-50BC2D58818D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四角点簇</a:t>
            </a:r>
          </a:p>
        </p:txBody>
      </p:sp>
      <p:grpSp>
        <p:nvGrpSpPr>
          <p:cNvPr id="157" name="四角点簇"/>
          <p:cNvGrpSpPr/>
          <p:nvPr/>
        </p:nvGrpSpPr>
        <p:grpSpPr>
          <a:xfrm>
            <a:off x="8958263" y="5053013"/>
            <a:ext cx="1971675" cy="847725"/>
            <a:chOff x="8958263" y="5053013"/>
            <a:chExt cx="1971675" cy="847725"/>
          </a:xfrm>
        </p:grpSpPr>
        <p:sp>
          <p:nvSpPr>
            <p:cNvPr id="132" name="instance.C19.173.corner0.r0.c0.1983">
              <a:extLst>
                <a:ext uri="{FF2B5EF4-FFF2-40B4-BE49-F238E27FC236}">
                  <a16:creationId id="{6CB0DDC8-DA74-4A4C-9299-239A3ED1FDD7}"/>
                </a:ext>
              </a:extLst>
            </p:cNvPr>
            <p:cNvSpPr>
              <a:spLocks noGrp="1"/>
            </p:cNvSpPr>
            <p:nvPr/>
          </p:nvSpPr>
          <p:spPr>
            <a:xfrm>
              <a:off x="8958263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3" name="instance.C19.173.corner0.r0.c1.1984">
              <a:extLst>
                <a:ext uri="{FF2B5EF4-FFF2-40B4-BE49-F238E27FC236}">
                  <a16:creationId id="{3460CFD4-DA83-402A-B169-7DFF0C55BA46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4" name="instance.C19.173.corner0.r1.c0.1985">
              <a:extLst>
                <a:ext uri="{FF2B5EF4-FFF2-40B4-BE49-F238E27FC236}">
                  <a16:creationId id="{AAFB234C-FD47-40FE-9850-EF5F0385EC79}"/>
                </a:ext>
              </a:extLst>
            </p:cNvPr>
            <p:cNvSpPr>
              <a:spLocks noGrp="1"/>
            </p:cNvSpPr>
            <p:nvPr/>
          </p:nvSpPr>
          <p:spPr>
            <a:xfrm>
              <a:off x="8958263" y="5224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5" name="instance.C19.173.corner0.r1.c1.1986">
              <a:extLst>
                <a:ext uri="{FF2B5EF4-FFF2-40B4-BE49-F238E27FC236}">
                  <a16:creationId id="{FBE23B07-F278-4C75-9B64-AC2D5A91765F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5224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6" name="instance.C19.173.corner1.r0.c0.1987">
              <a:extLst>
                <a:ext uri="{FF2B5EF4-FFF2-40B4-BE49-F238E27FC236}">
                  <a16:creationId id="{B129F539-8251-427B-8195-1635FCEAD290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7" name="instance.C19.173.corner1.r0.c1.1988">
              <a:extLst>
                <a:ext uri="{FF2B5EF4-FFF2-40B4-BE49-F238E27FC236}">
                  <a16:creationId id="{7BFC25CA-554A-4022-9334-857D9A69CAD2}"/>
                </a:ext>
              </a:extLst>
            </p:cNvPr>
            <p:cNvSpPr>
              <a:spLocks noGrp="1"/>
            </p:cNvSpPr>
            <p:nvPr/>
          </p:nvSpPr>
          <p:spPr>
            <a:xfrm>
              <a:off x="10825163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8" name="instance.C19.173.corner1.r1.c0.1989">
              <a:extLst>
                <a:ext uri="{FF2B5EF4-FFF2-40B4-BE49-F238E27FC236}">
                  <a16:creationId id="{31D662F0-CCC2-44C4-ADBC-D0D5FA932164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5224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9" name="instance.C19.173.corner1.r1.c1.1990">
              <a:extLst>
                <a:ext uri="{FF2B5EF4-FFF2-40B4-BE49-F238E27FC236}">
                  <a16:creationId id="{77A3E8D7-AC2C-4712-8884-E2473E88ECB5}"/>
                </a:ext>
              </a:extLst>
            </p:cNvPr>
            <p:cNvSpPr>
              <a:spLocks noGrp="1"/>
            </p:cNvSpPr>
            <p:nvPr/>
          </p:nvSpPr>
          <p:spPr>
            <a:xfrm>
              <a:off x="10825163" y="5224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0" name="instance.C19.173.corner2.r0.c0.1991">
              <a:extLst>
                <a:ext uri="{FF2B5EF4-FFF2-40B4-BE49-F238E27FC236}">
                  <a16:creationId id="{593CC8B9-3AB1-4265-8E35-E7B74955392A}"/>
                </a:ext>
              </a:extLst>
            </p:cNvPr>
            <p:cNvSpPr>
              <a:spLocks noGrp="1"/>
            </p:cNvSpPr>
            <p:nvPr/>
          </p:nvSpPr>
          <p:spPr>
            <a:xfrm>
              <a:off x="8958263" y="5624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1" name="instance.C19.173.corner2.r0.c1.1992">
              <a:extLst>
                <a:ext uri="{FF2B5EF4-FFF2-40B4-BE49-F238E27FC236}">
                  <a16:creationId id="{92330C5F-2BFA-4A5E-9AA6-2EF04E89FF89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5624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2" name="instance.C19.173.corner2.r1.c0.1993">
              <a:extLst>
                <a:ext uri="{FF2B5EF4-FFF2-40B4-BE49-F238E27FC236}">
                  <a16:creationId id="{FD58DE26-E020-4999-8182-9DCF20EE6B8E}"/>
                </a:ext>
              </a:extLst>
            </p:cNvPr>
            <p:cNvSpPr>
              <a:spLocks noGrp="1"/>
            </p:cNvSpPr>
            <p:nvPr/>
          </p:nvSpPr>
          <p:spPr>
            <a:xfrm>
              <a:off x="8958263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3" name="instance.C19.173.corner2.r1.c1.1994">
              <a:extLst>
                <a:ext uri="{FF2B5EF4-FFF2-40B4-BE49-F238E27FC236}">
                  <a16:creationId id="{8A64A71F-E955-48B4-8BC4-DBE250FE2CD3}"/>
                </a:ext>
              </a:extLst>
            </p:cNvPr>
            <p:cNvSpPr>
              <a:spLocks noGrp="1"/>
            </p:cNvSpPr>
            <p:nvPr/>
          </p:nvSpPr>
          <p:spPr>
            <a:xfrm>
              <a:off x="9129713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4" name="instance.C19.173.corner3.r0.c0.1995">
              <a:extLst>
                <a:ext uri="{FF2B5EF4-FFF2-40B4-BE49-F238E27FC236}">
                  <a16:creationId id="{BA2C6EE3-B738-4C36-87DB-FFD7598428E0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5624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5" name="instance.C19.173.corner3.r0.c1.1996">
              <a:extLst>
                <a:ext uri="{FF2B5EF4-FFF2-40B4-BE49-F238E27FC236}">
                  <a16:creationId id="{CEBC910E-02F0-4404-8303-B85F00B3B061}"/>
                </a:ext>
              </a:extLst>
            </p:cNvPr>
            <p:cNvSpPr>
              <a:spLocks noGrp="1"/>
            </p:cNvSpPr>
            <p:nvPr/>
          </p:nvSpPr>
          <p:spPr>
            <a:xfrm>
              <a:off x="10825163" y="5624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6" name="instance.C19.173.corner3.r1.c0.1997">
              <a:extLst>
                <a:ext uri="{FF2B5EF4-FFF2-40B4-BE49-F238E27FC236}">
                  <a16:creationId id="{93F64063-068D-49DE-AB1E-265B711DB842}"/>
                </a:ext>
              </a:extLst>
            </p:cNvPr>
            <p:cNvSpPr>
              <a:spLocks noGrp="1"/>
            </p:cNvSpPr>
            <p:nvPr/>
          </p:nvSpPr>
          <p:spPr>
            <a:xfrm>
              <a:off x="10653713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7" name="instance.C19.173.corner3.r1.c1.1998">
              <a:extLst>
                <a:ext uri="{FF2B5EF4-FFF2-40B4-BE49-F238E27FC236}">
                  <a16:creationId id="{E54D1821-11A2-4EEB-830F-2D6EB670EE54}"/>
                </a:ext>
              </a:extLst>
            </p:cNvPr>
            <p:cNvSpPr>
              <a:spLocks noGrp="1"/>
            </p:cNvSpPr>
            <p:nvPr/>
          </p:nvSpPr>
          <p:spPr>
            <a:xfrm>
              <a:off x="10825163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148" name="gallery.dots-corners.note.1999">
            <a:extLst>
              <a:ext uri="{FF2B5EF4-FFF2-40B4-BE49-F238E27FC236}">
                <a16:creationId id="{96462093-12C3-4B3C-995B-67B4C8056018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四角各有独立点簇中间留白</a:t>
            </a:r>
          </a:p>
        </p:txBody>
      </p:sp>
      <p:sp>
        <p:nvSpPr>
          <p:cNvPr id="158" name="navigation.rule.2754">
            <a:extLst>
              <a:ext uri="{FF2B5EF4-FFF2-40B4-BE49-F238E27FC236}">
                <a16:creationId id="{AF98DA62-5842-45D9-B74B-D24AA06BDAE0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59" name="navigation.section.2755">
            <a:extLst>
              <a:ext uri="{FF2B5EF4-FFF2-40B4-BE49-F238E27FC236}">
                <a16:creationId id="{D07D0780-A965-419F-A5A4-1CC93B68FE9F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第7节　单元格与圆点阵列</a:t>
            </a:r>
          </a:p>
        </p:txBody>
      </p:sp>
      <p:sp>
        <p:nvSpPr>
          <p:cNvPr id="160" name="navigation.page.2756">
            <a:extLst>
              <a:ext uri="{FF2B5EF4-FFF2-40B4-BE49-F238E27FC236}">
                <a16:creationId id="{67B94DA2-3943-48D6-AE81-47219302231F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44 / 53</a:t>
            </a:r>
          </a:p>
        </p:txBody>
      </p:sp>
    </p:spTree>
    <p:extLst>
      <p:ext uri="{BB962C8B-B14F-4D97-AF65-F5344CB8AC3E}">
        <p14:creationId val="23914122"/>
      </p:ext>
    </p:extLst>
  </p:cSld>
</p:sld>
</file>

<file path=ppt/slides/slide4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67" name="7.5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166" name="header.accent.2000">
              <a:extLst>
                <a:ext uri="{FF2B5EF4-FFF2-40B4-BE49-F238E27FC236}">
                  <a16:creationId id="{34AD2A4B-19A9-4524-8B3A-793BD3F7255E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001">
              <a:extLst>
                <a:ext uri="{FF2B5EF4-FFF2-40B4-BE49-F238E27FC236}">
                  <a16:creationId id="{E4D40F73-AFBB-42F5-AFCB-111F29A5E528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7.5</a:t>
              </a:r>
            </a:p>
          </p:txBody>
        </p:sp>
        <p:sp>
          <p:nvSpPr>
            <p:cNvPr id="3" name="header.gradient.2002">
              <a:extLst>
                <a:ext uri="{FF2B5EF4-FFF2-40B4-BE49-F238E27FC236}">
                  <a16:creationId id="{5EBFADA5-CF81-4CCE-A7E0-27D5D48DA450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003">
              <a:extLst>
                <a:ext uri="{FF2B5EF4-FFF2-40B4-BE49-F238E27FC236}">
                  <a16:creationId id="{60B705F2-12EA-44CC-BD98-82C24D159AB7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复合单元格阵列</a:t>
              </a:r>
            </a:p>
          </p:txBody>
        </p:sp>
        <p:sp>
          <p:nvSpPr>
            <p:cNvPr id="5" name="header.library.2004">
              <a:extLst>
                <a:ext uri="{FF2B5EF4-FFF2-40B4-BE49-F238E27FC236}">
                  <a16:creationId id="{C13964DA-0933-4220-879C-61DB0531103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168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005">
              <a:extLst>
                <a:ext uri="{FF2B5EF4-FFF2-40B4-BE49-F238E27FC236}">
                  <a16:creationId id="{76A301C0-C405-4D52-B763-EF9152936303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006">
              <a:extLst>
                <a:ext uri="{FF2B5EF4-FFF2-40B4-BE49-F238E27FC236}">
                  <a16:creationId id="{3EAFA08A-25A4-41B2-8E2F-D128EACC9BCB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007">
              <a:extLst>
                <a:ext uri="{FF2B5EF4-FFF2-40B4-BE49-F238E27FC236}">
                  <a16:creationId id="{6D6A5BA7-3068-41C7-9628-913D7EB51038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008">
              <a:extLst>
                <a:ext uri="{FF2B5EF4-FFF2-40B4-BE49-F238E27FC236}">
                  <a16:creationId id="{E83A958E-1A8C-467D-AFA5-E64181A39A3A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分带、跨格、留空、对角、括线与小面板丰富矩阵结构，单元格仍可分别编辑。</a:t>
              </a:r>
            </a:p>
          </p:txBody>
        </p:sp>
      </p:grpSp>
      <p:sp>
        <p:nvSpPr>
          <p:cNvPr id="10" name="gallery.cells-banded-matrix.frame.2009">
            <a:extLst>
              <a:ext uri="{FF2B5EF4-FFF2-40B4-BE49-F238E27FC236}">
                <a16:creationId id="{C26DD5DF-CEC0-4B20-8712-4C4499748E70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cells-banded-matrix.heading.2010">
            <a:extLst>
              <a:ext uri="{FF2B5EF4-FFF2-40B4-BE49-F238E27FC236}">
                <a16:creationId id="{9811E95B-AB01-45C2-A4D9-C0AA1EBA199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分带混合格阵</a:t>
            </a:r>
          </a:p>
        </p:txBody>
      </p:sp>
      <p:grpSp>
        <p:nvGrpSpPr>
          <p:cNvPr id="169" name="分带混合格阵"/>
          <p:cNvGrpSpPr/>
          <p:nvPr/>
        </p:nvGrpSpPr>
        <p:grpSpPr>
          <a:xfrm>
            <a:off x="990600" y="2505075"/>
            <a:ext cx="2514600" cy="971550"/>
            <a:chOff x="990600" y="2505075"/>
            <a:chExt cx="2514600" cy="971550"/>
          </a:xfrm>
        </p:grpSpPr>
        <p:sp>
          <p:nvSpPr>
            <p:cNvPr id="12" name="instance.C18.174.full-band.2011">
              <a:extLst>
                <a:ext uri="{FF2B5EF4-FFF2-40B4-BE49-F238E27FC236}">
                  <a16:creationId id="{EBE3462B-E55C-47F4-B10D-2574F96B5F5D}"/>
                </a:ext>
              </a:extLst>
            </p:cNvPr>
            <p:cNvSpPr>
              <a:spLocks noGrp="1"/>
            </p:cNvSpPr>
            <p:nvPr/>
          </p:nvSpPr>
          <p:spPr>
            <a:xfrm>
              <a:off x="990600" y="2505075"/>
              <a:ext cx="2514600" cy="209550"/>
            </a:xfrm>
            <a:prstGeom prst="rect">
              <a:avLst/>
            </a:prstGeom>
            <a:solidFill>
              <a:srgbClr val="0759BE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" name="instance.C18.174.middle.c0.2012">
              <a:extLst>
                <a:ext uri="{FF2B5EF4-FFF2-40B4-BE49-F238E27FC236}">
                  <a16:creationId id="{6FBF5DC7-C95F-4F45-82AA-88939F7F5187}"/>
                </a:ext>
              </a:extLst>
            </p:cNvPr>
            <p:cNvSpPr>
              <a:spLocks noGrp="1"/>
            </p:cNvSpPr>
            <p:nvPr/>
          </p:nvSpPr>
          <p:spPr>
            <a:xfrm>
              <a:off x="990600" y="2790825"/>
              <a:ext cx="371475" cy="2857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" name="instance.C18.174.middle.c1.2013">
              <a:extLst>
                <a:ext uri="{FF2B5EF4-FFF2-40B4-BE49-F238E27FC236}">
                  <a16:creationId id="{D8C9E666-1D3F-4DF0-AC26-1B5380458C8D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" y="2790825"/>
              <a:ext cx="371475" cy="2857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" name="instance.C18.174.middle.c2.2014">
              <a:extLst>
                <a:ext uri="{FF2B5EF4-FFF2-40B4-BE49-F238E27FC236}">
                  <a16:creationId id="{ED13D667-3B60-49DA-A354-093B7E6EDAD0}"/>
                </a:ext>
              </a:extLst>
            </p:cNvPr>
            <p:cNvSpPr>
              <a:spLocks noGrp="1"/>
            </p:cNvSpPr>
            <p:nvPr/>
          </p:nvSpPr>
          <p:spPr>
            <a:xfrm>
              <a:off x="1847850" y="2790825"/>
              <a:ext cx="371475" cy="2857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6" name="instance.C18.174.middle.c3.2015">
              <a:extLst>
                <a:ext uri="{FF2B5EF4-FFF2-40B4-BE49-F238E27FC236}">
                  <a16:creationId id="{EC28097C-C1CC-4102-99B1-50ADB3FD16FC}"/>
                </a:ext>
              </a:extLst>
            </p:cNvPr>
            <p:cNvSpPr>
              <a:spLocks noGrp="1"/>
            </p:cNvSpPr>
            <p:nvPr/>
          </p:nvSpPr>
          <p:spPr>
            <a:xfrm>
              <a:off x="2276475" y="2790825"/>
              <a:ext cx="371475" cy="2857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7" name="instance.C18.174.middle.c4.2016">
              <a:extLst>
                <a:ext uri="{FF2B5EF4-FFF2-40B4-BE49-F238E27FC236}">
                  <a16:creationId id="{159B768A-6669-4CBC-88C4-92D509705730}"/>
                </a:ext>
              </a:extLst>
            </p:cNvPr>
            <p:cNvSpPr>
              <a:spLocks noGrp="1"/>
            </p:cNvSpPr>
            <p:nvPr/>
          </p:nvSpPr>
          <p:spPr>
            <a:xfrm>
              <a:off x="2705100" y="2790825"/>
              <a:ext cx="371475" cy="2857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8" name="instance.C18.174.middle.c5.2017">
              <a:extLst>
                <a:ext uri="{FF2B5EF4-FFF2-40B4-BE49-F238E27FC236}">
                  <a16:creationId id="{B26DC1B1-BEC0-4A2B-976B-1C1AB2FF10A5}"/>
                </a:ext>
              </a:extLst>
            </p:cNvPr>
            <p:cNvSpPr>
              <a:spLocks noGrp="1"/>
            </p:cNvSpPr>
            <p:nvPr/>
          </p:nvSpPr>
          <p:spPr>
            <a:xfrm>
              <a:off x="3133725" y="2790825"/>
              <a:ext cx="371475" cy="2857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9" name="instance.C18.174.lower-wide.2018">
              <a:extLst>
                <a:ext uri="{FF2B5EF4-FFF2-40B4-BE49-F238E27FC236}">
                  <a16:creationId id="{9784D8B2-3E70-4454-955E-10B569D4B39B}"/>
                </a:ext>
              </a:extLst>
            </p:cNvPr>
            <p:cNvSpPr>
              <a:spLocks noGrp="1"/>
            </p:cNvSpPr>
            <p:nvPr/>
          </p:nvSpPr>
          <p:spPr>
            <a:xfrm>
              <a:off x="990600" y="3152775"/>
              <a:ext cx="1181100" cy="3238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20" name="instance.C18.174.lower.c1.2019">
              <a:extLst>
                <a:ext uri="{FF2B5EF4-FFF2-40B4-BE49-F238E27FC236}">
                  <a16:creationId id="{CBE3EF0C-B2C2-48CF-BD67-9F825FA5C9C6}"/>
                </a:ext>
              </a:extLst>
            </p:cNvPr>
            <p:cNvSpPr>
              <a:spLocks noGrp="1"/>
            </p:cNvSpPr>
            <p:nvPr/>
          </p:nvSpPr>
          <p:spPr>
            <a:xfrm>
              <a:off x="2247900" y="3152775"/>
              <a:ext cx="381000" cy="3238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21" name="instance.C18.174.lower.c2.2020">
              <a:extLst>
                <a:ext uri="{FF2B5EF4-FFF2-40B4-BE49-F238E27FC236}">
                  <a16:creationId id="{5D924B1F-9EA2-43E5-A770-DEE950CD1D03}"/>
                </a:ext>
              </a:extLst>
            </p:cNvPr>
            <p:cNvSpPr>
              <a:spLocks noGrp="1"/>
            </p:cNvSpPr>
            <p:nvPr/>
          </p:nvSpPr>
          <p:spPr>
            <a:xfrm>
              <a:off x="2686050" y="3152775"/>
              <a:ext cx="381000" cy="3238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22" name="instance.C18.174.lower.c3.2021">
              <a:extLst>
                <a:ext uri="{FF2B5EF4-FFF2-40B4-BE49-F238E27FC236}">
                  <a16:creationId id="{8B69C9D4-7941-45BC-BAEF-53079E767F3F}"/>
                </a:ext>
              </a:extLst>
            </p:cNvPr>
            <p:cNvSpPr>
              <a:spLocks noGrp="1"/>
            </p:cNvSpPr>
            <p:nvPr/>
          </p:nvSpPr>
          <p:spPr>
            <a:xfrm>
              <a:off x="3124200" y="3152775"/>
              <a:ext cx="381000" cy="3238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</p:grpSp>
      <p:sp>
        <p:nvSpPr>
          <p:cNvPr id="23" name="gallery.cells-banded-matrix.note.2022">
            <a:extLst>
              <a:ext uri="{FF2B5EF4-FFF2-40B4-BE49-F238E27FC236}">
                <a16:creationId id="{17148DED-89F6-4C74-AFB0-464A994E4EE7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通栏分带与短格共同组成矩阵</a:t>
            </a:r>
          </a:p>
        </p:txBody>
      </p:sp>
      <p:sp>
        <p:nvSpPr>
          <p:cNvPr id="24" name="gallery.cells-merged-matrix.frame.2023">
            <a:extLst>
              <a:ext uri="{FF2B5EF4-FFF2-40B4-BE49-F238E27FC236}">
                <a16:creationId id="{5DC76985-342E-40F6-8639-6E405FA3A045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5" name="gallery.cells-merged-matrix.heading.2024">
            <a:extLst>
              <a:ext uri="{FF2B5EF4-FFF2-40B4-BE49-F238E27FC236}">
                <a16:creationId id="{7805F6DC-3196-435B-9FB2-1CC8A1CEB58C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跨格主区矩阵</a:t>
            </a:r>
          </a:p>
        </p:txBody>
      </p:sp>
      <p:grpSp>
        <p:nvGrpSpPr>
          <p:cNvPr id="170" name="跨格主区矩阵"/>
          <p:cNvGrpSpPr/>
          <p:nvPr/>
        </p:nvGrpSpPr>
        <p:grpSpPr>
          <a:xfrm>
            <a:off x="4838700" y="2505075"/>
            <a:ext cx="2514600" cy="990601"/>
            <a:chOff x="4838700" y="2505075"/>
            <a:chExt cx="2514600" cy="990601"/>
          </a:xfrm>
        </p:grpSpPr>
        <p:sp>
          <p:nvSpPr>
            <p:cNvPr id="26" name="instance.C18.175.merged-main.2025">
              <a:extLst>
                <a:ext uri="{FF2B5EF4-FFF2-40B4-BE49-F238E27FC236}">
                  <a16:creationId id="{19D8C41D-CB4C-42A6-9048-FF342230082C}"/>
                </a:ext>
              </a:extLst>
            </p:cNvPr>
            <p:cNvSpPr>
              <a:spLocks noGrp="1"/>
            </p:cNvSpPr>
            <p:nvPr/>
          </p:nvSpPr>
          <p:spPr>
            <a:xfrm>
              <a:off x="4838700" y="2505075"/>
              <a:ext cx="1228725" cy="728663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27" name="instance.C18.175.r0.c3.2026">
              <a:extLst>
                <a:ext uri="{FF2B5EF4-FFF2-40B4-BE49-F238E27FC236}">
                  <a16:creationId id="{96A107CF-DDBD-4555-AA7D-4015DBB31171}"/>
                </a:ext>
              </a:extLst>
            </p:cNvPr>
            <p:cNvSpPr>
              <a:spLocks noGrp="1"/>
            </p:cNvSpPr>
            <p:nvPr/>
          </p:nvSpPr>
          <p:spPr>
            <a:xfrm>
              <a:off x="6124575" y="2505075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28" name="instance.C18.175.r0.c4.2027">
              <a:extLst>
                <a:ext uri="{FF2B5EF4-FFF2-40B4-BE49-F238E27FC236}">
                  <a16:creationId id="{7CAF26DC-035D-4FDB-A489-E794C0935F17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2505075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29" name="instance.C18.175.r0.c5.2028">
              <a:extLst>
                <a:ext uri="{FF2B5EF4-FFF2-40B4-BE49-F238E27FC236}">
                  <a16:creationId id="{53A629E3-4A3F-4889-A65F-423B985F0749}"/>
                </a:ext>
              </a:extLst>
            </p:cNvPr>
            <p:cNvSpPr>
              <a:spLocks noGrp="1"/>
            </p:cNvSpPr>
            <p:nvPr/>
          </p:nvSpPr>
          <p:spPr>
            <a:xfrm>
              <a:off x="6981825" y="2505075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0" name="instance.C18.175.r1.c3.2029">
              <a:extLst>
                <a:ext uri="{FF2B5EF4-FFF2-40B4-BE49-F238E27FC236}">
                  <a16:creationId id="{11C21BFB-0D50-4AA6-9A8A-2B353002ECEE}"/>
                </a:ext>
              </a:extLst>
            </p:cNvPr>
            <p:cNvSpPr>
              <a:spLocks noGrp="1"/>
            </p:cNvSpPr>
            <p:nvPr/>
          </p:nvSpPr>
          <p:spPr>
            <a:xfrm>
              <a:off x="6124575" y="2767013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1" name="instance.C18.175.r1.c4.2030">
              <a:extLst>
                <a:ext uri="{FF2B5EF4-FFF2-40B4-BE49-F238E27FC236}">
                  <a16:creationId id="{BD1CB404-7EF6-4F22-B921-D1030DC65ECF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2767013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2" name="instance.C18.175.r1.c5.2031">
              <a:extLst>
                <a:ext uri="{FF2B5EF4-FFF2-40B4-BE49-F238E27FC236}">
                  <a16:creationId id="{FD2D52D0-3743-42BA-BED9-BE705B08BD72}"/>
                </a:ext>
              </a:extLst>
            </p:cNvPr>
            <p:cNvSpPr>
              <a:spLocks noGrp="1"/>
            </p:cNvSpPr>
            <p:nvPr/>
          </p:nvSpPr>
          <p:spPr>
            <a:xfrm>
              <a:off x="6981825" y="2767013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3" name="instance.C18.175.r2.c3.2032">
              <a:extLst>
                <a:ext uri="{FF2B5EF4-FFF2-40B4-BE49-F238E27FC236}">
                  <a16:creationId id="{E4F35E67-1B21-49AD-902D-9CB69C50B0B0}"/>
                </a:ext>
              </a:extLst>
            </p:cNvPr>
            <p:cNvSpPr>
              <a:spLocks noGrp="1"/>
            </p:cNvSpPr>
            <p:nvPr/>
          </p:nvSpPr>
          <p:spPr>
            <a:xfrm>
              <a:off x="6124575" y="3028950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4" name="instance.C18.175.r2.c4.2033">
              <a:extLst>
                <a:ext uri="{FF2B5EF4-FFF2-40B4-BE49-F238E27FC236}">
                  <a16:creationId id="{1D247BC7-61DA-4E52-956C-B7F42726A2F7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3028950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5" name="instance.C18.175.r2.c5.2034">
              <a:extLst>
                <a:ext uri="{FF2B5EF4-FFF2-40B4-BE49-F238E27FC236}">
                  <a16:creationId id="{B35092ED-FAF6-4396-8D55-294DC752E121}"/>
                </a:ext>
              </a:extLst>
            </p:cNvPr>
            <p:cNvSpPr>
              <a:spLocks noGrp="1"/>
            </p:cNvSpPr>
            <p:nvPr/>
          </p:nvSpPr>
          <p:spPr>
            <a:xfrm>
              <a:off x="6981825" y="3028950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6" name="instance.C18.175.r3.c0.2035">
              <a:extLst>
                <a:ext uri="{FF2B5EF4-FFF2-40B4-BE49-F238E27FC236}">
                  <a16:creationId id="{6E50E35F-967C-4049-A873-5A7A3AB59E45}"/>
                </a:ext>
              </a:extLst>
            </p:cNvPr>
            <p:cNvSpPr>
              <a:spLocks noGrp="1"/>
            </p:cNvSpPr>
            <p:nvPr/>
          </p:nvSpPr>
          <p:spPr>
            <a:xfrm>
              <a:off x="4838700" y="3290888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7" name="instance.C18.175.r3.c1.2036">
              <a:extLst>
                <a:ext uri="{FF2B5EF4-FFF2-40B4-BE49-F238E27FC236}">
                  <a16:creationId id="{7326C686-54E4-47E3-912D-F1A4DBDC5247}"/>
                </a:ext>
              </a:extLst>
            </p:cNvPr>
            <p:cNvSpPr>
              <a:spLocks noGrp="1"/>
            </p:cNvSpPr>
            <p:nvPr/>
          </p:nvSpPr>
          <p:spPr>
            <a:xfrm>
              <a:off x="5267325" y="3290888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8" name="instance.C18.175.r3.c2.2037">
              <a:extLst>
                <a:ext uri="{FF2B5EF4-FFF2-40B4-BE49-F238E27FC236}">
                  <a16:creationId id="{720B3C06-4F36-445A-99D2-870DFBE5B415}"/>
                </a:ext>
              </a:extLst>
            </p:cNvPr>
            <p:cNvSpPr>
              <a:spLocks noGrp="1"/>
            </p:cNvSpPr>
            <p:nvPr/>
          </p:nvSpPr>
          <p:spPr>
            <a:xfrm>
              <a:off x="5695950" y="3290888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39" name="instance.C18.175.r3.c3.2038">
              <a:extLst>
                <a:ext uri="{FF2B5EF4-FFF2-40B4-BE49-F238E27FC236}">
                  <a16:creationId id="{771879E5-6E1D-414A-9BB3-BF20EDC62C8D}"/>
                </a:ext>
              </a:extLst>
            </p:cNvPr>
            <p:cNvSpPr>
              <a:spLocks noGrp="1"/>
            </p:cNvSpPr>
            <p:nvPr/>
          </p:nvSpPr>
          <p:spPr>
            <a:xfrm>
              <a:off x="6124575" y="3290888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40" name="instance.C18.175.r3.c4.2039">
              <a:extLst>
                <a:ext uri="{FF2B5EF4-FFF2-40B4-BE49-F238E27FC236}">
                  <a16:creationId id="{D74C88E2-4996-4BA9-A9B8-078B2C544876}"/>
                </a:ext>
              </a:extLst>
            </p:cNvPr>
            <p:cNvSpPr>
              <a:spLocks noGrp="1"/>
            </p:cNvSpPr>
            <p:nvPr/>
          </p:nvSpPr>
          <p:spPr>
            <a:xfrm>
              <a:off x="6553200" y="3290888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41" name="instance.C18.175.r3.c5.2040">
              <a:extLst>
                <a:ext uri="{FF2B5EF4-FFF2-40B4-BE49-F238E27FC236}">
                  <a16:creationId id="{3308FF69-51EE-4BD8-8161-A5A50F14CB72}"/>
                </a:ext>
              </a:extLst>
            </p:cNvPr>
            <p:cNvSpPr>
              <a:spLocks noGrp="1"/>
            </p:cNvSpPr>
            <p:nvPr/>
          </p:nvSpPr>
          <p:spPr>
            <a:xfrm>
              <a:off x="6981825" y="3290888"/>
              <a:ext cx="371475" cy="20478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</p:grpSp>
      <p:sp>
        <p:nvSpPr>
          <p:cNvPr id="42" name="gallery.cells-merged-matrix.note.2041">
            <a:extLst>
              <a:ext uri="{FF2B5EF4-FFF2-40B4-BE49-F238E27FC236}">
                <a16:creationId id="{C0B70CF9-8C2E-4631-A87C-ED2C8B074948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跨行跨列主格与周边小格并置</a:t>
            </a:r>
          </a:p>
        </p:txBody>
      </p:sp>
      <p:sp>
        <p:nvSpPr>
          <p:cNvPr id="43" name="gallery.cells-sparse-matrix.frame.2042">
            <a:extLst>
              <a:ext uri="{FF2B5EF4-FFF2-40B4-BE49-F238E27FC236}">
                <a16:creationId id="{8AD40FFF-D50C-4D3A-9F2F-575284049DF6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4" name="gallery.cells-sparse-matrix.heading.2043">
            <a:extLst>
              <a:ext uri="{FF2B5EF4-FFF2-40B4-BE49-F238E27FC236}">
                <a16:creationId id="{A0533BBD-265B-434E-B20F-D4F49C3A334B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规则稀疏格阵</a:t>
            </a:r>
          </a:p>
        </p:txBody>
      </p:sp>
      <p:grpSp>
        <p:nvGrpSpPr>
          <p:cNvPr id="171" name="规则稀疏格阵"/>
          <p:cNvGrpSpPr/>
          <p:nvPr/>
        </p:nvGrpSpPr>
        <p:grpSpPr>
          <a:xfrm>
            <a:off x="8686800" y="2543175"/>
            <a:ext cx="2514600" cy="914401"/>
            <a:chOff x="8686800" y="2543175"/>
            <a:chExt cx="2514600" cy="914401"/>
          </a:xfrm>
        </p:grpSpPr>
        <p:sp>
          <p:nvSpPr>
            <p:cNvPr id="45" name="instance.C18.176.r0.c1.2044">
              <a:extLst>
                <a:ext uri="{FF2B5EF4-FFF2-40B4-BE49-F238E27FC236}">
                  <a16:creationId id="{79B25596-CA4E-4188-B9FB-A1312C783D5E}"/>
                </a:ext>
              </a:extLst>
            </p:cNvPr>
            <p:cNvSpPr>
              <a:spLocks noGrp="1"/>
            </p:cNvSpPr>
            <p:nvPr/>
          </p:nvSpPr>
          <p:spPr>
            <a:xfrm>
              <a:off x="9008269" y="25431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46" name="instance.C18.176.r0.c2.2045">
              <a:extLst>
                <a:ext uri="{FF2B5EF4-FFF2-40B4-BE49-F238E27FC236}">
                  <a16:creationId id="{440C0658-E1A0-44B4-BD22-F61E636171DF}"/>
                </a:ext>
              </a:extLst>
            </p:cNvPr>
            <p:cNvSpPr>
              <a:spLocks noGrp="1"/>
            </p:cNvSpPr>
            <p:nvPr/>
          </p:nvSpPr>
          <p:spPr>
            <a:xfrm>
              <a:off x="9329738" y="25431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47" name="instance.C18.176.r0.c4.2046">
              <a:extLst>
                <a:ext uri="{FF2B5EF4-FFF2-40B4-BE49-F238E27FC236}">
                  <a16:creationId id="{E517D94C-96F5-4785-847B-3E405EF11FFF}"/>
                </a:ext>
              </a:extLst>
            </p:cNvPr>
            <p:cNvSpPr>
              <a:spLocks noGrp="1"/>
            </p:cNvSpPr>
            <p:nvPr/>
          </p:nvSpPr>
          <p:spPr>
            <a:xfrm>
              <a:off x="9972675" y="25431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48" name="instance.C18.176.r0.c5.2047">
              <a:extLst>
                <a:ext uri="{FF2B5EF4-FFF2-40B4-BE49-F238E27FC236}">
                  <a16:creationId id="{ECCCB5E8-7577-4638-B9AE-FAD944C8B40A}"/>
                </a:ext>
              </a:extLst>
            </p:cNvPr>
            <p:cNvSpPr>
              <a:spLocks noGrp="1"/>
            </p:cNvSpPr>
            <p:nvPr/>
          </p:nvSpPr>
          <p:spPr>
            <a:xfrm>
              <a:off x="10294144" y="25431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49" name="instance.C18.176.r0.c7.2048">
              <a:extLst>
                <a:ext uri="{FF2B5EF4-FFF2-40B4-BE49-F238E27FC236}">
                  <a16:creationId id="{F7B64428-ACFB-4B41-A186-D1B4AD078DA1}"/>
                </a:ext>
              </a:extLst>
            </p:cNvPr>
            <p:cNvSpPr>
              <a:spLocks noGrp="1"/>
            </p:cNvSpPr>
            <p:nvPr/>
          </p:nvSpPr>
          <p:spPr>
            <a:xfrm>
              <a:off x="10937081" y="25431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0" name="instance.C18.176.r1.c0.2049">
              <a:extLst>
                <a:ext uri="{FF2B5EF4-FFF2-40B4-BE49-F238E27FC236}">
                  <a16:creationId id="{561C16CF-EFD8-45A4-97A3-87A6A4B15F8D}"/>
                </a:ext>
              </a:extLst>
            </p:cNvPr>
            <p:cNvSpPr>
              <a:spLocks noGrp="1"/>
            </p:cNvSpPr>
            <p:nvPr/>
          </p:nvSpPr>
          <p:spPr>
            <a:xfrm>
              <a:off x="8686800" y="27860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1" name="instance.C18.176.r1.c1.2050">
              <a:extLst>
                <a:ext uri="{FF2B5EF4-FFF2-40B4-BE49-F238E27FC236}">
                  <a16:creationId id="{9334A8DD-EBD7-4A13-88C8-529224285460}"/>
                </a:ext>
              </a:extLst>
            </p:cNvPr>
            <p:cNvSpPr>
              <a:spLocks noGrp="1"/>
            </p:cNvSpPr>
            <p:nvPr/>
          </p:nvSpPr>
          <p:spPr>
            <a:xfrm>
              <a:off x="9008269" y="27860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2" name="instance.C18.176.r1.c3.2051">
              <a:extLst>
                <a:ext uri="{FF2B5EF4-FFF2-40B4-BE49-F238E27FC236}">
                  <a16:creationId id="{59E3F4B9-3219-4EDF-8188-537F54A2D037}"/>
                </a:ext>
              </a:extLst>
            </p:cNvPr>
            <p:cNvSpPr>
              <a:spLocks noGrp="1"/>
            </p:cNvSpPr>
            <p:nvPr/>
          </p:nvSpPr>
          <p:spPr>
            <a:xfrm>
              <a:off x="9651206" y="27860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3" name="instance.C18.176.r1.c4.2052">
              <a:extLst>
                <a:ext uri="{FF2B5EF4-FFF2-40B4-BE49-F238E27FC236}">
                  <a16:creationId id="{D54D8480-F0B1-4288-9C5F-3CB81C85E640}"/>
                </a:ext>
              </a:extLst>
            </p:cNvPr>
            <p:cNvSpPr>
              <a:spLocks noGrp="1"/>
            </p:cNvSpPr>
            <p:nvPr/>
          </p:nvSpPr>
          <p:spPr>
            <a:xfrm>
              <a:off x="9972675" y="27860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4" name="instance.C18.176.r1.c6.2053">
              <a:extLst>
                <a:ext uri="{FF2B5EF4-FFF2-40B4-BE49-F238E27FC236}">
                  <a16:creationId id="{0726BC2B-2DDC-4B29-9829-9EB86A9C03A7}"/>
                </a:ext>
              </a:extLst>
            </p:cNvPr>
            <p:cNvSpPr>
              <a:spLocks noGrp="1"/>
            </p:cNvSpPr>
            <p:nvPr/>
          </p:nvSpPr>
          <p:spPr>
            <a:xfrm>
              <a:off x="10615613" y="27860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5" name="instance.C18.176.r1.c7.2054">
              <a:extLst>
                <a:ext uri="{FF2B5EF4-FFF2-40B4-BE49-F238E27FC236}">
                  <a16:creationId id="{A7FE9A38-3B09-437C-A97D-422657463D23}"/>
                </a:ext>
              </a:extLst>
            </p:cNvPr>
            <p:cNvSpPr>
              <a:spLocks noGrp="1"/>
            </p:cNvSpPr>
            <p:nvPr/>
          </p:nvSpPr>
          <p:spPr>
            <a:xfrm>
              <a:off x="10937081" y="27860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6" name="instance.C18.176.r2.c0.2055">
              <a:extLst>
                <a:ext uri="{FF2B5EF4-FFF2-40B4-BE49-F238E27FC236}">
                  <a16:creationId id="{13B19A6E-D21D-4982-9951-0A5971FE93F8}"/>
                </a:ext>
              </a:extLst>
            </p:cNvPr>
            <p:cNvSpPr>
              <a:spLocks noGrp="1"/>
            </p:cNvSpPr>
            <p:nvPr/>
          </p:nvSpPr>
          <p:spPr>
            <a:xfrm>
              <a:off x="8686800" y="30289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7" name="instance.C18.176.r2.c2.2056">
              <a:extLst>
                <a:ext uri="{FF2B5EF4-FFF2-40B4-BE49-F238E27FC236}">
                  <a16:creationId id="{63C98FF3-4912-4494-8143-1F4F1D06AF2D}"/>
                </a:ext>
              </a:extLst>
            </p:cNvPr>
            <p:cNvSpPr>
              <a:spLocks noGrp="1"/>
            </p:cNvSpPr>
            <p:nvPr/>
          </p:nvSpPr>
          <p:spPr>
            <a:xfrm>
              <a:off x="9329738" y="30289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8" name="instance.C18.176.r2.c3.2057">
              <a:extLst>
                <a:ext uri="{FF2B5EF4-FFF2-40B4-BE49-F238E27FC236}">
                  <a16:creationId id="{5F37C20E-7004-473B-AE1B-BC59CB497712}"/>
                </a:ext>
              </a:extLst>
            </p:cNvPr>
            <p:cNvSpPr>
              <a:spLocks noGrp="1"/>
            </p:cNvSpPr>
            <p:nvPr/>
          </p:nvSpPr>
          <p:spPr>
            <a:xfrm>
              <a:off x="9651206" y="30289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59" name="instance.C18.176.r2.c5.2058">
              <a:extLst>
                <a:ext uri="{FF2B5EF4-FFF2-40B4-BE49-F238E27FC236}">
                  <a16:creationId id="{C37BFD44-9254-4846-ADF1-086C0F5B7AF0}"/>
                </a:ext>
              </a:extLst>
            </p:cNvPr>
            <p:cNvSpPr>
              <a:spLocks noGrp="1"/>
            </p:cNvSpPr>
            <p:nvPr/>
          </p:nvSpPr>
          <p:spPr>
            <a:xfrm>
              <a:off x="10294144" y="30289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60" name="instance.C18.176.r2.c6.2059">
              <a:extLst>
                <a:ext uri="{FF2B5EF4-FFF2-40B4-BE49-F238E27FC236}">
                  <a16:creationId id="{77ED52DF-CB31-46AA-A7A0-8B1AC3B02ED4}"/>
                </a:ext>
              </a:extLst>
            </p:cNvPr>
            <p:cNvSpPr>
              <a:spLocks noGrp="1"/>
            </p:cNvSpPr>
            <p:nvPr/>
          </p:nvSpPr>
          <p:spPr>
            <a:xfrm>
              <a:off x="10615613" y="30289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61" name="instance.C18.176.r3.c1.2060">
              <a:extLst>
                <a:ext uri="{FF2B5EF4-FFF2-40B4-BE49-F238E27FC236}">
                  <a16:creationId id="{CEAE2001-B754-4CB1-8A05-3503F0B522B9}"/>
                </a:ext>
              </a:extLst>
            </p:cNvPr>
            <p:cNvSpPr>
              <a:spLocks noGrp="1"/>
            </p:cNvSpPr>
            <p:nvPr/>
          </p:nvSpPr>
          <p:spPr>
            <a:xfrm>
              <a:off x="9008269" y="32718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62" name="instance.C18.176.r3.c2.2061">
              <a:extLst>
                <a:ext uri="{FF2B5EF4-FFF2-40B4-BE49-F238E27FC236}">
                  <a16:creationId id="{15241757-35AF-4500-B5A7-F4178840B377}"/>
                </a:ext>
              </a:extLst>
            </p:cNvPr>
            <p:cNvSpPr>
              <a:spLocks noGrp="1"/>
            </p:cNvSpPr>
            <p:nvPr/>
          </p:nvSpPr>
          <p:spPr>
            <a:xfrm>
              <a:off x="9329738" y="32718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63" name="instance.C18.176.r3.c4.2062">
              <a:extLst>
                <a:ext uri="{FF2B5EF4-FFF2-40B4-BE49-F238E27FC236}">
                  <a16:creationId id="{2062A0CF-BFB6-4F9E-A0DB-2EA131D5BF82}"/>
                </a:ext>
              </a:extLst>
            </p:cNvPr>
            <p:cNvSpPr>
              <a:spLocks noGrp="1"/>
            </p:cNvSpPr>
            <p:nvPr/>
          </p:nvSpPr>
          <p:spPr>
            <a:xfrm>
              <a:off x="9972675" y="32718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64" name="instance.C18.176.r3.c5.2063">
              <a:extLst>
                <a:ext uri="{FF2B5EF4-FFF2-40B4-BE49-F238E27FC236}">
                  <a16:creationId id="{110D6A5D-830B-4361-A65E-0F062DCB53FA}"/>
                </a:ext>
              </a:extLst>
            </p:cNvPr>
            <p:cNvSpPr>
              <a:spLocks noGrp="1"/>
            </p:cNvSpPr>
            <p:nvPr/>
          </p:nvSpPr>
          <p:spPr>
            <a:xfrm>
              <a:off x="10294144" y="32718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65" name="instance.C18.176.r3.c7.2064">
              <a:extLst>
                <a:ext uri="{FF2B5EF4-FFF2-40B4-BE49-F238E27FC236}">
                  <a16:creationId id="{F59106E5-5059-4C1A-BE6E-3DF5AC8682C6}"/>
                </a:ext>
              </a:extLst>
            </p:cNvPr>
            <p:cNvSpPr>
              <a:spLocks noGrp="1"/>
            </p:cNvSpPr>
            <p:nvPr/>
          </p:nvSpPr>
          <p:spPr>
            <a:xfrm>
              <a:off x="10937081" y="32718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</p:grpSp>
      <p:sp>
        <p:nvSpPr>
          <p:cNvPr id="66" name="gallery.cells-sparse-matrix.note.2065">
            <a:extLst>
              <a:ext uri="{FF2B5EF4-FFF2-40B4-BE49-F238E27FC236}">
                <a16:creationId id="{36CE515B-9488-4E0E-8767-C1AA3ED562C3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按固定节律留出空位</a:t>
            </a:r>
          </a:p>
        </p:txBody>
      </p:sp>
      <p:sp>
        <p:nvSpPr>
          <p:cNvPr id="67" name="gallery.cells-diagonal-matrix.frame.2066">
            <a:extLst>
              <a:ext uri="{FF2B5EF4-FFF2-40B4-BE49-F238E27FC236}">
                <a16:creationId id="{33C43497-B69F-4BDF-891D-B76A14478F72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68" name="gallery.cells-diagonal-matrix.heading.2067">
            <a:extLst>
              <a:ext uri="{FF2B5EF4-FFF2-40B4-BE49-F238E27FC236}">
                <a16:creationId id="{A6F31C40-F0DE-4A1B-9C62-0468BE630D3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阶梯斜带格阵</a:t>
            </a:r>
          </a:p>
        </p:txBody>
      </p:sp>
      <p:grpSp>
        <p:nvGrpSpPr>
          <p:cNvPr id="172" name="阶梯斜带格阵"/>
          <p:cNvGrpSpPr/>
          <p:nvPr/>
        </p:nvGrpSpPr>
        <p:grpSpPr>
          <a:xfrm>
            <a:off x="990600" y="5019675"/>
            <a:ext cx="2514600" cy="914401"/>
            <a:chOff x="990600" y="5019675"/>
            <a:chExt cx="2514600" cy="914401"/>
          </a:xfrm>
        </p:grpSpPr>
        <p:sp>
          <p:nvSpPr>
            <p:cNvPr id="69" name="instance.C18.177.r0.c0.2068">
              <a:extLst>
                <a:ext uri="{FF2B5EF4-FFF2-40B4-BE49-F238E27FC236}">
                  <a16:creationId id="{1542FBB3-611D-468C-B570-79DC7BD9E44D}"/>
                </a:ext>
              </a:extLst>
            </p:cNvPr>
            <p:cNvSpPr>
              <a:spLocks noGrp="1"/>
            </p:cNvSpPr>
            <p:nvPr/>
          </p:nvSpPr>
          <p:spPr>
            <a:xfrm>
              <a:off x="990600" y="50196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0" name="instance.C18.177.r0.c1.2069">
              <a:extLst>
                <a:ext uri="{FF2B5EF4-FFF2-40B4-BE49-F238E27FC236}">
                  <a16:creationId id="{1E6203DD-D7A8-46AC-B750-B53BB7513E79}"/>
                </a:ext>
              </a:extLst>
            </p:cNvPr>
            <p:cNvSpPr>
              <a:spLocks noGrp="1"/>
            </p:cNvSpPr>
            <p:nvPr/>
          </p:nvSpPr>
          <p:spPr>
            <a:xfrm>
              <a:off x="1312069" y="50196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1" name="instance.C18.177.r0.c2.2070">
              <a:extLst>
                <a:ext uri="{FF2B5EF4-FFF2-40B4-BE49-F238E27FC236}">
                  <a16:creationId id="{A0D3F7D3-D121-4088-829C-94A011C0BFC8}"/>
                </a:ext>
              </a:extLst>
            </p:cNvPr>
            <p:cNvSpPr>
              <a:spLocks noGrp="1"/>
            </p:cNvSpPr>
            <p:nvPr/>
          </p:nvSpPr>
          <p:spPr>
            <a:xfrm>
              <a:off x="1633538" y="50196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2" name="instance.C18.177.r0.c3.2071">
              <a:extLst>
                <a:ext uri="{FF2B5EF4-FFF2-40B4-BE49-F238E27FC236}">
                  <a16:creationId id="{B0ECB353-5F99-4A22-92C2-9C9D9F651DA2}"/>
                </a:ext>
              </a:extLst>
            </p:cNvPr>
            <p:cNvSpPr>
              <a:spLocks noGrp="1"/>
            </p:cNvSpPr>
            <p:nvPr/>
          </p:nvSpPr>
          <p:spPr>
            <a:xfrm>
              <a:off x="1955006" y="50196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3" name="instance.C18.177.r0.c4.2072">
              <a:extLst>
                <a:ext uri="{FF2B5EF4-FFF2-40B4-BE49-F238E27FC236}">
                  <a16:creationId id="{C482B8D5-942B-42E5-870F-25C57FF694A4}"/>
                </a:ext>
              </a:extLst>
            </p:cNvPr>
            <p:cNvSpPr>
              <a:spLocks noGrp="1"/>
            </p:cNvSpPr>
            <p:nvPr/>
          </p:nvSpPr>
          <p:spPr>
            <a:xfrm>
              <a:off x="2276475" y="5019675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4" name="instance.C18.177.r1.c1.2073">
              <a:extLst>
                <a:ext uri="{FF2B5EF4-FFF2-40B4-BE49-F238E27FC236}">
                  <a16:creationId id="{186AD9CA-378A-41D1-AAB2-2C148B35FAA6}"/>
                </a:ext>
              </a:extLst>
            </p:cNvPr>
            <p:cNvSpPr>
              <a:spLocks noGrp="1"/>
            </p:cNvSpPr>
            <p:nvPr/>
          </p:nvSpPr>
          <p:spPr>
            <a:xfrm>
              <a:off x="1312069" y="52625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5" name="instance.C18.177.r1.c2.2074">
              <a:extLst>
                <a:ext uri="{FF2B5EF4-FFF2-40B4-BE49-F238E27FC236}">
                  <a16:creationId id="{7DBCBCEE-DC33-47BF-956A-D6BAF7763E79}"/>
                </a:ext>
              </a:extLst>
            </p:cNvPr>
            <p:cNvSpPr>
              <a:spLocks noGrp="1"/>
            </p:cNvSpPr>
            <p:nvPr/>
          </p:nvSpPr>
          <p:spPr>
            <a:xfrm>
              <a:off x="1633538" y="52625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6" name="instance.C18.177.r1.c3.2075">
              <a:extLst>
                <a:ext uri="{FF2B5EF4-FFF2-40B4-BE49-F238E27FC236}">
                  <a16:creationId id="{303EF92F-C469-42D5-9AC9-70E6E192D97D}"/>
                </a:ext>
              </a:extLst>
            </p:cNvPr>
            <p:cNvSpPr>
              <a:spLocks noGrp="1"/>
            </p:cNvSpPr>
            <p:nvPr/>
          </p:nvSpPr>
          <p:spPr>
            <a:xfrm>
              <a:off x="1955006" y="52625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7" name="instance.C18.177.r1.c4.2076">
              <a:extLst>
                <a:ext uri="{FF2B5EF4-FFF2-40B4-BE49-F238E27FC236}">
                  <a16:creationId id="{89F589BC-32A4-417A-BFAE-5E7F66C52BCE}"/>
                </a:ext>
              </a:extLst>
            </p:cNvPr>
            <p:cNvSpPr>
              <a:spLocks noGrp="1"/>
            </p:cNvSpPr>
            <p:nvPr/>
          </p:nvSpPr>
          <p:spPr>
            <a:xfrm>
              <a:off x="2276475" y="52625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8" name="instance.C18.177.r1.c5.2077">
              <a:extLst>
                <a:ext uri="{FF2B5EF4-FFF2-40B4-BE49-F238E27FC236}">
                  <a16:creationId id="{7D90102A-58E8-4EAE-93A8-5F2A49F5DEFF}"/>
                </a:ext>
              </a:extLst>
            </p:cNvPr>
            <p:cNvSpPr>
              <a:spLocks noGrp="1"/>
            </p:cNvSpPr>
            <p:nvPr/>
          </p:nvSpPr>
          <p:spPr>
            <a:xfrm>
              <a:off x="2597944" y="5262563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79" name="instance.C18.177.r2.c2.2078">
              <a:extLst>
                <a:ext uri="{FF2B5EF4-FFF2-40B4-BE49-F238E27FC236}">
                  <a16:creationId id="{1D74C951-B905-4A72-A210-F17C1F93A867}"/>
                </a:ext>
              </a:extLst>
            </p:cNvPr>
            <p:cNvSpPr>
              <a:spLocks noGrp="1"/>
            </p:cNvSpPr>
            <p:nvPr/>
          </p:nvSpPr>
          <p:spPr>
            <a:xfrm>
              <a:off x="1633538" y="55054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0" name="instance.C18.177.r2.c3.2079">
              <a:extLst>
                <a:ext uri="{FF2B5EF4-FFF2-40B4-BE49-F238E27FC236}">
                  <a16:creationId id="{141357F1-FD4A-4325-853D-F6EC43C27B1D}"/>
                </a:ext>
              </a:extLst>
            </p:cNvPr>
            <p:cNvSpPr>
              <a:spLocks noGrp="1"/>
            </p:cNvSpPr>
            <p:nvPr/>
          </p:nvSpPr>
          <p:spPr>
            <a:xfrm>
              <a:off x="1955006" y="55054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1" name="instance.C18.177.r2.c4.2080">
              <a:extLst>
                <a:ext uri="{FF2B5EF4-FFF2-40B4-BE49-F238E27FC236}">
                  <a16:creationId id="{A6A9F094-5F00-48F7-8C46-19A86B91D86A}"/>
                </a:ext>
              </a:extLst>
            </p:cNvPr>
            <p:cNvSpPr>
              <a:spLocks noGrp="1"/>
            </p:cNvSpPr>
            <p:nvPr/>
          </p:nvSpPr>
          <p:spPr>
            <a:xfrm>
              <a:off x="2276475" y="55054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2" name="instance.C18.177.r2.c5.2081">
              <a:extLst>
                <a:ext uri="{FF2B5EF4-FFF2-40B4-BE49-F238E27FC236}">
                  <a16:creationId id="{9EE4840C-ECA3-4739-A0BA-4D869AC3B928}"/>
                </a:ext>
              </a:extLst>
            </p:cNvPr>
            <p:cNvSpPr>
              <a:spLocks noGrp="1"/>
            </p:cNvSpPr>
            <p:nvPr/>
          </p:nvSpPr>
          <p:spPr>
            <a:xfrm>
              <a:off x="2597944" y="55054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3" name="instance.C18.177.r2.c6.2082">
              <a:extLst>
                <a:ext uri="{FF2B5EF4-FFF2-40B4-BE49-F238E27FC236}">
                  <a16:creationId id="{AF001318-8693-41D6-BDC0-1BAE50FC55CA}"/>
                </a:ext>
              </a:extLst>
            </p:cNvPr>
            <p:cNvSpPr>
              <a:spLocks noGrp="1"/>
            </p:cNvSpPr>
            <p:nvPr/>
          </p:nvSpPr>
          <p:spPr>
            <a:xfrm>
              <a:off x="2919413" y="5505450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4" name="instance.C18.177.r3.c3.2083">
              <a:extLst>
                <a:ext uri="{FF2B5EF4-FFF2-40B4-BE49-F238E27FC236}">
                  <a16:creationId id="{06B2F755-AFBF-4808-80AC-0AE4C2795093}"/>
                </a:ext>
              </a:extLst>
            </p:cNvPr>
            <p:cNvSpPr>
              <a:spLocks noGrp="1"/>
            </p:cNvSpPr>
            <p:nvPr/>
          </p:nvSpPr>
          <p:spPr>
            <a:xfrm>
              <a:off x="1955006" y="57483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5" name="instance.C18.177.r3.c4.2084">
              <a:extLst>
                <a:ext uri="{FF2B5EF4-FFF2-40B4-BE49-F238E27FC236}">
                  <a16:creationId id="{0CD38071-F905-4471-86B5-0399A4C42B36}"/>
                </a:ext>
              </a:extLst>
            </p:cNvPr>
            <p:cNvSpPr>
              <a:spLocks noGrp="1"/>
            </p:cNvSpPr>
            <p:nvPr/>
          </p:nvSpPr>
          <p:spPr>
            <a:xfrm>
              <a:off x="2276475" y="57483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6" name="instance.C18.177.r3.c5.2085">
              <a:extLst>
                <a:ext uri="{FF2B5EF4-FFF2-40B4-BE49-F238E27FC236}">
                  <a16:creationId id="{03AC0ED6-512A-4FAC-9F28-35387CC79687}"/>
                </a:ext>
              </a:extLst>
            </p:cNvPr>
            <p:cNvSpPr>
              <a:spLocks noGrp="1"/>
            </p:cNvSpPr>
            <p:nvPr/>
          </p:nvSpPr>
          <p:spPr>
            <a:xfrm>
              <a:off x="2597944" y="57483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7" name="instance.C18.177.r3.c6.2086">
              <a:extLst>
                <a:ext uri="{FF2B5EF4-FFF2-40B4-BE49-F238E27FC236}">
                  <a16:creationId id="{35B7C5C8-3CFB-4045-BE22-7ADD5EB56DFE}"/>
                </a:ext>
              </a:extLst>
            </p:cNvPr>
            <p:cNvSpPr>
              <a:spLocks noGrp="1"/>
            </p:cNvSpPr>
            <p:nvPr/>
          </p:nvSpPr>
          <p:spPr>
            <a:xfrm>
              <a:off x="2919413" y="57483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88" name="instance.C18.177.r3.c7.2087">
              <a:extLst>
                <a:ext uri="{FF2B5EF4-FFF2-40B4-BE49-F238E27FC236}">
                  <a16:creationId id="{467696A2-A444-44AE-A517-C5BA72DD4D43}"/>
                </a:ext>
              </a:extLst>
            </p:cNvPr>
            <p:cNvSpPr>
              <a:spLocks noGrp="1"/>
            </p:cNvSpPr>
            <p:nvPr/>
          </p:nvSpPr>
          <p:spPr>
            <a:xfrm>
              <a:off x="3240881" y="5748338"/>
              <a:ext cx="264319" cy="185738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</p:grpSp>
      <p:sp>
        <p:nvSpPr>
          <p:cNvPr id="89" name="gallery.cells-diagonal-matrix.note.2088">
            <a:extLst>
              <a:ext uri="{FF2B5EF4-FFF2-40B4-BE49-F238E27FC236}">
                <a16:creationId id="{54E3E91F-6381-43D9-802E-931FFA1DE1ED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格阵沿对角线保留等宽带</a:t>
            </a:r>
          </a:p>
        </p:txBody>
      </p:sp>
      <p:sp>
        <p:nvSpPr>
          <p:cNvPr id="90" name="gallery.cells-bracketed-groups.frame.2089">
            <a:extLst>
              <a:ext uri="{FF2B5EF4-FFF2-40B4-BE49-F238E27FC236}">
                <a16:creationId id="{4544E2E5-66DB-4A96-90E8-CC9B4D68C6CA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91" name="gallery.cells-bracketed-groups.heading.2090">
            <a:extLst>
              <a:ext uri="{FF2B5EF4-FFF2-40B4-BE49-F238E27FC236}">
                <a16:creationId id="{BC379C8D-9453-4731-9A55-3CECBB44F5AD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括线分组格阵</a:t>
            </a:r>
          </a:p>
        </p:txBody>
      </p:sp>
      <p:grpSp>
        <p:nvGrpSpPr>
          <p:cNvPr id="173" name="括线分组格阵"/>
          <p:cNvGrpSpPr/>
          <p:nvPr/>
        </p:nvGrpSpPr>
        <p:grpSpPr>
          <a:xfrm>
            <a:off x="4857750" y="5076825"/>
            <a:ext cx="2476500" cy="800100"/>
            <a:chOff x="4857750" y="5076825"/>
            <a:chExt cx="2476500" cy="800100"/>
          </a:xfrm>
        </p:grpSpPr>
        <p:sp>
          <p:nvSpPr>
            <p:cNvPr id="92" name="instance.C18.178.g0.left.2091">
              <a:extLst>
                <a:ext uri="{FF2B5EF4-FFF2-40B4-BE49-F238E27FC236}">
                  <a16:creationId id="{826EF5E1-9980-4684-816E-448827A6CDFC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5076825"/>
              <a:ext cx="76200" cy="800100"/>
            </a:xfrm>
            <a:custGeom>
              <a:pathLst>
                <a:path w="76200" h="800100">
                  <a:moveTo>
                    <a:pt x="76200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76200" y="800100"/>
                  </a:lnTo>
                </a:path>
              </a:pathLst>
            </a:custGeom>
            <a:noFill/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93" name="instance.C18.178.g0.right.2092">
              <a:extLst>
                <a:ext uri="{FF2B5EF4-FFF2-40B4-BE49-F238E27FC236}">
                  <a16:creationId id="{56251FB7-4CD6-4801-BAD2-A00FFD858D28}"/>
                </a:ext>
              </a:extLst>
            </p:cNvPr>
            <p:cNvSpPr>
              <a:spLocks noGrp="1"/>
            </p:cNvSpPr>
            <p:nvPr/>
          </p:nvSpPr>
          <p:spPr>
            <a:xfrm>
              <a:off x="5981700" y="5076825"/>
              <a:ext cx="76200" cy="800100"/>
            </a:xfrm>
            <a:custGeom>
              <a:pathLst>
                <a:path w="76200" h="800100">
                  <a:moveTo>
                    <a:pt x="0" y="0"/>
                  </a:moveTo>
                  <a:lnTo>
                    <a:pt x="76200" y="0"/>
                  </a:lnTo>
                  <a:lnTo>
                    <a:pt x="76200" y="800100"/>
                  </a:lnTo>
                  <a:lnTo>
                    <a:pt x="0" y="800100"/>
                  </a:lnTo>
                </a:path>
              </a:pathLst>
            </a:custGeom>
            <a:noFill/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94" name="instance.C18.178.g1.left.2093">
              <a:extLst>
                <a:ext uri="{FF2B5EF4-FFF2-40B4-BE49-F238E27FC236}">
                  <a16:creationId id="{C7254783-834F-47F9-AF8A-C138DC3673EB}"/>
                </a:ext>
              </a:extLst>
            </p:cNvPr>
            <p:cNvSpPr>
              <a:spLocks noGrp="1"/>
            </p:cNvSpPr>
            <p:nvPr/>
          </p:nvSpPr>
          <p:spPr>
            <a:xfrm>
              <a:off x="6134100" y="5076825"/>
              <a:ext cx="76200" cy="800100"/>
            </a:xfrm>
            <a:custGeom>
              <a:pathLst>
                <a:path w="76200" h="800100">
                  <a:moveTo>
                    <a:pt x="76200" y="0"/>
                  </a:moveTo>
                  <a:lnTo>
                    <a:pt x="0" y="0"/>
                  </a:lnTo>
                  <a:lnTo>
                    <a:pt x="0" y="800100"/>
                  </a:lnTo>
                  <a:lnTo>
                    <a:pt x="76200" y="800100"/>
                  </a:lnTo>
                </a:path>
              </a:pathLst>
            </a:custGeom>
            <a:noFill/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95" name="instance.C18.178.g1.right.2094">
              <a:extLst>
                <a:ext uri="{FF2B5EF4-FFF2-40B4-BE49-F238E27FC236}">
                  <a16:creationId id="{BEA30986-A35F-4362-80C9-802F2ABA4D61}"/>
                </a:ext>
              </a:extLst>
            </p:cNvPr>
            <p:cNvSpPr>
              <a:spLocks noGrp="1"/>
            </p:cNvSpPr>
            <p:nvPr/>
          </p:nvSpPr>
          <p:spPr>
            <a:xfrm>
              <a:off x="7258050" y="5076825"/>
              <a:ext cx="76200" cy="800100"/>
            </a:xfrm>
            <a:custGeom>
              <a:pathLst>
                <a:path w="76200" h="800100">
                  <a:moveTo>
                    <a:pt x="0" y="0"/>
                  </a:moveTo>
                  <a:lnTo>
                    <a:pt x="76200" y="0"/>
                  </a:lnTo>
                  <a:lnTo>
                    <a:pt x="76200" y="800100"/>
                  </a:lnTo>
                  <a:lnTo>
                    <a:pt x="0" y="800100"/>
                  </a:lnTo>
                </a:path>
              </a:pathLst>
            </a:custGeom>
            <a:noFill/>
            <a:ln w="11430">
              <a:solidFill>
                <a:srgbClr val="357596"/>
              </a:solidFill>
              <a:prstDash val="solid"/>
            </a:ln>
          </p:spPr>
        </p:sp>
        <p:sp>
          <p:nvSpPr>
            <p:cNvPr id="96" name="instance.C18.178.g0.r0.c0.2095">
              <a:extLst>
                <a:ext uri="{FF2B5EF4-FFF2-40B4-BE49-F238E27FC236}">
                  <a16:creationId id="{8D574847-CA7B-4804-8AFF-23AE2E7686A0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97" name="instance.C18.178.g0.r0.c1.2096">
              <a:extLst>
                <a:ext uri="{FF2B5EF4-FFF2-40B4-BE49-F238E27FC236}">
                  <a16:creationId id="{4FE7ECC8-4EAE-43F9-B16D-647F5A1A22FE}"/>
                </a:ext>
              </a:extLst>
            </p:cNvPr>
            <p:cNvSpPr>
              <a:spLocks noGrp="1"/>
            </p:cNvSpPr>
            <p:nvPr/>
          </p:nvSpPr>
          <p:spPr>
            <a:xfrm>
              <a:off x="5224463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98" name="instance.C18.178.g0.r0.c2.2097">
              <a:extLst>
                <a:ext uri="{FF2B5EF4-FFF2-40B4-BE49-F238E27FC236}">
                  <a16:creationId id="{157965ED-3C5E-4F2C-90EC-A1739B3BDFFE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99" name="instance.C18.178.g0.r0.c3.2098">
              <a:extLst>
                <a:ext uri="{FF2B5EF4-FFF2-40B4-BE49-F238E27FC236}">
                  <a16:creationId id="{A362BC93-9091-4C34-B181-2E30CB2E1107}"/>
                </a:ext>
              </a:extLst>
            </p:cNvPr>
            <p:cNvSpPr>
              <a:spLocks noGrp="1"/>
            </p:cNvSpPr>
            <p:nvPr/>
          </p:nvSpPr>
          <p:spPr>
            <a:xfrm>
              <a:off x="5729288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0" name="instance.C18.178.g0.r1.c0.2099">
              <a:extLst>
                <a:ext uri="{FF2B5EF4-FFF2-40B4-BE49-F238E27FC236}">
                  <a16:creationId id="{5F530515-702A-4327-976F-E02139779008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1" name="instance.C18.178.g0.r1.c1.2100">
              <a:extLst>
                <a:ext uri="{FF2B5EF4-FFF2-40B4-BE49-F238E27FC236}">
                  <a16:creationId id="{2D11AE7A-502A-4470-A777-BC88F5B4BB2E}"/>
                </a:ext>
              </a:extLst>
            </p:cNvPr>
            <p:cNvSpPr>
              <a:spLocks noGrp="1"/>
            </p:cNvSpPr>
            <p:nvPr/>
          </p:nvSpPr>
          <p:spPr>
            <a:xfrm>
              <a:off x="5224463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2" name="instance.C18.178.g0.r1.c2.2101">
              <a:extLst>
                <a:ext uri="{FF2B5EF4-FFF2-40B4-BE49-F238E27FC236}">
                  <a16:creationId id="{B7ED9D19-68C3-4700-BD5F-328B9D877330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3" name="instance.C18.178.g0.r1.c3.2102">
              <a:extLst>
                <a:ext uri="{FF2B5EF4-FFF2-40B4-BE49-F238E27FC236}">
                  <a16:creationId id="{A7EF4600-6E45-4B7C-A2FA-2886C5022280}"/>
                </a:ext>
              </a:extLst>
            </p:cNvPr>
            <p:cNvSpPr>
              <a:spLocks noGrp="1"/>
            </p:cNvSpPr>
            <p:nvPr/>
          </p:nvSpPr>
          <p:spPr>
            <a:xfrm>
              <a:off x="5729288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4" name="instance.C18.178.g0.r2.c0.2103">
              <a:extLst>
                <a:ext uri="{FF2B5EF4-FFF2-40B4-BE49-F238E27FC236}">
                  <a16:creationId id="{B06FFEED-B162-4793-A9FC-5AB07F5C26D5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5" name="instance.C18.178.g0.r2.c1.2104">
              <a:extLst>
                <a:ext uri="{FF2B5EF4-FFF2-40B4-BE49-F238E27FC236}">
                  <a16:creationId id="{CAC66096-3556-49DB-B243-EF64B3E3F068}"/>
                </a:ext>
              </a:extLst>
            </p:cNvPr>
            <p:cNvSpPr>
              <a:spLocks noGrp="1"/>
            </p:cNvSpPr>
            <p:nvPr/>
          </p:nvSpPr>
          <p:spPr>
            <a:xfrm>
              <a:off x="5224463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6" name="instance.C18.178.g0.r2.c2.2105">
              <a:extLst>
                <a:ext uri="{FF2B5EF4-FFF2-40B4-BE49-F238E27FC236}">
                  <a16:creationId id="{944D108F-7E76-482A-A775-0B522B00DC40}"/>
                </a:ext>
              </a:extLst>
            </p:cNvPr>
            <p:cNvSpPr>
              <a:spLocks noGrp="1"/>
            </p:cNvSpPr>
            <p:nvPr/>
          </p:nvSpPr>
          <p:spPr>
            <a:xfrm>
              <a:off x="5476875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7" name="instance.C18.178.g0.r2.c3.2106">
              <a:extLst>
                <a:ext uri="{FF2B5EF4-FFF2-40B4-BE49-F238E27FC236}">
                  <a16:creationId id="{03820C16-6D5C-44C1-8540-7FD40997A976}"/>
                </a:ext>
              </a:extLst>
            </p:cNvPr>
            <p:cNvSpPr>
              <a:spLocks noGrp="1"/>
            </p:cNvSpPr>
            <p:nvPr/>
          </p:nvSpPr>
          <p:spPr>
            <a:xfrm>
              <a:off x="5729288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8" name="instance.C18.178.g1.r0.c0.2107">
              <a:extLst>
                <a:ext uri="{FF2B5EF4-FFF2-40B4-BE49-F238E27FC236}">
                  <a16:creationId id="{E9520AF7-901E-4CDE-93C9-8F718EF1371D}"/>
                </a:ext>
              </a:extLst>
            </p:cNvPr>
            <p:cNvSpPr>
              <a:spLocks noGrp="1"/>
            </p:cNvSpPr>
            <p:nvPr/>
          </p:nvSpPr>
          <p:spPr>
            <a:xfrm>
              <a:off x="6248400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09" name="instance.C18.178.g1.r0.c1.2108">
              <a:extLst>
                <a:ext uri="{FF2B5EF4-FFF2-40B4-BE49-F238E27FC236}">
                  <a16:creationId id="{2269847B-1F25-42DB-85CA-AB285691DD74}"/>
                </a:ext>
              </a:extLst>
            </p:cNvPr>
            <p:cNvSpPr>
              <a:spLocks noGrp="1"/>
            </p:cNvSpPr>
            <p:nvPr/>
          </p:nvSpPr>
          <p:spPr>
            <a:xfrm>
              <a:off x="6500813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0" name="instance.C18.178.g1.r0.c2.2109">
              <a:extLst>
                <a:ext uri="{FF2B5EF4-FFF2-40B4-BE49-F238E27FC236}">
                  <a16:creationId id="{30509251-736A-4293-B0D3-A652FFAF9E93}"/>
                </a:ext>
              </a:extLst>
            </p:cNvPr>
            <p:cNvSpPr>
              <a:spLocks noGrp="1"/>
            </p:cNvSpPr>
            <p:nvPr/>
          </p:nvSpPr>
          <p:spPr>
            <a:xfrm>
              <a:off x="6753225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1" name="instance.C18.178.g1.r0.c3.2110">
              <a:extLst>
                <a:ext uri="{FF2B5EF4-FFF2-40B4-BE49-F238E27FC236}">
                  <a16:creationId id="{EEAD47A4-EF0B-4564-A164-C6279E70EB8D}"/>
                </a:ext>
              </a:extLst>
            </p:cNvPr>
            <p:cNvSpPr>
              <a:spLocks noGrp="1"/>
            </p:cNvSpPr>
            <p:nvPr/>
          </p:nvSpPr>
          <p:spPr>
            <a:xfrm>
              <a:off x="7005638" y="51339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2" name="instance.C18.178.g1.r1.c0.2111">
              <a:extLst>
                <a:ext uri="{FF2B5EF4-FFF2-40B4-BE49-F238E27FC236}">
                  <a16:creationId id="{87F54735-F15C-4A7B-A8E6-F472ACDEE244}"/>
                </a:ext>
              </a:extLst>
            </p:cNvPr>
            <p:cNvSpPr>
              <a:spLocks noGrp="1"/>
            </p:cNvSpPr>
            <p:nvPr/>
          </p:nvSpPr>
          <p:spPr>
            <a:xfrm>
              <a:off x="6248400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3" name="instance.C18.178.g1.r1.c1.2112">
              <a:extLst>
                <a:ext uri="{FF2B5EF4-FFF2-40B4-BE49-F238E27FC236}">
                  <a16:creationId id="{3B7BDC2E-8D4E-4554-9F53-D8A2C94E8950}"/>
                </a:ext>
              </a:extLst>
            </p:cNvPr>
            <p:cNvSpPr>
              <a:spLocks noGrp="1"/>
            </p:cNvSpPr>
            <p:nvPr/>
          </p:nvSpPr>
          <p:spPr>
            <a:xfrm>
              <a:off x="6500813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4" name="instance.C18.178.g1.r1.c2.2113">
              <a:extLst>
                <a:ext uri="{FF2B5EF4-FFF2-40B4-BE49-F238E27FC236}">
                  <a16:creationId id="{D51C1E40-F997-4672-818F-AD6FF1996809}"/>
                </a:ext>
              </a:extLst>
            </p:cNvPr>
            <p:cNvSpPr>
              <a:spLocks noGrp="1"/>
            </p:cNvSpPr>
            <p:nvPr/>
          </p:nvSpPr>
          <p:spPr>
            <a:xfrm>
              <a:off x="6753225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5" name="instance.C18.178.g1.r1.c3.2114">
              <a:extLst>
                <a:ext uri="{FF2B5EF4-FFF2-40B4-BE49-F238E27FC236}">
                  <a16:creationId id="{2E7D7A08-39D3-489D-B990-EE989E03A167}"/>
                </a:ext>
              </a:extLst>
            </p:cNvPr>
            <p:cNvSpPr>
              <a:spLocks noGrp="1"/>
            </p:cNvSpPr>
            <p:nvPr/>
          </p:nvSpPr>
          <p:spPr>
            <a:xfrm>
              <a:off x="7005638" y="538162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6" name="instance.C18.178.g1.r2.c0.2115">
              <a:extLst>
                <a:ext uri="{FF2B5EF4-FFF2-40B4-BE49-F238E27FC236}">
                  <a16:creationId id="{3DE97960-DDE0-479C-BAFE-B60E088546F4}"/>
                </a:ext>
              </a:extLst>
            </p:cNvPr>
            <p:cNvSpPr>
              <a:spLocks noGrp="1"/>
            </p:cNvSpPr>
            <p:nvPr/>
          </p:nvSpPr>
          <p:spPr>
            <a:xfrm>
              <a:off x="6248400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7" name="instance.C18.178.g1.r2.c1.2116">
              <a:extLst>
                <a:ext uri="{FF2B5EF4-FFF2-40B4-BE49-F238E27FC236}">
                  <a16:creationId id="{973AC424-FCB8-4E9B-B943-B61224D4D3C7}"/>
                </a:ext>
              </a:extLst>
            </p:cNvPr>
            <p:cNvSpPr>
              <a:spLocks noGrp="1"/>
            </p:cNvSpPr>
            <p:nvPr/>
          </p:nvSpPr>
          <p:spPr>
            <a:xfrm>
              <a:off x="6500813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8" name="instance.C18.178.g1.r2.c2.2117">
              <a:extLst>
                <a:ext uri="{FF2B5EF4-FFF2-40B4-BE49-F238E27FC236}">
                  <a16:creationId id="{51CAC794-9EC0-4C9B-B7B1-2E689B1FA2B2}"/>
                </a:ext>
              </a:extLst>
            </p:cNvPr>
            <p:cNvSpPr>
              <a:spLocks noGrp="1"/>
            </p:cNvSpPr>
            <p:nvPr/>
          </p:nvSpPr>
          <p:spPr>
            <a:xfrm>
              <a:off x="6753225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19" name="instance.C18.178.g1.r2.c3.2118">
              <a:extLst>
                <a:ext uri="{FF2B5EF4-FFF2-40B4-BE49-F238E27FC236}">
                  <a16:creationId id="{5E5478A6-9EB7-4EB3-8E10-8000D0333F96}"/>
                </a:ext>
              </a:extLst>
            </p:cNvPr>
            <p:cNvSpPr>
              <a:spLocks noGrp="1"/>
            </p:cNvSpPr>
            <p:nvPr/>
          </p:nvSpPr>
          <p:spPr>
            <a:xfrm>
              <a:off x="7005638" y="5629275"/>
              <a:ext cx="214313" cy="19050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</p:grpSp>
      <p:sp>
        <p:nvSpPr>
          <p:cNvPr id="120" name="gallery.cells-bracketed-groups.note.2119">
            <a:extLst>
              <a:ext uri="{FF2B5EF4-FFF2-40B4-BE49-F238E27FC236}">
                <a16:creationId id="{A2CF76D8-1869-42AD-8B2A-907C5434D773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两组网格分别由外括线包围</a:t>
            </a:r>
          </a:p>
        </p:txBody>
      </p:sp>
      <p:sp>
        <p:nvSpPr>
          <p:cNvPr id="121" name="gallery.cells-panel-array.frame.2120">
            <a:extLst>
              <a:ext uri="{FF2B5EF4-FFF2-40B4-BE49-F238E27FC236}">
                <a16:creationId id="{588B222F-209A-411F-BC19-643E87B97DEB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22" name="gallery.cells-panel-array.heading.2121">
            <a:extLst>
              <a:ext uri="{FF2B5EF4-FFF2-40B4-BE49-F238E27FC236}">
                <a16:creationId id="{737FF263-FCD8-4BBC-A054-30025C9C62F3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C18  三面板细格阵</a:t>
            </a:r>
          </a:p>
        </p:txBody>
      </p:sp>
      <p:grpSp>
        <p:nvGrpSpPr>
          <p:cNvPr id="174" name="三面板细格阵"/>
          <p:cNvGrpSpPr/>
          <p:nvPr/>
        </p:nvGrpSpPr>
        <p:grpSpPr>
          <a:xfrm>
            <a:off x="8667750" y="4991100"/>
            <a:ext cx="2552700" cy="971550"/>
            <a:chOff x="8667750" y="4991100"/>
            <a:chExt cx="2552700" cy="971550"/>
          </a:xfrm>
        </p:grpSpPr>
        <p:sp>
          <p:nvSpPr>
            <p:cNvPr id="123" name="instance.C18.179.panel0.frame.2122">
              <a:extLst>
                <a:ext uri="{FF2B5EF4-FFF2-40B4-BE49-F238E27FC236}">
                  <a16:creationId id="{C270EC33-F803-4F71-BAE8-4C4AFFE5CD74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4991100"/>
              <a:ext cx="762000" cy="971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24" name="instance.C18.179.panel1.frame.2123">
              <a:extLst>
                <a:ext uri="{FF2B5EF4-FFF2-40B4-BE49-F238E27FC236}">
                  <a16:creationId id="{B6CF7B78-856A-4BE8-A993-1CB6B475E5FE}"/>
                </a:ext>
              </a:extLst>
            </p:cNvPr>
            <p:cNvSpPr>
              <a:spLocks noGrp="1"/>
            </p:cNvSpPr>
            <p:nvPr/>
          </p:nvSpPr>
          <p:spPr>
            <a:xfrm>
              <a:off x="9563100" y="4991100"/>
              <a:ext cx="762000" cy="971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25" name="instance.C18.179.panel2.frame.2124">
              <a:extLst>
                <a:ext uri="{FF2B5EF4-FFF2-40B4-BE49-F238E27FC236}">
                  <a16:creationId id="{F432EE90-9879-48A4-A67B-9A3C36A24CF7}"/>
                </a:ext>
              </a:extLst>
            </p:cNvPr>
            <p:cNvSpPr>
              <a:spLocks noGrp="1"/>
            </p:cNvSpPr>
            <p:nvPr/>
          </p:nvSpPr>
          <p:spPr>
            <a:xfrm>
              <a:off x="10458450" y="4991100"/>
              <a:ext cx="762000" cy="971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26" name="instance.C18.179.panel0.title.2125">
              <a:extLst>
                <a:ext uri="{FF2B5EF4-FFF2-40B4-BE49-F238E27FC236}">
                  <a16:creationId id="{D0736966-D9D5-4E2A-B9FE-7A49D7E692ED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4991100"/>
              <a:ext cx="762000" cy="209550"/>
            </a:xfrm>
            <a:prstGeom prst="rect">
              <a:avLst/>
            </a:prstGeom>
            <a:solidFill>
              <a:srgbClr val="0759BE"/>
            </a:solidFill>
            <a:ln w="9525">
              <a:solidFill>
                <a:srgbClr val="0759BE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27" name="instance.C18.179.panel1.title.2126">
              <a:extLst>
                <a:ext uri="{FF2B5EF4-FFF2-40B4-BE49-F238E27FC236}">
                  <a16:creationId id="{2B8715CA-E0F4-4B39-980D-8A9FCE72D7BA}"/>
                </a:ext>
              </a:extLst>
            </p:cNvPr>
            <p:cNvSpPr>
              <a:spLocks noGrp="1"/>
            </p:cNvSpPr>
            <p:nvPr/>
          </p:nvSpPr>
          <p:spPr>
            <a:xfrm>
              <a:off x="9563100" y="4991100"/>
              <a:ext cx="762000" cy="209550"/>
            </a:xfrm>
            <a:prstGeom prst="rect">
              <a:avLst/>
            </a:prstGeom>
            <a:solidFill>
              <a:srgbClr val="0759BE"/>
            </a:solidFill>
            <a:ln w="9525">
              <a:solidFill>
                <a:srgbClr val="0759BE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128" name="instance.C18.179.panel2.title.2127">
              <a:extLst>
                <a:ext uri="{FF2B5EF4-FFF2-40B4-BE49-F238E27FC236}">
                  <a16:creationId id="{99AD8F97-1325-411E-B564-9120CB92661F}"/>
                </a:ext>
              </a:extLst>
            </p:cNvPr>
            <p:cNvSpPr>
              <a:spLocks noGrp="1"/>
            </p:cNvSpPr>
            <p:nvPr/>
          </p:nvSpPr>
          <p:spPr>
            <a:xfrm>
              <a:off x="10458450" y="4991100"/>
              <a:ext cx="762000" cy="209550"/>
            </a:xfrm>
            <a:prstGeom prst="rect">
              <a:avLst/>
            </a:prstGeom>
            <a:solidFill>
              <a:srgbClr val="0759BE"/>
            </a:solidFill>
            <a:ln w="9525">
              <a:solidFill>
                <a:srgbClr val="0759BE"/>
              </a:solidFill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129" name="instance.C18.179.panel0.r0.c0.2128">
              <a:extLst>
                <a:ext uri="{FF2B5EF4-FFF2-40B4-BE49-F238E27FC236}">
                  <a16:creationId id="{719361D4-F203-4E77-93DE-FA66368AB541}"/>
                </a:ext>
              </a:extLst>
            </p:cNvPr>
            <p:cNvSpPr>
              <a:spLocks noGrp="1"/>
            </p:cNvSpPr>
            <p:nvPr/>
          </p:nvSpPr>
          <p:spPr>
            <a:xfrm>
              <a:off x="872490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0" name="instance.C18.179.panel0.r0.c1.2129">
              <a:extLst>
                <a:ext uri="{FF2B5EF4-FFF2-40B4-BE49-F238E27FC236}">
                  <a16:creationId id="{6614D409-C995-4692-BB7F-75487ED9A00A}"/>
                </a:ext>
              </a:extLst>
            </p:cNvPr>
            <p:cNvSpPr>
              <a:spLocks noGrp="1"/>
            </p:cNvSpPr>
            <p:nvPr/>
          </p:nvSpPr>
          <p:spPr>
            <a:xfrm>
              <a:off x="889635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1" name="instance.C18.179.panel0.r0.c2.2130">
              <a:extLst>
                <a:ext uri="{FF2B5EF4-FFF2-40B4-BE49-F238E27FC236}">
                  <a16:creationId id="{0E962B76-7118-4656-9919-BCF81C524E4E}"/>
                </a:ext>
              </a:extLst>
            </p:cNvPr>
            <p:cNvSpPr>
              <a:spLocks noGrp="1"/>
            </p:cNvSpPr>
            <p:nvPr/>
          </p:nvSpPr>
          <p:spPr>
            <a:xfrm>
              <a:off x="906780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2" name="instance.C18.179.panel0.r0.c3.2131">
              <a:extLst>
                <a:ext uri="{FF2B5EF4-FFF2-40B4-BE49-F238E27FC236}">
                  <a16:creationId id="{F3165594-A94B-459C-8537-26EAE4129ECA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3" name="instance.C18.179.panel0.r1.c0.2132">
              <a:extLst>
                <a:ext uri="{FF2B5EF4-FFF2-40B4-BE49-F238E27FC236}">
                  <a16:creationId id="{A227D019-5BBC-412A-8F99-A1C48F8072C8}"/>
                </a:ext>
              </a:extLst>
            </p:cNvPr>
            <p:cNvSpPr>
              <a:spLocks noGrp="1"/>
            </p:cNvSpPr>
            <p:nvPr/>
          </p:nvSpPr>
          <p:spPr>
            <a:xfrm>
              <a:off x="872490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4" name="instance.C18.179.panel0.r1.c1.2133">
              <a:extLst>
                <a:ext uri="{FF2B5EF4-FFF2-40B4-BE49-F238E27FC236}">
                  <a16:creationId id="{0A759083-00DC-4A1C-99ED-2DF5FF99AA24}"/>
                </a:ext>
              </a:extLst>
            </p:cNvPr>
            <p:cNvSpPr>
              <a:spLocks noGrp="1"/>
            </p:cNvSpPr>
            <p:nvPr/>
          </p:nvSpPr>
          <p:spPr>
            <a:xfrm>
              <a:off x="889635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5" name="instance.C18.179.panel0.r1.c2.2134">
              <a:extLst>
                <a:ext uri="{FF2B5EF4-FFF2-40B4-BE49-F238E27FC236}">
                  <a16:creationId id="{D3CE3D56-B43B-45B6-A52D-64A00FFF2443}"/>
                </a:ext>
              </a:extLst>
            </p:cNvPr>
            <p:cNvSpPr>
              <a:spLocks noGrp="1"/>
            </p:cNvSpPr>
            <p:nvPr/>
          </p:nvSpPr>
          <p:spPr>
            <a:xfrm>
              <a:off x="906780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6" name="instance.C18.179.panel0.r1.c3.2135">
              <a:extLst>
                <a:ext uri="{FF2B5EF4-FFF2-40B4-BE49-F238E27FC236}">
                  <a16:creationId id="{5320E009-0839-412A-8541-15C9DE8BCB83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7" name="instance.C18.179.panel0.r2.c0.2136">
              <a:extLst>
                <a:ext uri="{FF2B5EF4-FFF2-40B4-BE49-F238E27FC236}">
                  <a16:creationId id="{03E09C15-5E32-4935-8F05-50FD6EF1CC12}"/>
                </a:ext>
              </a:extLst>
            </p:cNvPr>
            <p:cNvSpPr>
              <a:spLocks noGrp="1"/>
            </p:cNvSpPr>
            <p:nvPr/>
          </p:nvSpPr>
          <p:spPr>
            <a:xfrm>
              <a:off x="872490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8" name="instance.C18.179.panel0.r2.c1.2137">
              <a:extLst>
                <a:ext uri="{FF2B5EF4-FFF2-40B4-BE49-F238E27FC236}">
                  <a16:creationId id="{5EEA7B04-929E-46EC-AD8F-01DCEF969467}"/>
                </a:ext>
              </a:extLst>
            </p:cNvPr>
            <p:cNvSpPr>
              <a:spLocks noGrp="1"/>
            </p:cNvSpPr>
            <p:nvPr/>
          </p:nvSpPr>
          <p:spPr>
            <a:xfrm>
              <a:off x="889635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39" name="instance.C18.179.panel0.r2.c2.2138">
              <a:extLst>
                <a:ext uri="{FF2B5EF4-FFF2-40B4-BE49-F238E27FC236}">
                  <a16:creationId id="{31983717-FCDE-4ECD-8432-D09C346B5C80}"/>
                </a:ext>
              </a:extLst>
            </p:cNvPr>
            <p:cNvSpPr>
              <a:spLocks noGrp="1"/>
            </p:cNvSpPr>
            <p:nvPr/>
          </p:nvSpPr>
          <p:spPr>
            <a:xfrm>
              <a:off x="906780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0" name="instance.C18.179.panel0.r2.c3.2139">
              <a:extLst>
                <a:ext uri="{FF2B5EF4-FFF2-40B4-BE49-F238E27FC236}">
                  <a16:creationId id="{F4019E90-E625-4D48-B58C-7BB70BECACEA}"/>
                </a:ext>
              </a:extLst>
            </p:cNvPr>
            <p:cNvSpPr>
              <a:spLocks noGrp="1"/>
            </p:cNvSpPr>
            <p:nvPr/>
          </p:nvSpPr>
          <p:spPr>
            <a:xfrm>
              <a:off x="923925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1" name="instance.C18.179.panel1.r0.c0.2140">
              <a:extLst>
                <a:ext uri="{FF2B5EF4-FFF2-40B4-BE49-F238E27FC236}">
                  <a16:creationId id="{8BCDF3BA-EE53-4660-93B2-08E625FBA9EB}"/>
                </a:ext>
              </a:extLst>
            </p:cNvPr>
            <p:cNvSpPr>
              <a:spLocks noGrp="1"/>
            </p:cNvSpPr>
            <p:nvPr/>
          </p:nvSpPr>
          <p:spPr>
            <a:xfrm>
              <a:off x="962025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2" name="instance.C18.179.panel1.r0.c1.2141">
              <a:extLst>
                <a:ext uri="{FF2B5EF4-FFF2-40B4-BE49-F238E27FC236}">
                  <a16:creationId id="{DE134A7E-901E-4B79-B37A-0591FBEF0EC1}"/>
                </a:ext>
              </a:extLst>
            </p:cNvPr>
            <p:cNvSpPr>
              <a:spLocks noGrp="1"/>
            </p:cNvSpPr>
            <p:nvPr/>
          </p:nvSpPr>
          <p:spPr>
            <a:xfrm>
              <a:off x="979170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3" name="instance.C18.179.panel1.r0.c2.2142">
              <a:extLst>
                <a:ext uri="{FF2B5EF4-FFF2-40B4-BE49-F238E27FC236}">
                  <a16:creationId id="{5E8FB352-8139-4C19-8A4F-2B54223C3282}"/>
                </a:ext>
              </a:extLst>
            </p:cNvPr>
            <p:cNvSpPr>
              <a:spLocks noGrp="1"/>
            </p:cNvSpPr>
            <p:nvPr/>
          </p:nvSpPr>
          <p:spPr>
            <a:xfrm>
              <a:off x="996315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4" name="instance.C18.179.panel1.r0.c3.2143">
              <a:extLst>
                <a:ext uri="{FF2B5EF4-FFF2-40B4-BE49-F238E27FC236}">
                  <a16:creationId id="{A4565D3C-5131-4B15-B3CF-46D8F962DA54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5" name="instance.C18.179.panel1.r1.c0.2144">
              <a:extLst>
                <a:ext uri="{FF2B5EF4-FFF2-40B4-BE49-F238E27FC236}">
                  <a16:creationId id="{60BCE4B9-AD6D-4827-9335-EEE47745A649}"/>
                </a:ext>
              </a:extLst>
            </p:cNvPr>
            <p:cNvSpPr>
              <a:spLocks noGrp="1"/>
            </p:cNvSpPr>
            <p:nvPr/>
          </p:nvSpPr>
          <p:spPr>
            <a:xfrm>
              <a:off x="962025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6" name="instance.C18.179.panel1.r1.c1.2145">
              <a:extLst>
                <a:ext uri="{FF2B5EF4-FFF2-40B4-BE49-F238E27FC236}">
                  <a16:creationId id="{E9B91BBC-16C3-4C6A-90BC-6CC707B80204}"/>
                </a:ext>
              </a:extLst>
            </p:cNvPr>
            <p:cNvSpPr>
              <a:spLocks noGrp="1"/>
            </p:cNvSpPr>
            <p:nvPr/>
          </p:nvSpPr>
          <p:spPr>
            <a:xfrm>
              <a:off x="979170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7" name="instance.C18.179.panel1.r1.c2.2146">
              <a:extLst>
                <a:ext uri="{FF2B5EF4-FFF2-40B4-BE49-F238E27FC236}">
                  <a16:creationId id="{D379AC04-2F0F-429C-9252-5C6D84FB761F}"/>
                </a:ext>
              </a:extLst>
            </p:cNvPr>
            <p:cNvSpPr>
              <a:spLocks noGrp="1"/>
            </p:cNvSpPr>
            <p:nvPr/>
          </p:nvSpPr>
          <p:spPr>
            <a:xfrm>
              <a:off x="996315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8" name="instance.C18.179.panel1.r1.c3.2147">
              <a:extLst>
                <a:ext uri="{FF2B5EF4-FFF2-40B4-BE49-F238E27FC236}">
                  <a16:creationId id="{34CC8425-FE66-4441-82B8-B61343CF9BB5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49" name="instance.C18.179.panel1.r2.c0.2148">
              <a:extLst>
                <a:ext uri="{FF2B5EF4-FFF2-40B4-BE49-F238E27FC236}">
                  <a16:creationId id="{16A5B383-ECA6-4FD4-850E-587AB99DE38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0" name="instance.C18.179.panel1.r2.c1.2149">
              <a:extLst>
                <a:ext uri="{FF2B5EF4-FFF2-40B4-BE49-F238E27FC236}">
                  <a16:creationId id="{78A31DE1-84A7-4926-B051-6F77BBD08B87}"/>
                </a:ext>
              </a:extLst>
            </p:cNvPr>
            <p:cNvSpPr>
              <a:spLocks noGrp="1"/>
            </p:cNvSpPr>
            <p:nvPr/>
          </p:nvSpPr>
          <p:spPr>
            <a:xfrm>
              <a:off x="979170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1" name="instance.C18.179.panel1.r2.c2.2150">
              <a:extLst>
                <a:ext uri="{FF2B5EF4-FFF2-40B4-BE49-F238E27FC236}">
                  <a16:creationId id="{30C7F26B-5F5A-4EBD-8C39-9D67135B1A7D}"/>
                </a:ext>
              </a:extLst>
            </p:cNvPr>
            <p:cNvSpPr>
              <a:spLocks noGrp="1"/>
            </p:cNvSpPr>
            <p:nvPr/>
          </p:nvSpPr>
          <p:spPr>
            <a:xfrm>
              <a:off x="996315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2" name="instance.C18.179.panel1.r2.c3.2151">
              <a:extLst>
                <a:ext uri="{FF2B5EF4-FFF2-40B4-BE49-F238E27FC236}">
                  <a16:creationId id="{2DA7F52D-F1B9-4684-9280-BAD3CB6A7907}"/>
                </a:ext>
              </a:extLst>
            </p:cNvPr>
            <p:cNvSpPr>
              <a:spLocks noGrp="1"/>
            </p:cNvSpPr>
            <p:nvPr/>
          </p:nvSpPr>
          <p:spPr>
            <a:xfrm>
              <a:off x="1013460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3" name="instance.C18.179.panel2.r0.c0.2152">
              <a:extLst>
                <a:ext uri="{FF2B5EF4-FFF2-40B4-BE49-F238E27FC236}">
                  <a16:creationId id="{491B0D09-39FD-4BF6-A2E3-F1A89F2A550D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4" name="instance.C18.179.panel2.r0.c1.2153">
              <a:extLst>
                <a:ext uri="{FF2B5EF4-FFF2-40B4-BE49-F238E27FC236}">
                  <a16:creationId id="{130400BD-EC23-4444-87DA-717397CD93AD}"/>
                </a:ext>
              </a:extLst>
            </p:cNvPr>
            <p:cNvSpPr>
              <a:spLocks noGrp="1"/>
            </p:cNvSpPr>
            <p:nvPr/>
          </p:nvSpPr>
          <p:spPr>
            <a:xfrm>
              <a:off x="1068705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5" name="instance.C18.179.panel2.r0.c2.2154">
              <a:extLst>
                <a:ext uri="{FF2B5EF4-FFF2-40B4-BE49-F238E27FC236}">
                  <a16:creationId id="{88AAF293-E251-4B73-B483-BB7D9E3F4EDF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6" name="instance.C18.179.panel2.r0.c3.2155">
              <a:extLst>
                <a:ext uri="{FF2B5EF4-FFF2-40B4-BE49-F238E27FC236}">
                  <a16:creationId id="{1CF3E917-3A63-4F15-A5C3-C6BF7262DC47}"/>
                </a:ext>
              </a:extLst>
            </p:cNvPr>
            <p:cNvSpPr>
              <a:spLocks noGrp="1"/>
            </p:cNvSpPr>
            <p:nvPr/>
          </p:nvSpPr>
          <p:spPr>
            <a:xfrm>
              <a:off x="11029950" y="52768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7" name="instance.C18.179.panel2.r1.c0.2156">
              <a:extLst>
                <a:ext uri="{FF2B5EF4-FFF2-40B4-BE49-F238E27FC236}">
                  <a16:creationId id="{5EBBA001-E0AD-406B-89C3-041F00F23F60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8" name="instance.C18.179.panel2.r1.c1.2157">
              <a:extLst>
                <a:ext uri="{FF2B5EF4-FFF2-40B4-BE49-F238E27FC236}">
                  <a16:creationId id="{9502684B-B3E8-4276-BC42-5E1DA42235F6}"/>
                </a:ext>
              </a:extLst>
            </p:cNvPr>
            <p:cNvSpPr>
              <a:spLocks noGrp="1"/>
            </p:cNvSpPr>
            <p:nvPr/>
          </p:nvSpPr>
          <p:spPr>
            <a:xfrm>
              <a:off x="1068705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59" name="instance.C18.179.panel2.r1.c2.2158">
              <a:extLst>
                <a:ext uri="{FF2B5EF4-FFF2-40B4-BE49-F238E27FC236}">
                  <a16:creationId id="{25979071-3627-4E1E-98B5-372C362B9EA0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60" name="instance.C18.179.panel2.r1.c3.2159">
              <a:extLst>
                <a:ext uri="{FF2B5EF4-FFF2-40B4-BE49-F238E27FC236}">
                  <a16:creationId id="{83E4C4D3-DC6E-4154-85DE-C8CFF1D897EA}"/>
                </a:ext>
              </a:extLst>
            </p:cNvPr>
            <p:cNvSpPr>
              <a:spLocks noGrp="1"/>
            </p:cNvSpPr>
            <p:nvPr/>
          </p:nvSpPr>
          <p:spPr>
            <a:xfrm>
              <a:off x="11029950" y="548640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61" name="instance.C18.179.panel2.r2.c0.2160">
              <a:extLst>
                <a:ext uri="{FF2B5EF4-FFF2-40B4-BE49-F238E27FC236}">
                  <a16:creationId id="{CBEA9D6E-8AFA-407D-86B1-E76718172F6E}"/>
                </a:ext>
              </a:extLst>
            </p:cNvPr>
            <p:cNvSpPr>
              <a:spLocks noGrp="1"/>
            </p:cNvSpPr>
            <p:nvPr/>
          </p:nvSpPr>
          <p:spPr>
            <a:xfrm>
              <a:off x="1051560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62" name="instance.C18.179.panel2.r2.c1.2161">
              <a:extLst>
                <a:ext uri="{FF2B5EF4-FFF2-40B4-BE49-F238E27FC236}">
                  <a16:creationId id="{1B9104C0-9FFC-4AEB-A491-EDE075E62DBF}"/>
                </a:ext>
              </a:extLst>
            </p:cNvPr>
            <p:cNvSpPr>
              <a:spLocks noGrp="1"/>
            </p:cNvSpPr>
            <p:nvPr/>
          </p:nvSpPr>
          <p:spPr>
            <a:xfrm>
              <a:off x="1068705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63" name="instance.C18.179.panel2.r2.c2.2162">
              <a:extLst>
                <a:ext uri="{FF2B5EF4-FFF2-40B4-BE49-F238E27FC236}">
                  <a16:creationId id="{3C7545E1-1894-429E-82B7-CD29F2E5D6D1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  <p:sp>
          <p:nvSpPr>
            <p:cNvPr id="164" name="instance.C18.179.panel2.r2.c3.2163">
              <a:extLst>
                <a:ext uri="{FF2B5EF4-FFF2-40B4-BE49-F238E27FC236}">
                  <a16:creationId id="{176CC44A-7494-441B-A292-DA7206378325}"/>
                </a:ext>
              </a:extLst>
            </p:cNvPr>
            <p:cNvSpPr>
              <a:spLocks noGrp="1"/>
            </p:cNvSpPr>
            <p:nvPr/>
          </p:nvSpPr>
          <p:spPr>
            <a:xfrm>
              <a:off x="11029950" y="5695950"/>
              <a:ext cx="133350" cy="171450"/>
            </a:xfrm>
            <a:prstGeom prst="rect">
              <a:avLst/>
            </a:prstGeom>
            <a:solidFill>
              <a:srgbClr val="F2F7FB"/>
            </a:solidFill>
            <a:ln w="9525">
              <a:solidFill>
                <a:srgbClr val="A6B4C0"/>
              </a:solidFill>
              <a:prstDash val="solid"/>
            </a:ln>
          </p:spPr>
        </p:sp>
      </p:grpSp>
      <p:sp>
        <p:nvSpPr>
          <p:cNvPr id="165" name="gallery.cells-panel-array.note.2164">
            <a:extLst>
              <a:ext uri="{FF2B5EF4-FFF2-40B4-BE49-F238E27FC236}">
                <a16:creationId id="{7FF61CFC-C3D6-4444-8204-57BC3D53D5EB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独立标题带下各含细格</a:t>
            </a:r>
          </a:p>
        </p:txBody>
      </p:sp>
      <p:sp>
        <p:nvSpPr>
          <p:cNvPr id="175" name="navigation.rule.2757">
            <a:extLst>
              <a:ext uri="{FF2B5EF4-FFF2-40B4-BE49-F238E27FC236}">
                <a16:creationId id="{CB527487-43F8-47F0-95F9-BBA1F2C9CCC0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176" name="navigation.section.2758">
            <a:extLst>
              <a:ext uri="{FF2B5EF4-FFF2-40B4-BE49-F238E27FC236}">
                <a16:creationId id="{26BC0B11-CE33-466F-ACDF-0FFBF8076D9A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第7节　单元格与圆点阵列</a:t>
            </a:r>
          </a:p>
        </p:txBody>
      </p:sp>
      <p:sp>
        <p:nvSpPr>
          <p:cNvPr id="177" name="navigation.page.2759">
            <a:extLst>
              <a:ext uri="{FF2B5EF4-FFF2-40B4-BE49-F238E27FC236}">
                <a16:creationId id="{F947F10F-682A-4711-BCF9-0AA153B6FD79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45 / 53</a:t>
            </a:r>
          </a:p>
        </p:txBody>
      </p:sp>
    </p:spTree>
    <p:extLst>
      <p:ext uri="{BB962C8B-B14F-4D97-AF65-F5344CB8AC3E}">
        <p14:creationId val="686359370"/>
      </p:ext>
    </p:extLst>
  </p:cSld>
</p:sld>
</file>

<file path=ppt/slides/slide4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26" name="7.6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225" name="header.accent.2165">
              <a:extLst>
                <a:ext uri="{FF2B5EF4-FFF2-40B4-BE49-F238E27FC236}">
                  <a16:creationId id="{9D65D02D-1F12-4B9C-901D-9DB1048883D5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166">
              <a:extLst>
                <a:ext uri="{FF2B5EF4-FFF2-40B4-BE49-F238E27FC236}">
                  <a16:creationId id="{3DD5DAEF-6E4A-458E-BAD9-DCE7F0BAC469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7.6</a:t>
              </a:r>
            </a:p>
          </p:txBody>
        </p:sp>
        <p:sp>
          <p:nvSpPr>
            <p:cNvPr id="3" name="header.gradient.2167">
              <a:extLst>
                <a:ext uri="{FF2B5EF4-FFF2-40B4-BE49-F238E27FC236}">
                  <a16:creationId id="{200E4526-03AA-4BFF-8232-4029ED528614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168">
              <a:extLst>
                <a:ext uri="{FF2B5EF4-FFF2-40B4-BE49-F238E27FC236}">
                  <a16:creationId id="{C3C34195-C152-481D-A7B3-766D533DBA99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复合圆点阵列</a:t>
              </a:r>
            </a:p>
          </p:txBody>
        </p:sp>
        <p:sp>
          <p:nvSpPr>
            <p:cNvPr id="5" name="header.library.2169">
              <a:extLst>
                <a:ext uri="{FF2B5EF4-FFF2-40B4-BE49-F238E27FC236}">
                  <a16:creationId id="{BBF55C4F-9602-4649-8AC2-249A9EC6D39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227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170">
              <a:extLst>
                <a:ext uri="{FF2B5EF4-FFF2-40B4-BE49-F238E27FC236}">
                  <a16:creationId id="{286BEB4A-E73A-49D2-B542-B1A993B299AA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171">
              <a:extLst>
                <a:ext uri="{FF2B5EF4-FFF2-40B4-BE49-F238E27FC236}">
                  <a16:creationId id="{2B634B91-B055-4279-A980-55BA6AE7AAE1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172">
              <a:extLst>
                <a:ext uri="{FF2B5EF4-FFF2-40B4-BE49-F238E27FC236}">
                  <a16:creationId id="{0DAF70C5-56A1-4A38-838F-DBBA89CE5575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173">
              <a:extLst>
                <a:ext uri="{FF2B5EF4-FFF2-40B4-BE49-F238E27FC236}">
                  <a16:creationId id="{708E7DE8-0E87-46E9-ACEC-6A09D8121A8D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边缘、斜向、六角、分块、变径和格点组合形成不同的圆点阵列结构。</a:t>
              </a:r>
            </a:p>
          </p:txBody>
        </p:sp>
      </p:grpSp>
      <p:sp>
        <p:nvSpPr>
          <p:cNvPr id="10" name="gallery.dots-hollow-matrix.frame.2174">
            <a:extLst>
              <a:ext uri="{FF2B5EF4-FFF2-40B4-BE49-F238E27FC236}">
                <a16:creationId id="{30A7BADB-CF48-4816-AC8D-E5F644106CB1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dots-hollow-matrix.heading.2175">
            <a:extLst>
              <a:ext uri="{FF2B5EF4-FFF2-40B4-BE49-F238E27FC236}">
                <a16:creationId id="{E408CC89-41EA-4081-B9C4-1A6EAB29275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空心边缘点阵</a:t>
            </a:r>
          </a:p>
        </p:txBody>
      </p:sp>
      <p:grpSp>
        <p:nvGrpSpPr>
          <p:cNvPr id="228" name="空心边缘点阵"/>
          <p:cNvGrpSpPr/>
          <p:nvPr/>
        </p:nvGrpSpPr>
        <p:grpSpPr>
          <a:xfrm>
            <a:off x="1147763" y="2528888"/>
            <a:ext cx="2200275" cy="942975"/>
            <a:chOff x="1147763" y="2528888"/>
            <a:chExt cx="2200275" cy="942975"/>
          </a:xfrm>
        </p:grpSpPr>
        <p:sp>
          <p:nvSpPr>
            <p:cNvPr id="12" name="instance.C19.180.r0.c0.2176">
              <a:extLst>
                <a:ext uri="{FF2B5EF4-FFF2-40B4-BE49-F238E27FC236}">
                  <a16:creationId id="{F4725BD5-A14D-4397-A241-FB3434EC8B40}"/>
                </a:ext>
              </a:extLst>
            </p:cNvPr>
            <p:cNvSpPr>
              <a:spLocks noGrp="1"/>
            </p:cNvSpPr>
            <p:nvPr/>
          </p:nvSpPr>
          <p:spPr>
            <a:xfrm>
              <a:off x="114776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" name="instance.C19.180.r0.c1.2177">
              <a:extLst>
                <a:ext uri="{FF2B5EF4-FFF2-40B4-BE49-F238E27FC236}">
                  <a16:creationId id="{78B34345-E767-422A-8370-D5D5C4D0D734}"/>
                </a:ext>
              </a:extLst>
            </p:cNvPr>
            <p:cNvSpPr>
              <a:spLocks noGrp="1"/>
            </p:cNvSpPr>
            <p:nvPr/>
          </p:nvSpPr>
          <p:spPr>
            <a:xfrm>
              <a:off x="135731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" name="instance.C19.180.r0.c2.2178">
              <a:extLst>
                <a:ext uri="{FF2B5EF4-FFF2-40B4-BE49-F238E27FC236}">
                  <a16:creationId id="{864DF12B-8E5F-46B9-99AC-A2EA7B6299E9}"/>
                </a:ext>
              </a:extLst>
            </p:cNvPr>
            <p:cNvSpPr>
              <a:spLocks noGrp="1"/>
            </p:cNvSpPr>
            <p:nvPr/>
          </p:nvSpPr>
          <p:spPr>
            <a:xfrm>
              <a:off x="156686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" name="instance.C19.180.r0.c3.2179">
              <a:extLst>
                <a:ext uri="{FF2B5EF4-FFF2-40B4-BE49-F238E27FC236}">
                  <a16:creationId id="{DF8B398C-8D9F-485D-B1EE-85DCDE6C360A}"/>
                </a:ext>
              </a:extLst>
            </p:cNvPr>
            <p:cNvSpPr>
              <a:spLocks noGrp="1"/>
            </p:cNvSpPr>
            <p:nvPr/>
          </p:nvSpPr>
          <p:spPr>
            <a:xfrm>
              <a:off x="177641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" name="instance.C19.180.r0.c4.2180">
              <a:extLst>
                <a:ext uri="{FF2B5EF4-FFF2-40B4-BE49-F238E27FC236}">
                  <a16:creationId id="{314BC115-B1E6-4B7A-BB14-F1240B6833C1}"/>
                </a:ext>
              </a:extLst>
            </p:cNvPr>
            <p:cNvSpPr>
              <a:spLocks noGrp="1"/>
            </p:cNvSpPr>
            <p:nvPr/>
          </p:nvSpPr>
          <p:spPr>
            <a:xfrm>
              <a:off x="198596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" name="instance.C19.180.r0.c5.2181">
              <a:extLst>
                <a:ext uri="{FF2B5EF4-FFF2-40B4-BE49-F238E27FC236}">
                  <a16:creationId id="{42ED36A9-C095-493F-9A73-8EFFF34EA7CF}"/>
                </a:ext>
              </a:extLst>
            </p:cNvPr>
            <p:cNvSpPr>
              <a:spLocks noGrp="1"/>
            </p:cNvSpPr>
            <p:nvPr/>
          </p:nvSpPr>
          <p:spPr>
            <a:xfrm>
              <a:off x="219551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" name="instance.C19.180.r0.c6.2182">
              <a:extLst>
                <a:ext uri="{FF2B5EF4-FFF2-40B4-BE49-F238E27FC236}">
                  <a16:creationId id="{3A890544-5581-47D4-8460-8F581B4DFCE9}"/>
                </a:ext>
              </a:extLst>
            </p:cNvPr>
            <p:cNvSpPr>
              <a:spLocks noGrp="1"/>
            </p:cNvSpPr>
            <p:nvPr/>
          </p:nvSpPr>
          <p:spPr>
            <a:xfrm>
              <a:off x="240506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9" name="instance.C19.180.r0.c7.2183">
              <a:extLst>
                <a:ext uri="{FF2B5EF4-FFF2-40B4-BE49-F238E27FC236}">
                  <a16:creationId id="{FBE16D43-9208-406D-9C73-FD0484D67659}"/>
                </a:ext>
              </a:extLst>
            </p:cNvPr>
            <p:cNvSpPr>
              <a:spLocks noGrp="1"/>
            </p:cNvSpPr>
            <p:nvPr/>
          </p:nvSpPr>
          <p:spPr>
            <a:xfrm>
              <a:off x="261461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0" name="instance.C19.180.r0.c8.2184">
              <a:extLst>
                <a:ext uri="{FF2B5EF4-FFF2-40B4-BE49-F238E27FC236}">
                  <a16:creationId id="{8C30C90B-246F-4028-8FE1-121BF8509648}"/>
                </a:ext>
              </a:extLst>
            </p:cNvPr>
            <p:cNvSpPr>
              <a:spLocks noGrp="1"/>
            </p:cNvSpPr>
            <p:nvPr/>
          </p:nvSpPr>
          <p:spPr>
            <a:xfrm>
              <a:off x="282416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" name="instance.C19.180.r0.c9.2185">
              <a:extLst>
                <a:ext uri="{FF2B5EF4-FFF2-40B4-BE49-F238E27FC236}">
                  <a16:creationId id="{00392699-3611-40EB-B21F-6AAD99304EC2}"/>
                </a:ext>
              </a:extLst>
            </p:cNvPr>
            <p:cNvSpPr>
              <a:spLocks noGrp="1"/>
            </p:cNvSpPr>
            <p:nvPr/>
          </p:nvSpPr>
          <p:spPr>
            <a:xfrm>
              <a:off x="303371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2" name="instance.C19.180.r0.c10.2186">
              <a:extLst>
                <a:ext uri="{FF2B5EF4-FFF2-40B4-BE49-F238E27FC236}">
                  <a16:creationId id="{BB845523-504D-418F-A102-BF1536EFED05}"/>
                </a:ext>
              </a:extLst>
            </p:cNvPr>
            <p:cNvSpPr>
              <a:spLocks noGrp="1"/>
            </p:cNvSpPr>
            <p:nvPr/>
          </p:nvSpPr>
          <p:spPr>
            <a:xfrm>
              <a:off x="324326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3" name="instance.C19.180.r1.c0.2187">
              <a:extLst>
                <a:ext uri="{FF2B5EF4-FFF2-40B4-BE49-F238E27FC236}">
                  <a16:creationId id="{E1F578D0-39C5-444F-A587-23E2ED062965}"/>
                </a:ext>
              </a:extLst>
            </p:cNvPr>
            <p:cNvSpPr>
              <a:spLocks noGrp="1"/>
            </p:cNvSpPr>
            <p:nvPr/>
          </p:nvSpPr>
          <p:spPr>
            <a:xfrm>
              <a:off x="1147763" y="27384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4" name="instance.C19.180.r1.c10.2188">
              <a:extLst>
                <a:ext uri="{FF2B5EF4-FFF2-40B4-BE49-F238E27FC236}">
                  <a16:creationId id="{9022BB3B-AF6C-4975-A9E1-39B9B9AB5DA9}"/>
                </a:ext>
              </a:extLst>
            </p:cNvPr>
            <p:cNvSpPr>
              <a:spLocks noGrp="1"/>
            </p:cNvSpPr>
            <p:nvPr/>
          </p:nvSpPr>
          <p:spPr>
            <a:xfrm>
              <a:off x="3243263" y="27384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5" name="instance.C19.180.r2.c0.2189">
              <a:extLst>
                <a:ext uri="{FF2B5EF4-FFF2-40B4-BE49-F238E27FC236}">
                  <a16:creationId id="{C4DE0B5C-0999-410C-89AC-A2280B556184}"/>
                </a:ext>
              </a:extLst>
            </p:cNvPr>
            <p:cNvSpPr>
              <a:spLocks noGrp="1"/>
            </p:cNvSpPr>
            <p:nvPr/>
          </p:nvSpPr>
          <p:spPr>
            <a:xfrm>
              <a:off x="114776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6" name="instance.C19.180.r2.c10.2190">
              <a:extLst>
                <a:ext uri="{FF2B5EF4-FFF2-40B4-BE49-F238E27FC236}">
                  <a16:creationId id="{40A3C4C2-147F-4712-897D-8AD5603E56B5}"/>
                </a:ext>
              </a:extLst>
            </p:cNvPr>
            <p:cNvSpPr>
              <a:spLocks noGrp="1"/>
            </p:cNvSpPr>
            <p:nvPr/>
          </p:nvSpPr>
          <p:spPr>
            <a:xfrm>
              <a:off x="324326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7" name="instance.C19.180.r3.c0.2191">
              <a:extLst>
                <a:ext uri="{FF2B5EF4-FFF2-40B4-BE49-F238E27FC236}">
                  <a16:creationId id="{8CE274D5-C856-4B00-AA60-D1A1E49F1702}"/>
                </a:ext>
              </a:extLst>
            </p:cNvPr>
            <p:cNvSpPr>
              <a:spLocks noGrp="1"/>
            </p:cNvSpPr>
            <p:nvPr/>
          </p:nvSpPr>
          <p:spPr>
            <a:xfrm>
              <a:off x="1147763" y="31575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8" name="instance.C19.180.r3.c10.2192">
              <a:extLst>
                <a:ext uri="{FF2B5EF4-FFF2-40B4-BE49-F238E27FC236}">
                  <a16:creationId id="{6E4AD604-B02A-49F2-B28D-9BBDD783F25C}"/>
                </a:ext>
              </a:extLst>
            </p:cNvPr>
            <p:cNvSpPr>
              <a:spLocks noGrp="1"/>
            </p:cNvSpPr>
            <p:nvPr/>
          </p:nvSpPr>
          <p:spPr>
            <a:xfrm>
              <a:off x="3243263" y="31575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9" name="instance.C19.180.r4.c0.2193">
              <a:extLst>
                <a:ext uri="{FF2B5EF4-FFF2-40B4-BE49-F238E27FC236}">
                  <a16:creationId id="{A078619C-4455-475C-B30A-E3CCF21BE950}"/>
                </a:ext>
              </a:extLst>
            </p:cNvPr>
            <p:cNvSpPr>
              <a:spLocks noGrp="1"/>
            </p:cNvSpPr>
            <p:nvPr/>
          </p:nvSpPr>
          <p:spPr>
            <a:xfrm>
              <a:off x="114776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0" name="instance.C19.180.r4.c1.2194">
              <a:extLst>
                <a:ext uri="{FF2B5EF4-FFF2-40B4-BE49-F238E27FC236}">
                  <a16:creationId id="{B084F835-EAD1-457F-9F2E-F72B977254D9}"/>
                </a:ext>
              </a:extLst>
            </p:cNvPr>
            <p:cNvSpPr>
              <a:spLocks noGrp="1"/>
            </p:cNvSpPr>
            <p:nvPr/>
          </p:nvSpPr>
          <p:spPr>
            <a:xfrm>
              <a:off x="135731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1" name="instance.C19.180.r4.c2.2195">
              <a:extLst>
                <a:ext uri="{FF2B5EF4-FFF2-40B4-BE49-F238E27FC236}">
                  <a16:creationId id="{22484ECB-09F1-4F25-BF96-B2E059D0488D}"/>
                </a:ext>
              </a:extLst>
            </p:cNvPr>
            <p:cNvSpPr>
              <a:spLocks noGrp="1"/>
            </p:cNvSpPr>
            <p:nvPr/>
          </p:nvSpPr>
          <p:spPr>
            <a:xfrm>
              <a:off x="156686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2" name="instance.C19.180.r4.c3.2196">
              <a:extLst>
                <a:ext uri="{FF2B5EF4-FFF2-40B4-BE49-F238E27FC236}">
                  <a16:creationId id="{51E3C1B5-4ED2-4C2E-AD0C-4ADDC5F703FA}"/>
                </a:ext>
              </a:extLst>
            </p:cNvPr>
            <p:cNvSpPr>
              <a:spLocks noGrp="1"/>
            </p:cNvSpPr>
            <p:nvPr/>
          </p:nvSpPr>
          <p:spPr>
            <a:xfrm>
              <a:off x="177641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3" name="instance.C19.180.r4.c4.2197">
              <a:extLst>
                <a:ext uri="{FF2B5EF4-FFF2-40B4-BE49-F238E27FC236}">
                  <a16:creationId id="{7A8D741E-1518-4244-BD71-62C6784F6AFD}"/>
                </a:ext>
              </a:extLst>
            </p:cNvPr>
            <p:cNvSpPr>
              <a:spLocks noGrp="1"/>
            </p:cNvSpPr>
            <p:nvPr/>
          </p:nvSpPr>
          <p:spPr>
            <a:xfrm>
              <a:off x="198596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4" name="instance.C19.180.r4.c5.2198">
              <a:extLst>
                <a:ext uri="{FF2B5EF4-FFF2-40B4-BE49-F238E27FC236}">
                  <a16:creationId id="{FC9800B6-92FD-48E5-AB1E-FB41EE66E17C}"/>
                </a:ext>
              </a:extLst>
            </p:cNvPr>
            <p:cNvSpPr>
              <a:spLocks noGrp="1"/>
            </p:cNvSpPr>
            <p:nvPr/>
          </p:nvSpPr>
          <p:spPr>
            <a:xfrm>
              <a:off x="219551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5" name="instance.C19.180.r4.c6.2199">
              <a:extLst>
                <a:ext uri="{FF2B5EF4-FFF2-40B4-BE49-F238E27FC236}">
                  <a16:creationId id="{1650F03E-A9C4-4E04-88BC-FE6E5F76C410}"/>
                </a:ext>
              </a:extLst>
            </p:cNvPr>
            <p:cNvSpPr>
              <a:spLocks noGrp="1"/>
            </p:cNvSpPr>
            <p:nvPr/>
          </p:nvSpPr>
          <p:spPr>
            <a:xfrm>
              <a:off x="240506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6" name="instance.C19.180.r4.c7.2200">
              <a:extLst>
                <a:ext uri="{FF2B5EF4-FFF2-40B4-BE49-F238E27FC236}">
                  <a16:creationId id="{FA56D466-C465-41D9-8D91-78978DC2796A}"/>
                </a:ext>
              </a:extLst>
            </p:cNvPr>
            <p:cNvSpPr>
              <a:spLocks noGrp="1"/>
            </p:cNvSpPr>
            <p:nvPr/>
          </p:nvSpPr>
          <p:spPr>
            <a:xfrm>
              <a:off x="261461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7" name="instance.C19.180.r4.c8.2201">
              <a:extLst>
                <a:ext uri="{FF2B5EF4-FFF2-40B4-BE49-F238E27FC236}">
                  <a16:creationId id="{A31790E2-3827-4632-9F94-C4A9D69BA467}"/>
                </a:ext>
              </a:extLst>
            </p:cNvPr>
            <p:cNvSpPr>
              <a:spLocks noGrp="1"/>
            </p:cNvSpPr>
            <p:nvPr/>
          </p:nvSpPr>
          <p:spPr>
            <a:xfrm>
              <a:off x="282416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8" name="instance.C19.180.r4.c9.2202">
              <a:extLst>
                <a:ext uri="{FF2B5EF4-FFF2-40B4-BE49-F238E27FC236}">
                  <a16:creationId id="{D38628CD-2FAC-4161-8AED-C1DCBBF4BAE4}"/>
                </a:ext>
              </a:extLst>
            </p:cNvPr>
            <p:cNvSpPr>
              <a:spLocks noGrp="1"/>
            </p:cNvSpPr>
            <p:nvPr/>
          </p:nvSpPr>
          <p:spPr>
            <a:xfrm>
              <a:off x="303371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39" name="instance.C19.180.r4.c10.2203">
              <a:extLst>
                <a:ext uri="{FF2B5EF4-FFF2-40B4-BE49-F238E27FC236}">
                  <a16:creationId id="{FCE171D7-E8E4-40F1-8A7E-D3598F193B26}"/>
                </a:ext>
              </a:extLst>
            </p:cNvPr>
            <p:cNvSpPr>
              <a:spLocks noGrp="1"/>
            </p:cNvSpPr>
            <p:nvPr/>
          </p:nvSpPr>
          <p:spPr>
            <a:xfrm>
              <a:off x="3243263" y="3367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40" name="gallery.dots-hollow-matrix.note.2204">
            <a:extLst>
              <a:ext uri="{FF2B5EF4-FFF2-40B4-BE49-F238E27FC236}">
                <a16:creationId id="{E6D84E2A-B7FB-4BBD-BF20-EADF9B00B253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仅保留矩阵边缘的圆点</a:t>
            </a:r>
          </a:p>
        </p:txBody>
      </p:sp>
      <p:sp>
        <p:nvSpPr>
          <p:cNvPr id="41" name="gallery.dots-diagonal-array.frame.2205">
            <a:extLst>
              <a:ext uri="{FF2B5EF4-FFF2-40B4-BE49-F238E27FC236}">
                <a16:creationId id="{48733C45-8674-43BF-B1C0-504580DE953E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2" name="gallery.dots-diagonal-array.heading.2206">
            <a:extLst>
              <a:ext uri="{FF2B5EF4-FFF2-40B4-BE49-F238E27FC236}">
                <a16:creationId id="{6C2485E2-56DD-44FA-A5BE-7D713EB3679C}"/>
              </a:ext>
            </a:extLst>
          </p:cNvPr>
          <p:cNvSpPr>
            <a:spLocks noGrp="1"/>
          </p:cNvSpPr>
          <p:nvPr/>
        </p:nvSpPr>
        <p:spPr>
          <a:xfrm>
            <a:off x="44577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斜向平行点带</a:t>
            </a:r>
          </a:p>
        </p:txBody>
      </p:sp>
      <p:grpSp>
        <p:nvGrpSpPr>
          <p:cNvPr id="229" name="斜向平行点带"/>
          <p:cNvGrpSpPr/>
          <p:nvPr/>
        </p:nvGrpSpPr>
        <p:grpSpPr>
          <a:xfrm>
            <a:off x="5033963" y="2528888"/>
            <a:ext cx="2105025" cy="962025"/>
            <a:chOff x="5033963" y="2528888"/>
            <a:chExt cx="2105025" cy="962025"/>
          </a:xfrm>
        </p:grpSpPr>
        <p:sp>
          <p:nvSpPr>
            <p:cNvPr id="43" name="instance.C19.181.band0.p0.2207">
              <a:extLst>
                <a:ext uri="{FF2B5EF4-FFF2-40B4-BE49-F238E27FC236}">
                  <a16:creationId id="{EB5496FB-8942-495C-B18D-AF306EFD2035}"/>
                </a:ext>
              </a:extLst>
            </p:cNvPr>
            <p:cNvSpPr>
              <a:spLocks noGrp="1"/>
            </p:cNvSpPr>
            <p:nvPr/>
          </p:nvSpPr>
          <p:spPr>
            <a:xfrm>
              <a:off x="5033963" y="25288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4" name="instance.C19.181.band0.p1.2208">
              <a:extLst>
                <a:ext uri="{FF2B5EF4-FFF2-40B4-BE49-F238E27FC236}">
                  <a16:creationId id="{4A8B4370-5E33-4D02-A0F5-F7AD840202DA}"/>
                </a:ext>
              </a:extLst>
            </p:cNvPr>
            <p:cNvSpPr>
              <a:spLocks noGrp="1"/>
            </p:cNvSpPr>
            <p:nvPr/>
          </p:nvSpPr>
          <p:spPr>
            <a:xfrm>
              <a:off x="5319713" y="25860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5" name="instance.C19.181.band0.p2.2209">
              <a:extLst>
                <a:ext uri="{FF2B5EF4-FFF2-40B4-BE49-F238E27FC236}">
                  <a16:creationId id="{930FC4F9-3B62-430F-9782-3DA3C3BE86B8}"/>
                </a:ext>
              </a:extLst>
            </p:cNvPr>
            <p:cNvSpPr>
              <a:spLocks noGrp="1"/>
            </p:cNvSpPr>
            <p:nvPr/>
          </p:nvSpPr>
          <p:spPr>
            <a:xfrm>
              <a:off x="5605463" y="26431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6" name="instance.C19.181.band0.p3.2210">
              <a:extLst>
                <a:ext uri="{FF2B5EF4-FFF2-40B4-BE49-F238E27FC236}">
                  <a16:creationId id="{1DC2FABF-DDE6-4084-AFB8-F6B3E57AC35A}"/>
                </a:ext>
              </a:extLst>
            </p:cNvPr>
            <p:cNvSpPr>
              <a:spLocks noGrp="1"/>
            </p:cNvSpPr>
            <p:nvPr/>
          </p:nvSpPr>
          <p:spPr>
            <a:xfrm>
              <a:off x="5891213" y="2700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7" name="instance.C19.181.band0.p4.2211">
              <a:extLst>
                <a:ext uri="{FF2B5EF4-FFF2-40B4-BE49-F238E27FC236}">
                  <a16:creationId id="{3CADDA37-72A9-4900-B9E9-E401EB7EDF67}"/>
                </a:ext>
              </a:extLst>
            </p:cNvPr>
            <p:cNvSpPr>
              <a:spLocks noGrp="1"/>
            </p:cNvSpPr>
            <p:nvPr/>
          </p:nvSpPr>
          <p:spPr>
            <a:xfrm>
              <a:off x="6176963" y="2757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8" name="instance.C19.181.band0.p5.2212">
              <a:extLst>
                <a:ext uri="{FF2B5EF4-FFF2-40B4-BE49-F238E27FC236}">
                  <a16:creationId id="{FF880AB8-7378-449F-86B5-A0A7C76FBD53}"/>
                </a:ext>
              </a:extLst>
            </p:cNvPr>
            <p:cNvSpPr>
              <a:spLocks noGrp="1"/>
            </p:cNvSpPr>
            <p:nvPr/>
          </p:nvSpPr>
          <p:spPr>
            <a:xfrm>
              <a:off x="6462713" y="2814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49" name="instance.C19.181.band0.p6.2213">
              <a:extLst>
                <a:ext uri="{FF2B5EF4-FFF2-40B4-BE49-F238E27FC236}">
                  <a16:creationId id="{C5DBDBCD-4C8B-4C08-A726-B6DA511154C4}"/>
                </a:ext>
              </a:extLst>
            </p:cNvPr>
            <p:cNvSpPr>
              <a:spLocks noGrp="1"/>
            </p:cNvSpPr>
            <p:nvPr/>
          </p:nvSpPr>
          <p:spPr>
            <a:xfrm>
              <a:off x="6748463" y="2871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0" name="instance.C19.181.band1.p0.2214">
              <a:extLst>
                <a:ext uri="{FF2B5EF4-FFF2-40B4-BE49-F238E27FC236}">
                  <a16:creationId id="{CC32A0AE-9759-41E3-9741-270C96A780A0}"/>
                </a:ext>
              </a:extLst>
            </p:cNvPr>
            <p:cNvSpPr>
              <a:spLocks noGrp="1"/>
            </p:cNvSpPr>
            <p:nvPr/>
          </p:nvSpPr>
          <p:spPr>
            <a:xfrm>
              <a:off x="5129213" y="2700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1" name="instance.C19.181.band1.p1.2215">
              <a:extLst>
                <a:ext uri="{FF2B5EF4-FFF2-40B4-BE49-F238E27FC236}">
                  <a16:creationId id="{F69A3EEC-6088-4C05-A95A-B3E05A3C818E}"/>
                </a:ext>
              </a:extLst>
            </p:cNvPr>
            <p:cNvSpPr>
              <a:spLocks noGrp="1"/>
            </p:cNvSpPr>
            <p:nvPr/>
          </p:nvSpPr>
          <p:spPr>
            <a:xfrm>
              <a:off x="5414963" y="2757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2" name="instance.C19.181.band1.p2.2216">
              <a:extLst>
                <a:ext uri="{FF2B5EF4-FFF2-40B4-BE49-F238E27FC236}">
                  <a16:creationId id="{E6EE7238-B3BA-44A6-B19F-90D75058609A}"/>
                </a:ext>
              </a:extLst>
            </p:cNvPr>
            <p:cNvSpPr>
              <a:spLocks noGrp="1"/>
            </p:cNvSpPr>
            <p:nvPr/>
          </p:nvSpPr>
          <p:spPr>
            <a:xfrm>
              <a:off x="5700713" y="2814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3" name="instance.C19.181.band1.p3.2217">
              <a:extLst>
                <a:ext uri="{FF2B5EF4-FFF2-40B4-BE49-F238E27FC236}">
                  <a16:creationId id="{3A39619F-0334-46DE-BCB1-0AF677624939}"/>
                </a:ext>
              </a:extLst>
            </p:cNvPr>
            <p:cNvSpPr>
              <a:spLocks noGrp="1"/>
            </p:cNvSpPr>
            <p:nvPr/>
          </p:nvSpPr>
          <p:spPr>
            <a:xfrm>
              <a:off x="5986463" y="2871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4" name="instance.C19.181.band1.p4.2218">
              <a:extLst>
                <a:ext uri="{FF2B5EF4-FFF2-40B4-BE49-F238E27FC236}">
                  <a16:creationId id="{D682242C-65E2-4CAE-BD89-9401EB7445C9}"/>
                </a:ext>
              </a:extLst>
            </p:cNvPr>
            <p:cNvSpPr>
              <a:spLocks noGrp="1"/>
            </p:cNvSpPr>
            <p:nvPr/>
          </p:nvSpPr>
          <p:spPr>
            <a:xfrm>
              <a:off x="6272213" y="29289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5" name="instance.C19.181.band1.p5.2219">
              <a:extLst>
                <a:ext uri="{FF2B5EF4-FFF2-40B4-BE49-F238E27FC236}">
                  <a16:creationId id="{650BFA21-C9EE-4C8E-8E45-8C0004941578}"/>
                </a:ext>
              </a:extLst>
            </p:cNvPr>
            <p:cNvSpPr>
              <a:spLocks noGrp="1"/>
            </p:cNvSpPr>
            <p:nvPr/>
          </p:nvSpPr>
          <p:spPr>
            <a:xfrm>
              <a:off x="6557963" y="2986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6" name="instance.C19.181.band1.p6.2220">
              <a:extLst>
                <a:ext uri="{FF2B5EF4-FFF2-40B4-BE49-F238E27FC236}">
                  <a16:creationId id="{294BB2E1-75B7-40D9-B400-5B9A55671673}"/>
                </a:ext>
              </a:extLst>
            </p:cNvPr>
            <p:cNvSpPr>
              <a:spLocks noGrp="1"/>
            </p:cNvSpPr>
            <p:nvPr/>
          </p:nvSpPr>
          <p:spPr>
            <a:xfrm>
              <a:off x="6843713" y="30432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7" name="instance.C19.181.band2.p0.2221">
              <a:extLst>
                <a:ext uri="{FF2B5EF4-FFF2-40B4-BE49-F238E27FC236}">
                  <a16:creationId id="{A19B0B95-CCF8-42BA-A8C4-AA00EA74A8AE}"/>
                </a:ext>
              </a:extLst>
            </p:cNvPr>
            <p:cNvSpPr>
              <a:spLocks noGrp="1"/>
            </p:cNvSpPr>
            <p:nvPr/>
          </p:nvSpPr>
          <p:spPr>
            <a:xfrm>
              <a:off x="5224463" y="28717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8" name="instance.C19.181.band2.p1.2222">
              <a:extLst>
                <a:ext uri="{FF2B5EF4-FFF2-40B4-BE49-F238E27FC236}">
                  <a16:creationId id="{4E3877F7-1D42-497E-A61A-759E4794AE14}"/>
                </a:ext>
              </a:extLst>
            </p:cNvPr>
            <p:cNvSpPr>
              <a:spLocks noGrp="1"/>
            </p:cNvSpPr>
            <p:nvPr/>
          </p:nvSpPr>
          <p:spPr>
            <a:xfrm>
              <a:off x="5510213" y="29289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59" name="instance.C19.181.band2.p2.2223">
              <a:extLst>
                <a:ext uri="{FF2B5EF4-FFF2-40B4-BE49-F238E27FC236}">
                  <a16:creationId id="{EE41F1AE-598F-4554-906F-1A81D1D9E4AB}"/>
                </a:ext>
              </a:extLst>
            </p:cNvPr>
            <p:cNvSpPr>
              <a:spLocks noGrp="1"/>
            </p:cNvSpPr>
            <p:nvPr/>
          </p:nvSpPr>
          <p:spPr>
            <a:xfrm>
              <a:off x="5795963" y="29860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0" name="instance.C19.181.band2.p3.2224">
              <a:extLst>
                <a:ext uri="{FF2B5EF4-FFF2-40B4-BE49-F238E27FC236}">
                  <a16:creationId id="{DC64C764-4300-4A9F-89F0-8FB878FF4AA2}"/>
                </a:ext>
              </a:extLst>
            </p:cNvPr>
            <p:cNvSpPr>
              <a:spLocks noGrp="1"/>
            </p:cNvSpPr>
            <p:nvPr/>
          </p:nvSpPr>
          <p:spPr>
            <a:xfrm>
              <a:off x="6081713" y="30432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1" name="instance.C19.181.band2.p4.2225">
              <a:extLst>
                <a:ext uri="{FF2B5EF4-FFF2-40B4-BE49-F238E27FC236}">
                  <a16:creationId id="{B5618F5C-8141-4891-9541-36A17452C542}"/>
                </a:ext>
              </a:extLst>
            </p:cNvPr>
            <p:cNvSpPr>
              <a:spLocks noGrp="1"/>
            </p:cNvSpPr>
            <p:nvPr/>
          </p:nvSpPr>
          <p:spPr>
            <a:xfrm>
              <a:off x="6367463" y="31003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2" name="instance.C19.181.band2.p5.2226">
              <a:extLst>
                <a:ext uri="{FF2B5EF4-FFF2-40B4-BE49-F238E27FC236}">
                  <a16:creationId id="{581C580E-46E7-4B2F-9EAD-80344423EB36}"/>
                </a:ext>
              </a:extLst>
            </p:cNvPr>
            <p:cNvSpPr>
              <a:spLocks noGrp="1"/>
            </p:cNvSpPr>
            <p:nvPr/>
          </p:nvSpPr>
          <p:spPr>
            <a:xfrm>
              <a:off x="6653213" y="31575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3" name="instance.C19.181.band2.p6.2227">
              <a:extLst>
                <a:ext uri="{FF2B5EF4-FFF2-40B4-BE49-F238E27FC236}">
                  <a16:creationId id="{C9EFCB64-9C29-4436-83AE-084802D62478}"/>
                </a:ext>
              </a:extLst>
            </p:cNvPr>
            <p:cNvSpPr>
              <a:spLocks noGrp="1"/>
            </p:cNvSpPr>
            <p:nvPr/>
          </p:nvSpPr>
          <p:spPr>
            <a:xfrm>
              <a:off x="6938963" y="3214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4" name="instance.C19.181.band3.p0.2228">
              <a:extLst>
                <a:ext uri="{FF2B5EF4-FFF2-40B4-BE49-F238E27FC236}">
                  <a16:creationId id="{3538D9C3-F7E1-403F-AC25-AC51445F347E}"/>
                </a:ext>
              </a:extLst>
            </p:cNvPr>
            <p:cNvSpPr>
              <a:spLocks noGrp="1"/>
            </p:cNvSpPr>
            <p:nvPr/>
          </p:nvSpPr>
          <p:spPr>
            <a:xfrm>
              <a:off x="5319713" y="30432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5" name="instance.C19.181.band3.p1.2229">
              <a:extLst>
                <a:ext uri="{FF2B5EF4-FFF2-40B4-BE49-F238E27FC236}">
                  <a16:creationId id="{B8EA7F64-8E4E-4E38-A675-0109E8BEEFE0}"/>
                </a:ext>
              </a:extLst>
            </p:cNvPr>
            <p:cNvSpPr>
              <a:spLocks noGrp="1"/>
            </p:cNvSpPr>
            <p:nvPr/>
          </p:nvSpPr>
          <p:spPr>
            <a:xfrm>
              <a:off x="5605463" y="31003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6" name="instance.C19.181.band3.p2.2230">
              <a:extLst>
                <a:ext uri="{FF2B5EF4-FFF2-40B4-BE49-F238E27FC236}">
                  <a16:creationId id="{95485A5B-2513-4CFD-8399-D118F00944CC}"/>
                </a:ext>
              </a:extLst>
            </p:cNvPr>
            <p:cNvSpPr>
              <a:spLocks noGrp="1"/>
            </p:cNvSpPr>
            <p:nvPr/>
          </p:nvSpPr>
          <p:spPr>
            <a:xfrm>
              <a:off x="5891213" y="31575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7" name="instance.C19.181.band3.p3.2231">
              <a:extLst>
                <a:ext uri="{FF2B5EF4-FFF2-40B4-BE49-F238E27FC236}">
                  <a16:creationId id="{238E3ED0-96B1-4739-873D-51586B102129}"/>
                </a:ext>
              </a:extLst>
            </p:cNvPr>
            <p:cNvSpPr>
              <a:spLocks noGrp="1"/>
            </p:cNvSpPr>
            <p:nvPr/>
          </p:nvSpPr>
          <p:spPr>
            <a:xfrm>
              <a:off x="6176963" y="32146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8" name="instance.C19.181.band3.p4.2232">
              <a:extLst>
                <a:ext uri="{FF2B5EF4-FFF2-40B4-BE49-F238E27FC236}">
                  <a16:creationId id="{C1D065FD-277F-4944-AEEB-A5FCB4F3C8A1}"/>
                </a:ext>
              </a:extLst>
            </p:cNvPr>
            <p:cNvSpPr>
              <a:spLocks noGrp="1"/>
            </p:cNvSpPr>
            <p:nvPr/>
          </p:nvSpPr>
          <p:spPr>
            <a:xfrm>
              <a:off x="6462713" y="32718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69" name="instance.C19.181.band3.p5.2233">
              <a:extLst>
                <a:ext uri="{FF2B5EF4-FFF2-40B4-BE49-F238E27FC236}">
                  <a16:creationId id="{FD631197-08C9-48D2-80C5-2DEBD908D3D5}"/>
                </a:ext>
              </a:extLst>
            </p:cNvPr>
            <p:cNvSpPr>
              <a:spLocks noGrp="1"/>
            </p:cNvSpPr>
            <p:nvPr/>
          </p:nvSpPr>
          <p:spPr>
            <a:xfrm>
              <a:off x="6748463" y="3328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0" name="instance.C19.181.band3.p6.2234">
              <a:extLst>
                <a:ext uri="{FF2B5EF4-FFF2-40B4-BE49-F238E27FC236}">
                  <a16:creationId id="{68397CFA-8A7E-4F8F-AA80-D44FEE712257}"/>
                </a:ext>
              </a:extLst>
            </p:cNvPr>
            <p:cNvSpPr>
              <a:spLocks noGrp="1"/>
            </p:cNvSpPr>
            <p:nvPr/>
          </p:nvSpPr>
          <p:spPr>
            <a:xfrm>
              <a:off x="7034213" y="33861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71" name="gallery.dots-diagonal-array.note.2235">
            <a:extLst>
              <a:ext uri="{FF2B5EF4-FFF2-40B4-BE49-F238E27FC236}">
                <a16:creationId id="{AD67080B-9764-40E3-8813-ACB98298DDDD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四条平行点带沿斜向展开</a:t>
            </a:r>
          </a:p>
        </p:txBody>
      </p:sp>
      <p:sp>
        <p:nvSpPr>
          <p:cNvPr id="72" name="gallery.dots-hexagonal-array.frame.2236">
            <a:extLst>
              <a:ext uri="{FF2B5EF4-FFF2-40B4-BE49-F238E27FC236}">
                <a16:creationId id="{4BA59A12-5927-4DFD-AA1D-975B1EC2F366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73" name="gallery.dots-hexagonal-array.heading.2237">
            <a:extLst>
              <a:ext uri="{FF2B5EF4-FFF2-40B4-BE49-F238E27FC236}">
                <a16:creationId id="{587226BC-1EF3-4484-83FB-9966CC925985}"/>
              </a:ext>
            </a:extLst>
          </p:cNvPr>
          <p:cNvSpPr>
            <a:spLocks noGrp="1"/>
          </p:cNvSpPr>
          <p:nvPr/>
        </p:nvSpPr>
        <p:spPr>
          <a:xfrm>
            <a:off x="8305800" y="18859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六角簇点阵</a:t>
            </a:r>
          </a:p>
        </p:txBody>
      </p:sp>
      <p:grpSp>
        <p:nvGrpSpPr>
          <p:cNvPr id="230" name="六角簇点阵"/>
          <p:cNvGrpSpPr/>
          <p:nvPr/>
        </p:nvGrpSpPr>
        <p:grpSpPr>
          <a:xfrm>
            <a:off x="9377363" y="2502547"/>
            <a:ext cx="1133475" cy="995656"/>
            <a:chOff x="9377363" y="2502547"/>
            <a:chExt cx="1133475" cy="995656"/>
          </a:xfrm>
        </p:grpSpPr>
        <p:sp>
          <p:nvSpPr>
            <p:cNvPr id="74" name="instance.C19.182.q0.r-3.2238">
              <a:extLst>
                <a:ext uri="{FF2B5EF4-FFF2-40B4-BE49-F238E27FC236}">
                  <a16:creationId id="{DE07F646-37DF-456E-A7BC-8BBFEB86846D}"/>
                </a:ext>
              </a:extLst>
            </p:cNvPr>
            <p:cNvSpPr>
              <a:spLocks noGrp="1"/>
            </p:cNvSpPr>
            <p:nvPr/>
          </p:nvSpPr>
          <p:spPr>
            <a:xfrm>
              <a:off x="9634538" y="250254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5" name="instance.C19.182.q1.r-3.2239">
              <a:extLst>
                <a:ext uri="{FF2B5EF4-FFF2-40B4-BE49-F238E27FC236}">
                  <a16:creationId id="{BAACE1F2-7418-49A4-9E7C-0CE6B05D93B5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250254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6" name="instance.C19.182.q2.r-3.2240">
              <a:extLst>
                <a:ext uri="{FF2B5EF4-FFF2-40B4-BE49-F238E27FC236}">
                  <a16:creationId id="{6C105958-A72E-4B37-9A36-0999362B4A01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250254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7" name="instance.C19.182.q3.r-3.2241">
              <a:extLst>
                <a:ext uri="{FF2B5EF4-FFF2-40B4-BE49-F238E27FC236}">
                  <a16:creationId id="{BE0E2F54-F593-4FF0-A527-414436219FD9}"/>
                </a:ext>
              </a:extLst>
            </p:cNvPr>
            <p:cNvSpPr>
              <a:spLocks noGrp="1"/>
            </p:cNvSpPr>
            <p:nvPr/>
          </p:nvSpPr>
          <p:spPr>
            <a:xfrm>
              <a:off x="10148888" y="250254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8" name="instance.C19.182.q-1.r-2.2242">
              <a:extLst>
                <a:ext uri="{FF2B5EF4-FFF2-40B4-BE49-F238E27FC236}">
                  <a16:creationId id="{E67B82C2-7898-42FB-8EA2-7268E3FC28AE}"/>
                </a:ext>
              </a:extLst>
            </p:cNvPr>
            <p:cNvSpPr>
              <a:spLocks noGrp="1"/>
            </p:cNvSpPr>
            <p:nvPr/>
          </p:nvSpPr>
          <p:spPr>
            <a:xfrm>
              <a:off x="9548813" y="265102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79" name="instance.C19.182.q0.r-2.2243">
              <a:extLst>
                <a:ext uri="{FF2B5EF4-FFF2-40B4-BE49-F238E27FC236}">
                  <a16:creationId id="{3203C129-DDD0-47E9-A016-6EFA974DA14E}"/>
                </a:ext>
              </a:extLst>
            </p:cNvPr>
            <p:cNvSpPr>
              <a:spLocks noGrp="1"/>
            </p:cNvSpPr>
            <p:nvPr/>
          </p:nvSpPr>
          <p:spPr>
            <a:xfrm>
              <a:off x="9720263" y="265102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0" name="instance.C19.182.q1.r-2.2244">
              <a:extLst>
                <a:ext uri="{FF2B5EF4-FFF2-40B4-BE49-F238E27FC236}">
                  <a16:creationId id="{2930C905-65F3-4DEB-956C-E7F976751D92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265102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1" name="instance.C19.182.q2.r-2.2245">
              <a:extLst>
                <a:ext uri="{FF2B5EF4-FFF2-40B4-BE49-F238E27FC236}">
                  <a16:creationId id="{47DC7FDC-5AC7-445C-9E97-8D4517FBB433}"/>
                </a:ext>
              </a:extLst>
            </p:cNvPr>
            <p:cNvSpPr>
              <a:spLocks noGrp="1"/>
            </p:cNvSpPr>
            <p:nvPr/>
          </p:nvSpPr>
          <p:spPr>
            <a:xfrm>
              <a:off x="10063163" y="265102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2" name="instance.C19.182.q3.r-2.2246">
              <a:extLst>
                <a:ext uri="{FF2B5EF4-FFF2-40B4-BE49-F238E27FC236}">
                  <a16:creationId id="{153BD216-39DA-44F0-BCB4-E62C4F253511}"/>
                </a:ext>
              </a:extLst>
            </p:cNvPr>
            <p:cNvSpPr>
              <a:spLocks noGrp="1"/>
            </p:cNvSpPr>
            <p:nvPr/>
          </p:nvSpPr>
          <p:spPr>
            <a:xfrm>
              <a:off x="10234613" y="265102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3" name="instance.C19.182.q-2.r-1.2247">
              <a:extLst>
                <a:ext uri="{FF2B5EF4-FFF2-40B4-BE49-F238E27FC236}">
                  <a16:creationId id="{2C3BC174-F59F-46CA-B5FE-9BA93DBB80E8}"/>
                </a:ext>
              </a:extLst>
            </p:cNvPr>
            <p:cNvSpPr>
              <a:spLocks noGrp="1"/>
            </p:cNvSpPr>
            <p:nvPr/>
          </p:nvSpPr>
          <p:spPr>
            <a:xfrm>
              <a:off x="9463088" y="279950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4" name="instance.C19.182.q-1.r-1.2248">
              <a:extLst>
                <a:ext uri="{FF2B5EF4-FFF2-40B4-BE49-F238E27FC236}">
                  <a16:creationId id="{9E12F35F-6FAB-40C6-9B38-9ACE02D23CAB}"/>
                </a:ext>
              </a:extLst>
            </p:cNvPr>
            <p:cNvSpPr>
              <a:spLocks noGrp="1"/>
            </p:cNvSpPr>
            <p:nvPr/>
          </p:nvSpPr>
          <p:spPr>
            <a:xfrm>
              <a:off x="9634538" y="279950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5" name="instance.C19.182.q0.r-1.2249">
              <a:extLst>
                <a:ext uri="{FF2B5EF4-FFF2-40B4-BE49-F238E27FC236}">
                  <a16:creationId id="{B9287E8D-7639-4D55-8CC9-AC545FB024F9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279950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6" name="instance.C19.182.q1.r-1.2250">
              <a:extLst>
                <a:ext uri="{FF2B5EF4-FFF2-40B4-BE49-F238E27FC236}">
                  <a16:creationId id="{E475B5CD-A91D-4439-A639-054F59F1A662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279950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7" name="instance.C19.182.q2.r-1.2251">
              <a:extLst>
                <a:ext uri="{FF2B5EF4-FFF2-40B4-BE49-F238E27FC236}">
                  <a16:creationId id="{A60E39A3-B1B7-4513-ABB1-65D85F880985}"/>
                </a:ext>
              </a:extLst>
            </p:cNvPr>
            <p:cNvSpPr>
              <a:spLocks noGrp="1"/>
            </p:cNvSpPr>
            <p:nvPr/>
          </p:nvSpPr>
          <p:spPr>
            <a:xfrm>
              <a:off x="10148888" y="279950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8" name="instance.C19.182.q3.r-1.2252">
              <a:extLst>
                <a:ext uri="{FF2B5EF4-FFF2-40B4-BE49-F238E27FC236}">
                  <a16:creationId id="{A8A0A230-20DF-4097-9EC2-8A5DDFDC2541}"/>
                </a:ext>
              </a:extLst>
            </p:cNvPr>
            <p:cNvSpPr>
              <a:spLocks noGrp="1"/>
            </p:cNvSpPr>
            <p:nvPr/>
          </p:nvSpPr>
          <p:spPr>
            <a:xfrm>
              <a:off x="10320338" y="2799507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89" name="instance.C19.182.q-3.r0.2253">
              <a:extLst>
                <a:ext uri="{FF2B5EF4-FFF2-40B4-BE49-F238E27FC236}">
                  <a16:creationId id="{71B6887A-7ACF-4CF6-94C7-07850A880E00}"/>
                </a:ext>
              </a:extLst>
            </p:cNvPr>
            <p:cNvSpPr>
              <a:spLocks noGrp="1"/>
            </p:cNvSpPr>
            <p:nvPr/>
          </p:nvSpPr>
          <p:spPr>
            <a:xfrm>
              <a:off x="937736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0" name="instance.C19.182.q-2.r0.2254">
              <a:extLst>
                <a:ext uri="{FF2B5EF4-FFF2-40B4-BE49-F238E27FC236}">
                  <a16:creationId id="{FADFE0FC-E7DD-4A79-A219-AB9BD1E8CF30}"/>
                </a:ext>
              </a:extLst>
            </p:cNvPr>
            <p:cNvSpPr>
              <a:spLocks noGrp="1"/>
            </p:cNvSpPr>
            <p:nvPr/>
          </p:nvSpPr>
          <p:spPr>
            <a:xfrm>
              <a:off x="95488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1" name="instance.C19.182.q-1.r0.2255">
              <a:extLst>
                <a:ext uri="{FF2B5EF4-FFF2-40B4-BE49-F238E27FC236}">
                  <a16:creationId id="{731701D2-DD8A-4072-9727-6561424B9C58}"/>
                </a:ext>
              </a:extLst>
            </p:cNvPr>
            <p:cNvSpPr>
              <a:spLocks noGrp="1"/>
            </p:cNvSpPr>
            <p:nvPr/>
          </p:nvSpPr>
          <p:spPr>
            <a:xfrm>
              <a:off x="972026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2" name="instance.C19.182.q0.r0.2256">
              <a:extLst>
                <a:ext uri="{FF2B5EF4-FFF2-40B4-BE49-F238E27FC236}">
                  <a16:creationId id="{7C405147-BEEB-4826-8A33-DB533069347F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3" name="instance.C19.182.q1.r0.2257">
              <a:extLst>
                <a:ext uri="{FF2B5EF4-FFF2-40B4-BE49-F238E27FC236}">
                  <a16:creationId id="{5441252C-1105-4035-87C1-C831FEBD26D8}"/>
                </a:ext>
              </a:extLst>
            </p:cNvPr>
            <p:cNvSpPr>
              <a:spLocks noGrp="1"/>
            </p:cNvSpPr>
            <p:nvPr/>
          </p:nvSpPr>
          <p:spPr>
            <a:xfrm>
              <a:off x="1006316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4" name="instance.C19.182.q2.r0.2258">
              <a:extLst>
                <a:ext uri="{FF2B5EF4-FFF2-40B4-BE49-F238E27FC236}">
                  <a16:creationId id="{B9C31896-683E-4971-9C65-154197A82AF1}"/>
                </a:ext>
              </a:extLst>
            </p:cNvPr>
            <p:cNvSpPr>
              <a:spLocks noGrp="1"/>
            </p:cNvSpPr>
            <p:nvPr/>
          </p:nvSpPr>
          <p:spPr>
            <a:xfrm>
              <a:off x="1023461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5" name="instance.C19.182.q3.r0.2259">
              <a:extLst>
                <a:ext uri="{FF2B5EF4-FFF2-40B4-BE49-F238E27FC236}">
                  <a16:creationId id="{C0B67845-9AE7-4581-93F2-9A664CCEE9E4}"/>
                </a:ext>
              </a:extLst>
            </p:cNvPr>
            <p:cNvSpPr>
              <a:spLocks noGrp="1"/>
            </p:cNvSpPr>
            <p:nvPr/>
          </p:nvSpPr>
          <p:spPr>
            <a:xfrm>
              <a:off x="10406063" y="29479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6" name="instance.C19.182.q-3.r1.2260">
              <a:extLst>
                <a:ext uri="{FF2B5EF4-FFF2-40B4-BE49-F238E27FC236}">
                  <a16:creationId id="{C733EDB0-4FB6-4A1E-AAD3-6B835C0565FD}"/>
                </a:ext>
              </a:extLst>
            </p:cNvPr>
            <p:cNvSpPr>
              <a:spLocks noGrp="1"/>
            </p:cNvSpPr>
            <p:nvPr/>
          </p:nvSpPr>
          <p:spPr>
            <a:xfrm>
              <a:off x="9463088" y="309646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7" name="instance.C19.182.q-2.r1.2261">
              <a:extLst>
                <a:ext uri="{FF2B5EF4-FFF2-40B4-BE49-F238E27FC236}">
                  <a16:creationId id="{E00BC403-1336-4434-B06B-5D3616F18878}"/>
                </a:ext>
              </a:extLst>
            </p:cNvPr>
            <p:cNvSpPr>
              <a:spLocks noGrp="1"/>
            </p:cNvSpPr>
            <p:nvPr/>
          </p:nvSpPr>
          <p:spPr>
            <a:xfrm>
              <a:off x="9634538" y="309646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8" name="instance.C19.182.q-1.r1.2262">
              <a:extLst>
                <a:ext uri="{FF2B5EF4-FFF2-40B4-BE49-F238E27FC236}">
                  <a16:creationId id="{9A0FE388-A43D-4185-928D-7637FFEE0144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309646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99" name="instance.C19.182.q0.r1.2263">
              <a:extLst>
                <a:ext uri="{FF2B5EF4-FFF2-40B4-BE49-F238E27FC236}">
                  <a16:creationId id="{83F61D55-9ACA-4D7A-B464-13D66B499B66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309646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0" name="instance.C19.182.q1.r1.2264">
              <a:extLst>
                <a:ext uri="{FF2B5EF4-FFF2-40B4-BE49-F238E27FC236}">
                  <a16:creationId id="{0954F200-45B6-4339-B83F-C71F2A0C8BFD}"/>
                </a:ext>
              </a:extLst>
            </p:cNvPr>
            <p:cNvSpPr>
              <a:spLocks noGrp="1"/>
            </p:cNvSpPr>
            <p:nvPr/>
          </p:nvSpPr>
          <p:spPr>
            <a:xfrm>
              <a:off x="10148888" y="309646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1" name="instance.C19.182.q2.r1.2265">
              <a:extLst>
                <a:ext uri="{FF2B5EF4-FFF2-40B4-BE49-F238E27FC236}">
                  <a16:creationId id="{0492ECBE-B34E-4479-8146-F95A0D26AA62}"/>
                </a:ext>
              </a:extLst>
            </p:cNvPr>
            <p:cNvSpPr>
              <a:spLocks noGrp="1"/>
            </p:cNvSpPr>
            <p:nvPr/>
          </p:nvSpPr>
          <p:spPr>
            <a:xfrm>
              <a:off x="10320338" y="309646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2" name="instance.C19.182.q-3.r2.2266">
              <a:extLst>
                <a:ext uri="{FF2B5EF4-FFF2-40B4-BE49-F238E27FC236}">
                  <a16:creationId id="{63AEB2EC-DE2C-43DF-ABAC-EE0DF1A2240C}"/>
                </a:ext>
              </a:extLst>
            </p:cNvPr>
            <p:cNvSpPr>
              <a:spLocks noGrp="1"/>
            </p:cNvSpPr>
            <p:nvPr/>
          </p:nvSpPr>
          <p:spPr>
            <a:xfrm>
              <a:off x="9548813" y="324494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3" name="instance.C19.182.q-2.r2.2267">
              <a:extLst>
                <a:ext uri="{FF2B5EF4-FFF2-40B4-BE49-F238E27FC236}">
                  <a16:creationId id="{BA191631-BACF-4ABA-B643-FA394BA062E1}"/>
                </a:ext>
              </a:extLst>
            </p:cNvPr>
            <p:cNvSpPr>
              <a:spLocks noGrp="1"/>
            </p:cNvSpPr>
            <p:nvPr/>
          </p:nvSpPr>
          <p:spPr>
            <a:xfrm>
              <a:off x="9720263" y="324494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4" name="instance.C19.182.q-1.r2.2268">
              <a:extLst>
                <a:ext uri="{FF2B5EF4-FFF2-40B4-BE49-F238E27FC236}">
                  <a16:creationId id="{1BE6647B-1BAA-41D9-8A03-0AACFE4B491D}"/>
                </a:ext>
              </a:extLst>
            </p:cNvPr>
            <p:cNvSpPr>
              <a:spLocks noGrp="1"/>
            </p:cNvSpPr>
            <p:nvPr/>
          </p:nvSpPr>
          <p:spPr>
            <a:xfrm>
              <a:off x="9891713" y="324494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5" name="instance.C19.182.q0.r2.2269">
              <a:extLst>
                <a:ext uri="{FF2B5EF4-FFF2-40B4-BE49-F238E27FC236}">
                  <a16:creationId id="{D40DCB1B-3B5D-4608-9E27-B1F95D577C93}"/>
                </a:ext>
              </a:extLst>
            </p:cNvPr>
            <p:cNvSpPr>
              <a:spLocks noGrp="1"/>
            </p:cNvSpPr>
            <p:nvPr/>
          </p:nvSpPr>
          <p:spPr>
            <a:xfrm>
              <a:off x="10063163" y="324494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6" name="instance.C19.182.q1.r2.2270">
              <a:extLst>
                <a:ext uri="{FF2B5EF4-FFF2-40B4-BE49-F238E27FC236}">
                  <a16:creationId id="{DB48F4D3-93E1-48A7-87DB-CA8BD046624B}"/>
                </a:ext>
              </a:extLst>
            </p:cNvPr>
            <p:cNvSpPr>
              <a:spLocks noGrp="1"/>
            </p:cNvSpPr>
            <p:nvPr/>
          </p:nvSpPr>
          <p:spPr>
            <a:xfrm>
              <a:off x="10234613" y="324494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7" name="instance.C19.182.q-3.r3.2271">
              <a:extLst>
                <a:ext uri="{FF2B5EF4-FFF2-40B4-BE49-F238E27FC236}">
                  <a16:creationId id="{0E8DBC11-BFE2-4A61-B9DE-AE643046AA79}"/>
                </a:ext>
              </a:extLst>
            </p:cNvPr>
            <p:cNvSpPr>
              <a:spLocks noGrp="1"/>
            </p:cNvSpPr>
            <p:nvPr/>
          </p:nvSpPr>
          <p:spPr>
            <a:xfrm>
              <a:off x="9634538" y="339342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8" name="instance.C19.182.q-2.r3.2272">
              <a:extLst>
                <a:ext uri="{FF2B5EF4-FFF2-40B4-BE49-F238E27FC236}">
                  <a16:creationId id="{916BFF3C-34CA-4CCB-8821-850F272E697F}"/>
                </a:ext>
              </a:extLst>
            </p:cNvPr>
            <p:cNvSpPr>
              <a:spLocks noGrp="1"/>
            </p:cNvSpPr>
            <p:nvPr/>
          </p:nvSpPr>
          <p:spPr>
            <a:xfrm>
              <a:off x="9805988" y="339342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09" name="instance.C19.182.q-1.r3.2273">
              <a:extLst>
                <a:ext uri="{FF2B5EF4-FFF2-40B4-BE49-F238E27FC236}">
                  <a16:creationId id="{6013EB06-79F6-42D5-B7E7-787DD9A5961A}"/>
                </a:ext>
              </a:extLst>
            </p:cNvPr>
            <p:cNvSpPr>
              <a:spLocks noGrp="1"/>
            </p:cNvSpPr>
            <p:nvPr/>
          </p:nvSpPr>
          <p:spPr>
            <a:xfrm>
              <a:off x="9977438" y="339342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0" name="instance.C19.182.q0.r3.2274">
              <a:extLst>
                <a:ext uri="{FF2B5EF4-FFF2-40B4-BE49-F238E27FC236}">
                  <a16:creationId id="{BF34C713-3B8F-4A24-AC2E-7289DCBEA778}"/>
                </a:ext>
              </a:extLst>
            </p:cNvPr>
            <p:cNvSpPr>
              <a:spLocks noGrp="1"/>
            </p:cNvSpPr>
            <p:nvPr/>
          </p:nvSpPr>
          <p:spPr>
            <a:xfrm>
              <a:off x="10148888" y="339342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111" name="gallery.dots-hexagonal-array.note.2275">
            <a:extLst>
              <a:ext uri="{FF2B5EF4-FFF2-40B4-BE49-F238E27FC236}">
                <a16:creationId id="{51F62D5E-4187-4A70-9A3C-74BD068F1D4F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蜂窝点位形成完整六角外形</a:t>
            </a:r>
          </a:p>
        </p:txBody>
      </p:sp>
      <p:sp>
        <p:nvSpPr>
          <p:cNvPr id="112" name="gallery.dots-split-matrix.frame.2276">
            <a:extLst>
              <a:ext uri="{FF2B5EF4-FFF2-40B4-BE49-F238E27FC236}">
                <a16:creationId id="{42D92D83-C3B1-4F38-99B4-54379809BF79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3" name="gallery.dots-split-matrix.heading.2277">
            <a:extLst>
              <a:ext uri="{FF2B5EF4-FFF2-40B4-BE49-F238E27FC236}">
                <a16:creationId id="{73D876D6-2CD2-414B-BD77-34FC7EA23F4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十字分缝点阵</a:t>
            </a:r>
          </a:p>
        </p:txBody>
      </p:sp>
      <p:grpSp>
        <p:nvGrpSpPr>
          <p:cNvPr id="231" name="十字分缝点阵"/>
          <p:cNvGrpSpPr/>
          <p:nvPr/>
        </p:nvGrpSpPr>
        <p:grpSpPr>
          <a:xfrm>
            <a:off x="1157288" y="5053013"/>
            <a:ext cx="2181225" cy="847725"/>
            <a:chOff x="1157288" y="5053013"/>
            <a:chExt cx="2181225" cy="847725"/>
          </a:xfrm>
        </p:grpSpPr>
        <p:sp>
          <p:nvSpPr>
            <p:cNvPr id="114" name="instance.C19.183.r0.c0.2278">
              <a:extLst>
                <a:ext uri="{FF2B5EF4-FFF2-40B4-BE49-F238E27FC236}">
                  <a16:creationId id="{D488FF3C-94CE-4D11-B772-5435DEB32E2F}"/>
                </a:ext>
              </a:extLst>
            </p:cNvPr>
            <p:cNvSpPr>
              <a:spLocks noGrp="1"/>
            </p:cNvSpPr>
            <p:nvPr/>
          </p:nvSpPr>
          <p:spPr>
            <a:xfrm>
              <a:off x="115728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5" name="instance.C19.183.r0.c1.2279">
              <a:extLst>
                <a:ext uri="{FF2B5EF4-FFF2-40B4-BE49-F238E27FC236}">
                  <a16:creationId id="{B2AA3078-15EA-4E5D-8227-5121F414D00F}"/>
                </a:ext>
              </a:extLst>
            </p:cNvPr>
            <p:cNvSpPr>
              <a:spLocks noGrp="1"/>
            </p:cNvSpPr>
            <p:nvPr/>
          </p:nvSpPr>
          <p:spPr>
            <a:xfrm>
              <a:off x="134778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6" name="instance.C19.183.r0.c2.2280">
              <a:extLst>
                <a:ext uri="{FF2B5EF4-FFF2-40B4-BE49-F238E27FC236}">
                  <a16:creationId id="{D4CA9988-6D3C-405F-8212-E45B32EA287A}"/>
                </a:ext>
              </a:extLst>
            </p:cNvPr>
            <p:cNvSpPr>
              <a:spLocks noGrp="1"/>
            </p:cNvSpPr>
            <p:nvPr/>
          </p:nvSpPr>
          <p:spPr>
            <a:xfrm>
              <a:off x="153828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7" name="instance.C19.183.r0.c3.2281">
              <a:extLst>
                <a:ext uri="{FF2B5EF4-FFF2-40B4-BE49-F238E27FC236}">
                  <a16:creationId id="{95DFF6C7-9B3B-4DB5-B4C2-CFCF1E34B00E}"/>
                </a:ext>
              </a:extLst>
            </p:cNvPr>
            <p:cNvSpPr>
              <a:spLocks noGrp="1"/>
            </p:cNvSpPr>
            <p:nvPr/>
          </p:nvSpPr>
          <p:spPr>
            <a:xfrm>
              <a:off x="172878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8" name="instance.C19.183.r0.c4.2282">
              <a:extLst>
                <a:ext uri="{FF2B5EF4-FFF2-40B4-BE49-F238E27FC236}">
                  <a16:creationId id="{31B19967-5248-4AA9-8705-6E8E80ECFF80}"/>
                </a:ext>
              </a:extLst>
            </p:cNvPr>
            <p:cNvSpPr>
              <a:spLocks noGrp="1"/>
            </p:cNvSpPr>
            <p:nvPr/>
          </p:nvSpPr>
          <p:spPr>
            <a:xfrm>
              <a:off x="191928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19" name="instance.C19.183.r0.c5.2283">
              <a:extLst>
                <a:ext uri="{FF2B5EF4-FFF2-40B4-BE49-F238E27FC236}">
                  <a16:creationId id="{56B7931D-EADD-4E08-A81A-2F53F2E888AB}"/>
                </a:ext>
              </a:extLst>
            </p:cNvPr>
            <p:cNvSpPr>
              <a:spLocks noGrp="1"/>
            </p:cNvSpPr>
            <p:nvPr/>
          </p:nvSpPr>
          <p:spPr>
            <a:xfrm>
              <a:off x="247173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0" name="instance.C19.183.r0.c6.2284">
              <a:extLst>
                <a:ext uri="{FF2B5EF4-FFF2-40B4-BE49-F238E27FC236}">
                  <a16:creationId id="{7F003277-A0CF-4ECD-9704-FB432DDB2D34}"/>
                </a:ext>
              </a:extLst>
            </p:cNvPr>
            <p:cNvSpPr>
              <a:spLocks noGrp="1"/>
            </p:cNvSpPr>
            <p:nvPr/>
          </p:nvSpPr>
          <p:spPr>
            <a:xfrm>
              <a:off x="266223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1" name="instance.C19.183.r0.c7.2285">
              <a:extLst>
                <a:ext uri="{FF2B5EF4-FFF2-40B4-BE49-F238E27FC236}">
                  <a16:creationId id="{356DDE19-3B07-49B8-8396-0670C250164C}"/>
                </a:ext>
              </a:extLst>
            </p:cNvPr>
            <p:cNvSpPr>
              <a:spLocks noGrp="1"/>
            </p:cNvSpPr>
            <p:nvPr/>
          </p:nvSpPr>
          <p:spPr>
            <a:xfrm>
              <a:off x="285273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2" name="instance.C19.183.r0.c8.2286">
              <a:extLst>
                <a:ext uri="{FF2B5EF4-FFF2-40B4-BE49-F238E27FC236}">
                  <a16:creationId id="{10032EDB-829B-429C-8999-3E7F600404D4}"/>
                </a:ext>
              </a:extLst>
            </p:cNvPr>
            <p:cNvSpPr>
              <a:spLocks noGrp="1"/>
            </p:cNvSpPr>
            <p:nvPr/>
          </p:nvSpPr>
          <p:spPr>
            <a:xfrm>
              <a:off x="304323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3" name="instance.C19.183.r0.c9.2287">
              <a:extLst>
                <a:ext uri="{FF2B5EF4-FFF2-40B4-BE49-F238E27FC236}">
                  <a16:creationId id="{B3A485DD-4C9B-4C46-B302-D1678C62C305}"/>
                </a:ext>
              </a:extLst>
            </p:cNvPr>
            <p:cNvSpPr>
              <a:spLocks noGrp="1"/>
            </p:cNvSpPr>
            <p:nvPr/>
          </p:nvSpPr>
          <p:spPr>
            <a:xfrm>
              <a:off x="3233738" y="50530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4" name="instance.C19.183.r1.c0.2288">
              <a:extLst>
                <a:ext uri="{FF2B5EF4-FFF2-40B4-BE49-F238E27FC236}">
                  <a16:creationId id="{AFDD154B-AE6D-4250-B2B6-C13B0A46B78C}"/>
                </a:ext>
              </a:extLst>
            </p:cNvPr>
            <p:cNvSpPr>
              <a:spLocks noGrp="1"/>
            </p:cNvSpPr>
            <p:nvPr/>
          </p:nvSpPr>
          <p:spPr>
            <a:xfrm>
              <a:off x="115728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5" name="instance.C19.183.r1.c1.2289">
              <a:extLst>
                <a:ext uri="{FF2B5EF4-FFF2-40B4-BE49-F238E27FC236}">
                  <a16:creationId id="{9868B722-9219-4BD5-8ED0-FDF181DA8061}"/>
                </a:ext>
              </a:extLst>
            </p:cNvPr>
            <p:cNvSpPr>
              <a:spLocks noGrp="1"/>
            </p:cNvSpPr>
            <p:nvPr/>
          </p:nvSpPr>
          <p:spPr>
            <a:xfrm>
              <a:off x="134778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6" name="instance.C19.183.r1.c2.2290">
              <a:extLst>
                <a:ext uri="{FF2B5EF4-FFF2-40B4-BE49-F238E27FC236}">
                  <a16:creationId id="{86D60F5D-9BB7-498D-9C14-8AA8BE32E1A2}"/>
                </a:ext>
              </a:extLst>
            </p:cNvPr>
            <p:cNvSpPr>
              <a:spLocks noGrp="1"/>
            </p:cNvSpPr>
            <p:nvPr/>
          </p:nvSpPr>
          <p:spPr>
            <a:xfrm>
              <a:off x="153828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7" name="instance.C19.183.r1.c3.2291">
              <a:extLst>
                <a:ext uri="{FF2B5EF4-FFF2-40B4-BE49-F238E27FC236}">
                  <a16:creationId id="{AB343A5C-C008-4964-A099-A16C9EDBB33D}"/>
                </a:ext>
              </a:extLst>
            </p:cNvPr>
            <p:cNvSpPr>
              <a:spLocks noGrp="1"/>
            </p:cNvSpPr>
            <p:nvPr/>
          </p:nvSpPr>
          <p:spPr>
            <a:xfrm>
              <a:off x="172878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8" name="instance.C19.183.r1.c4.2292">
              <a:extLst>
                <a:ext uri="{FF2B5EF4-FFF2-40B4-BE49-F238E27FC236}">
                  <a16:creationId id="{3F7A1A97-FF41-40F5-BDD1-E78F6A5235CC}"/>
                </a:ext>
              </a:extLst>
            </p:cNvPr>
            <p:cNvSpPr>
              <a:spLocks noGrp="1"/>
            </p:cNvSpPr>
            <p:nvPr/>
          </p:nvSpPr>
          <p:spPr>
            <a:xfrm>
              <a:off x="191928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29" name="instance.C19.183.r1.c5.2293">
              <a:extLst>
                <a:ext uri="{FF2B5EF4-FFF2-40B4-BE49-F238E27FC236}">
                  <a16:creationId id="{832E3E57-58FA-489C-86E7-5621943F8DC8}"/>
                </a:ext>
              </a:extLst>
            </p:cNvPr>
            <p:cNvSpPr>
              <a:spLocks noGrp="1"/>
            </p:cNvSpPr>
            <p:nvPr/>
          </p:nvSpPr>
          <p:spPr>
            <a:xfrm>
              <a:off x="247173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0" name="instance.C19.183.r1.c6.2294">
              <a:extLst>
                <a:ext uri="{FF2B5EF4-FFF2-40B4-BE49-F238E27FC236}">
                  <a16:creationId id="{C7EC8F76-06B9-422B-9B91-E26C0C9D4499}"/>
                </a:ext>
              </a:extLst>
            </p:cNvPr>
            <p:cNvSpPr>
              <a:spLocks noGrp="1"/>
            </p:cNvSpPr>
            <p:nvPr/>
          </p:nvSpPr>
          <p:spPr>
            <a:xfrm>
              <a:off x="266223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1" name="instance.C19.183.r1.c7.2295">
              <a:extLst>
                <a:ext uri="{FF2B5EF4-FFF2-40B4-BE49-F238E27FC236}">
                  <a16:creationId id="{CD6E334D-E673-460E-A005-69FF0FEC113D}"/>
                </a:ext>
              </a:extLst>
            </p:cNvPr>
            <p:cNvSpPr>
              <a:spLocks noGrp="1"/>
            </p:cNvSpPr>
            <p:nvPr/>
          </p:nvSpPr>
          <p:spPr>
            <a:xfrm>
              <a:off x="285273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2" name="instance.C19.183.r1.c8.2296">
              <a:extLst>
                <a:ext uri="{FF2B5EF4-FFF2-40B4-BE49-F238E27FC236}">
                  <a16:creationId id="{D14E6FC5-D185-4A75-B179-AB1B137E88F8}"/>
                </a:ext>
              </a:extLst>
            </p:cNvPr>
            <p:cNvSpPr>
              <a:spLocks noGrp="1"/>
            </p:cNvSpPr>
            <p:nvPr/>
          </p:nvSpPr>
          <p:spPr>
            <a:xfrm>
              <a:off x="304323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3" name="instance.C19.183.r1.c9.2297">
              <a:extLst>
                <a:ext uri="{FF2B5EF4-FFF2-40B4-BE49-F238E27FC236}">
                  <a16:creationId id="{361809B8-1756-4E2A-BAF0-DC6784C17109}"/>
                </a:ext>
              </a:extLst>
            </p:cNvPr>
            <p:cNvSpPr>
              <a:spLocks noGrp="1"/>
            </p:cNvSpPr>
            <p:nvPr/>
          </p:nvSpPr>
          <p:spPr>
            <a:xfrm>
              <a:off x="3233738" y="524351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4" name="instance.C19.183.r2.c0.2298">
              <a:extLst>
                <a:ext uri="{FF2B5EF4-FFF2-40B4-BE49-F238E27FC236}">
                  <a16:creationId id="{04D95229-862B-4EB0-80BE-56001C3B4CC8}"/>
                </a:ext>
              </a:extLst>
            </p:cNvPr>
            <p:cNvSpPr>
              <a:spLocks noGrp="1"/>
            </p:cNvSpPr>
            <p:nvPr/>
          </p:nvSpPr>
          <p:spPr>
            <a:xfrm>
              <a:off x="115728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5" name="instance.C19.183.r2.c1.2299">
              <a:extLst>
                <a:ext uri="{FF2B5EF4-FFF2-40B4-BE49-F238E27FC236}">
                  <a16:creationId id="{9EA14371-7FE6-4ECC-BB4D-AE6262768A64}"/>
                </a:ext>
              </a:extLst>
            </p:cNvPr>
            <p:cNvSpPr>
              <a:spLocks noGrp="1"/>
            </p:cNvSpPr>
            <p:nvPr/>
          </p:nvSpPr>
          <p:spPr>
            <a:xfrm>
              <a:off x="134778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6" name="instance.C19.183.r2.c2.2300">
              <a:extLst>
                <a:ext uri="{FF2B5EF4-FFF2-40B4-BE49-F238E27FC236}">
                  <a16:creationId id="{C6C21682-B353-4278-95DB-09573CC4796D}"/>
                </a:ext>
              </a:extLst>
            </p:cNvPr>
            <p:cNvSpPr>
              <a:spLocks noGrp="1"/>
            </p:cNvSpPr>
            <p:nvPr/>
          </p:nvSpPr>
          <p:spPr>
            <a:xfrm>
              <a:off x="153828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7" name="instance.C19.183.r2.c3.2301">
              <a:extLst>
                <a:ext uri="{FF2B5EF4-FFF2-40B4-BE49-F238E27FC236}">
                  <a16:creationId id="{1DD1D8B3-03C8-4380-92E3-D06D73DD6E69}"/>
                </a:ext>
              </a:extLst>
            </p:cNvPr>
            <p:cNvSpPr>
              <a:spLocks noGrp="1"/>
            </p:cNvSpPr>
            <p:nvPr/>
          </p:nvSpPr>
          <p:spPr>
            <a:xfrm>
              <a:off x="172878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8" name="instance.C19.183.r2.c4.2302">
              <a:extLst>
                <a:ext uri="{FF2B5EF4-FFF2-40B4-BE49-F238E27FC236}">
                  <a16:creationId id="{5E70815D-48EC-4E4A-B8A1-E71DC49BE679}"/>
                </a:ext>
              </a:extLst>
            </p:cNvPr>
            <p:cNvSpPr>
              <a:spLocks noGrp="1"/>
            </p:cNvSpPr>
            <p:nvPr/>
          </p:nvSpPr>
          <p:spPr>
            <a:xfrm>
              <a:off x="191928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39" name="instance.C19.183.r2.c5.2303">
              <a:extLst>
                <a:ext uri="{FF2B5EF4-FFF2-40B4-BE49-F238E27FC236}">
                  <a16:creationId id="{B59D404A-4768-4D4B-948D-E8D1E3D3AC55}"/>
                </a:ext>
              </a:extLst>
            </p:cNvPr>
            <p:cNvSpPr>
              <a:spLocks noGrp="1"/>
            </p:cNvSpPr>
            <p:nvPr/>
          </p:nvSpPr>
          <p:spPr>
            <a:xfrm>
              <a:off x="247173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0" name="instance.C19.183.r2.c6.2304">
              <a:extLst>
                <a:ext uri="{FF2B5EF4-FFF2-40B4-BE49-F238E27FC236}">
                  <a16:creationId id="{84C873BD-CD47-42C3-9718-8AA5184CB873}"/>
                </a:ext>
              </a:extLst>
            </p:cNvPr>
            <p:cNvSpPr>
              <a:spLocks noGrp="1"/>
            </p:cNvSpPr>
            <p:nvPr/>
          </p:nvSpPr>
          <p:spPr>
            <a:xfrm>
              <a:off x="266223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1" name="instance.C19.183.r2.c7.2305">
              <a:extLst>
                <a:ext uri="{FF2B5EF4-FFF2-40B4-BE49-F238E27FC236}">
                  <a16:creationId id="{D454D1FF-B5E1-4EBA-B4CA-461E3734675F}"/>
                </a:ext>
              </a:extLst>
            </p:cNvPr>
            <p:cNvSpPr>
              <a:spLocks noGrp="1"/>
            </p:cNvSpPr>
            <p:nvPr/>
          </p:nvSpPr>
          <p:spPr>
            <a:xfrm>
              <a:off x="285273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2" name="instance.C19.183.r2.c8.2306">
              <a:extLst>
                <a:ext uri="{FF2B5EF4-FFF2-40B4-BE49-F238E27FC236}">
                  <a16:creationId id="{050E33C2-A5D9-4044-8DEF-90FEDD930B27}"/>
                </a:ext>
              </a:extLst>
            </p:cNvPr>
            <p:cNvSpPr>
              <a:spLocks noGrp="1"/>
            </p:cNvSpPr>
            <p:nvPr/>
          </p:nvSpPr>
          <p:spPr>
            <a:xfrm>
              <a:off x="304323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3" name="instance.C19.183.r2.c9.2307">
              <a:extLst>
                <a:ext uri="{FF2B5EF4-FFF2-40B4-BE49-F238E27FC236}">
                  <a16:creationId id="{17B4BDA2-EDB6-4E2D-8F58-0AC7099B6EA5}"/>
                </a:ext>
              </a:extLst>
            </p:cNvPr>
            <p:cNvSpPr>
              <a:spLocks noGrp="1"/>
            </p:cNvSpPr>
            <p:nvPr/>
          </p:nvSpPr>
          <p:spPr>
            <a:xfrm>
              <a:off x="3233738" y="56054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4" name="instance.C19.183.r3.c0.2308">
              <a:extLst>
                <a:ext uri="{FF2B5EF4-FFF2-40B4-BE49-F238E27FC236}">
                  <a16:creationId id="{A27097E1-2903-4E7A-AA07-2F9DA47CA487}"/>
                </a:ext>
              </a:extLst>
            </p:cNvPr>
            <p:cNvSpPr>
              <a:spLocks noGrp="1"/>
            </p:cNvSpPr>
            <p:nvPr/>
          </p:nvSpPr>
          <p:spPr>
            <a:xfrm>
              <a:off x="115728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5" name="instance.C19.183.r3.c1.2309">
              <a:extLst>
                <a:ext uri="{FF2B5EF4-FFF2-40B4-BE49-F238E27FC236}">
                  <a16:creationId id="{6C4F68AA-FBAB-419A-8FF8-8EE74EBD7B44}"/>
                </a:ext>
              </a:extLst>
            </p:cNvPr>
            <p:cNvSpPr>
              <a:spLocks noGrp="1"/>
            </p:cNvSpPr>
            <p:nvPr/>
          </p:nvSpPr>
          <p:spPr>
            <a:xfrm>
              <a:off x="134778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6" name="instance.C19.183.r3.c2.2310">
              <a:extLst>
                <a:ext uri="{FF2B5EF4-FFF2-40B4-BE49-F238E27FC236}">
                  <a16:creationId id="{0D7D2F79-F630-46FC-B332-23B58F1F217A}"/>
                </a:ext>
              </a:extLst>
            </p:cNvPr>
            <p:cNvSpPr>
              <a:spLocks noGrp="1"/>
            </p:cNvSpPr>
            <p:nvPr/>
          </p:nvSpPr>
          <p:spPr>
            <a:xfrm>
              <a:off x="153828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7" name="instance.C19.183.r3.c3.2311">
              <a:extLst>
                <a:ext uri="{FF2B5EF4-FFF2-40B4-BE49-F238E27FC236}">
                  <a16:creationId id="{AF4C4185-0830-47E2-8461-CE3C051B99CA}"/>
                </a:ext>
              </a:extLst>
            </p:cNvPr>
            <p:cNvSpPr>
              <a:spLocks noGrp="1"/>
            </p:cNvSpPr>
            <p:nvPr/>
          </p:nvSpPr>
          <p:spPr>
            <a:xfrm>
              <a:off x="172878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8" name="instance.C19.183.r3.c4.2312">
              <a:extLst>
                <a:ext uri="{FF2B5EF4-FFF2-40B4-BE49-F238E27FC236}">
                  <a16:creationId id="{03DDBB14-3FB6-4B7C-8C24-991415695BE3}"/>
                </a:ext>
              </a:extLst>
            </p:cNvPr>
            <p:cNvSpPr>
              <a:spLocks noGrp="1"/>
            </p:cNvSpPr>
            <p:nvPr/>
          </p:nvSpPr>
          <p:spPr>
            <a:xfrm>
              <a:off x="191928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49" name="instance.C19.183.r3.c5.2313">
              <a:extLst>
                <a:ext uri="{FF2B5EF4-FFF2-40B4-BE49-F238E27FC236}">
                  <a16:creationId id="{96F7A3B6-0616-473B-AE04-48475C1B5F80}"/>
                </a:ext>
              </a:extLst>
            </p:cNvPr>
            <p:cNvSpPr>
              <a:spLocks noGrp="1"/>
            </p:cNvSpPr>
            <p:nvPr/>
          </p:nvSpPr>
          <p:spPr>
            <a:xfrm>
              <a:off x="247173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0" name="instance.C19.183.r3.c6.2314">
              <a:extLst>
                <a:ext uri="{FF2B5EF4-FFF2-40B4-BE49-F238E27FC236}">
                  <a16:creationId id="{99C4B65D-0E70-42D2-B8F3-F019C6B56520}"/>
                </a:ext>
              </a:extLst>
            </p:cNvPr>
            <p:cNvSpPr>
              <a:spLocks noGrp="1"/>
            </p:cNvSpPr>
            <p:nvPr/>
          </p:nvSpPr>
          <p:spPr>
            <a:xfrm>
              <a:off x="266223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1" name="instance.C19.183.r3.c7.2315">
              <a:extLst>
                <a:ext uri="{FF2B5EF4-FFF2-40B4-BE49-F238E27FC236}">
                  <a16:creationId id="{8A7CB8EB-FFBF-4FD8-83EC-AA51D6687555}"/>
                </a:ext>
              </a:extLst>
            </p:cNvPr>
            <p:cNvSpPr>
              <a:spLocks noGrp="1"/>
            </p:cNvSpPr>
            <p:nvPr/>
          </p:nvSpPr>
          <p:spPr>
            <a:xfrm>
              <a:off x="285273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2" name="instance.C19.183.r3.c8.2316">
              <a:extLst>
                <a:ext uri="{FF2B5EF4-FFF2-40B4-BE49-F238E27FC236}">
                  <a16:creationId id="{71E12E73-0C3B-489A-B918-5A56FD931382}"/>
                </a:ext>
              </a:extLst>
            </p:cNvPr>
            <p:cNvSpPr>
              <a:spLocks noGrp="1"/>
            </p:cNvSpPr>
            <p:nvPr/>
          </p:nvSpPr>
          <p:spPr>
            <a:xfrm>
              <a:off x="304323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3" name="instance.C19.183.r3.c9.2317">
              <a:extLst>
                <a:ext uri="{FF2B5EF4-FFF2-40B4-BE49-F238E27FC236}">
                  <a16:creationId id="{9BF58073-7A6B-4E1F-8F8B-55F394686E7C}"/>
                </a:ext>
              </a:extLst>
            </p:cNvPr>
            <p:cNvSpPr>
              <a:spLocks noGrp="1"/>
            </p:cNvSpPr>
            <p:nvPr/>
          </p:nvSpPr>
          <p:spPr>
            <a:xfrm>
              <a:off x="3233738" y="5795963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154" name="gallery.dots-split-matrix.note.2318">
            <a:extLst>
              <a:ext uri="{FF2B5EF4-FFF2-40B4-BE49-F238E27FC236}">
                <a16:creationId id="{CF045710-C640-4A75-B7F9-579E52646F44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矩阵由中央十字缝分成四块</a:t>
            </a:r>
          </a:p>
        </p:txBody>
      </p:sp>
      <p:sp>
        <p:nvSpPr>
          <p:cNvPr id="155" name="gallery.dots-mixed-scale.frame.2319">
            <a:extLst>
              <a:ext uri="{FF2B5EF4-FFF2-40B4-BE49-F238E27FC236}">
                <a16:creationId id="{2AF67771-CF17-487C-B1CB-7B85F329162B}"/>
              </a:ext>
            </a:extLst>
          </p:cNvPr>
          <p:cNvSpPr>
            <a:spLocks noGrp="1"/>
          </p:cNvSpPr>
          <p:nvPr/>
        </p:nvSpPr>
        <p:spPr>
          <a:xfrm>
            <a:off x="43053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56" name="gallery.dots-mixed-scale.heading.2320">
            <a:extLst>
              <a:ext uri="{FF2B5EF4-FFF2-40B4-BE49-F238E27FC236}">
                <a16:creationId id="{C83E5349-B2B5-4A05-80B9-737E5A5294FB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渐径对齐点阵</a:t>
            </a:r>
          </a:p>
        </p:txBody>
      </p:sp>
      <p:grpSp>
        <p:nvGrpSpPr>
          <p:cNvPr id="232" name="渐径对齐点阵"/>
          <p:cNvGrpSpPr/>
          <p:nvPr/>
        </p:nvGrpSpPr>
        <p:grpSpPr>
          <a:xfrm>
            <a:off x="5048250" y="5067300"/>
            <a:ext cx="2114550" cy="819150"/>
            <a:chOff x="5048250" y="5067300"/>
            <a:chExt cx="2114550" cy="819150"/>
          </a:xfrm>
        </p:grpSpPr>
        <p:sp>
          <p:nvSpPr>
            <p:cNvPr id="157" name="instance.C19.184.r0.c0.2321">
              <a:extLst>
                <a:ext uri="{FF2B5EF4-FFF2-40B4-BE49-F238E27FC236}">
                  <a16:creationId id="{A9B40E9B-DB77-449E-8D83-9CEB1CD761AA}"/>
                </a:ext>
              </a:extLst>
            </p:cNvPr>
            <p:cNvSpPr>
              <a:spLocks noGrp="1"/>
            </p:cNvSpPr>
            <p:nvPr/>
          </p:nvSpPr>
          <p:spPr>
            <a:xfrm>
              <a:off x="5048250" y="5105400"/>
              <a:ext cx="76200" cy="762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8" name="instance.C19.184.r0.c1.2322">
              <a:extLst>
                <a:ext uri="{FF2B5EF4-FFF2-40B4-BE49-F238E27FC236}">
                  <a16:creationId id="{BE72704B-6CDC-4EA9-9110-5DC509FED489}"/>
                </a:ext>
              </a:extLst>
            </p:cNvPr>
            <p:cNvSpPr>
              <a:spLocks noGrp="1"/>
            </p:cNvSpPr>
            <p:nvPr/>
          </p:nvSpPr>
          <p:spPr>
            <a:xfrm>
              <a:off x="5375275" y="5099050"/>
              <a:ext cx="88900" cy="889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59" name="instance.C19.184.r0.c2.2323">
              <a:extLst>
                <a:ext uri="{FF2B5EF4-FFF2-40B4-BE49-F238E27FC236}">
                  <a16:creationId id="{321A2C83-3809-43BE-84A7-0B83F3DB92D1}"/>
                </a:ext>
              </a:extLst>
            </p:cNvPr>
            <p:cNvSpPr>
              <a:spLocks noGrp="1"/>
            </p:cNvSpPr>
            <p:nvPr/>
          </p:nvSpPr>
          <p:spPr>
            <a:xfrm>
              <a:off x="5702300" y="5092700"/>
              <a:ext cx="101600" cy="1016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0" name="instance.C19.184.r0.c3.2324">
              <a:extLst>
                <a:ext uri="{FF2B5EF4-FFF2-40B4-BE49-F238E27FC236}">
                  <a16:creationId id="{0A6445C9-CCE4-46AD-A2C0-2F665FF58DC1}"/>
                </a:ext>
              </a:extLst>
            </p:cNvPr>
            <p:cNvSpPr>
              <a:spLocks noGrp="1"/>
            </p:cNvSpPr>
            <p:nvPr/>
          </p:nvSpPr>
          <p:spPr>
            <a:xfrm>
              <a:off x="6029325" y="50863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1" name="instance.C19.184.r0.c4.2325">
              <a:extLst>
                <a:ext uri="{FF2B5EF4-FFF2-40B4-BE49-F238E27FC236}">
                  <a16:creationId id="{CC8AEE90-F9E4-43E6-BB90-B993FCB21366}"/>
                </a:ext>
              </a:extLst>
            </p:cNvPr>
            <p:cNvSpPr>
              <a:spLocks noGrp="1"/>
            </p:cNvSpPr>
            <p:nvPr/>
          </p:nvSpPr>
          <p:spPr>
            <a:xfrm>
              <a:off x="6356350" y="50800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2" name="instance.C19.184.r0.c5.2326">
              <a:extLst>
                <a:ext uri="{FF2B5EF4-FFF2-40B4-BE49-F238E27FC236}">
                  <a16:creationId id="{906EE06A-CE53-49BE-93C0-7D3CF2B0D443}"/>
                </a:ext>
              </a:extLst>
            </p:cNvPr>
            <p:cNvSpPr>
              <a:spLocks noGrp="1"/>
            </p:cNvSpPr>
            <p:nvPr/>
          </p:nvSpPr>
          <p:spPr>
            <a:xfrm>
              <a:off x="6683375" y="5073650"/>
              <a:ext cx="139700" cy="1397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3" name="instance.C19.184.r0.c6.2327">
              <a:extLst>
                <a:ext uri="{FF2B5EF4-FFF2-40B4-BE49-F238E27FC236}">
                  <a16:creationId id="{05C25D29-138F-42FE-A7DF-8D8458716898}"/>
                </a:ext>
              </a:extLst>
            </p:cNvPr>
            <p:cNvSpPr>
              <a:spLocks noGrp="1"/>
            </p:cNvSpPr>
            <p:nvPr/>
          </p:nvSpPr>
          <p:spPr>
            <a:xfrm>
              <a:off x="7010400" y="50673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4" name="instance.C19.184.r1.c0.2328">
              <a:extLst>
                <a:ext uri="{FF2B5EF4-FFF2-40B4-BE49-F238E27FC236}">
                  <a16:creationId id="{B003EFAF-F80E-49EE-88D3-7B16BE22A128}"/>
                </a:ext>
              </a:extLst>
            </p:cNvPr>
            <p:cNvSpPr>
              <a:spLocks noGrp="1"/>
            </p:cNvSpPr>
            <p:nvPr/>
          </p:nvSpPr>
          <p:spPr>
            <a:xfrm>
              <a:off x="5048250" y="5327650"/>
              <a:ext cx="76200" cy="762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5" name="instance.C19.184.r1.c1.2329">
              <a:extLst>
                <a:ext uri="{FF2B5EF4-FFF2-40B4-BE49-F238E27FC236}">
                  <a16:creationId id="{4D684F60-9085-4979-8E82-A2723D74DD01}"/>
                </a:ext>
              </a:extLst>
            </p:cNvPr>
            <p:cNvSpPr>
              <a:spLocks noGrp="1"/>
            </p:cNvSpPr>
            <p:nvPr/>
          </p:nvSpPr>
          <p:spPr>
            <a:xfrm>
              <a:off x="5375275" y="5321300"/>
              <a:ext cx="88900" cy="889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6" name="instance.C19.184.r1.c2.2330">
              <a:extLst>
                <a:ext uri="{FF2B5EF4-FFF2-40B4-BE49-F238E27FC236}">
                  <a16:creationId id="{A04151E0-747A-49E2-8D4E-BCFCFE19C0FA}"/>
                </a:ext>
              </a:extLst>
            </p:cNvPr>
            <p:cNvSpPr>
              <a:spLocks noGrp="1"/>
            </p:cNvSpPr>
            <p:nvPr/>
          </p:nvSpPr>
          <p:spPr>
            <a:xfrm>
              <a:off x="5702300" y="5314950"/>
              <a:ext cx="101600" cy="1016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7" name="instance.C19.184.r1.c3.2331">
              <a:extLst>
                <a:ext uri="{FF2B5EF4-FFF2-40B4-BE49-F238E27FC236}">
                  <a16:creationId id="{319CCD71-B26C-4248-B7A0-CCC7E3873478}"/>
                </a:ext>
              </a:extLst>
            </p:cNvPr>
            <p:cNvSpPr>
              <a:spLocks noGrp="1"/>
            </p:cNvSpPr>
            <p:nvPr/>
          </p:nvSpPr>
          <p:spPr>
            <a:xfrm>
              <a:off x="6029325" y="530860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8" name="instance.C19.184.r1.c4.2332">
              <a:extLst>
                <a:ext uri="{FF2B5EF4-FFF2-40B4-BE49-F238E27FC236}">
                  <a16:creationId id="{268AD141-7414-460E-83CC-29C635B7F847}"/>
                </a:ext>
              </a:extLst>
            </p:cNvPr>
            <p:cNvSpPr>
              <a:spLocks noGrp="1"/>
            </p:cNvSpPr>
            <p:nvPr/>
          </p:nvSpPr>
          <p:spPr>
            <a:xfrm>
              <a:off x="6356350" y="530225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69" name="instance.C19.184.r1.c5.2333">
              <a:extLst>
                <a:ext uri="{FF2B5EF4-FFF2-40B4-BE49-F238E27FC236}">
                  <a16:creationId id="{F07FBBA3-1942-41E0-86CC-B6653239FD37}"/>
                </a:ext>
              </a:extLst>
            </p:cNvPr>
            <p:cNvSpPr>
              <a:spLocks noGrp="1"/>
            </p:cNvSpPr>
            <p:nvPr/>
          </p:nvSpPr>
          <p:spPr>
            <a:xfrm>
              <a:off x="6683375" y="5295900"/>
              <a:ext cx="139700" cy="1397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0" name="instance.C19.184.r1.c6.2334">
              <a:extLst>
                <a:ext uri="{FF2B5EF4-FFF2-40B4-BE49-F238E27FC236}">
                  <a16:creationId id="{FA571CB9-2DC9-4B34-BFE8-136CDAC654D4}"/>
                </a:ext>
              </a:extLst>
            </p:cNvPr>
            <p:cNvSpPr>
              <a:spLocks noGrp="1"/>
            </p:cNvSpPr>
            <p:nvPr/>
          </p:nvSpPr>
          <p:spPr>
            <a:xfrm>
              <a:off x="7010400" y="52895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1" name="instance.C19.184.r2.c0.2335">
              <a:extLst>
                <a:ext uri="{FF2B5EF4-FFF2-40B4-BE49-F238E27FC236}">
                  <a16:creationId id="{C9F1B48B-1C5A-4BE4-A400-CFAF9D509C09}"/>
                </a:ext>
              </a:extLst>
            </p:cNvPr>
            <p:cNvSpPr>
              <a:spLocks noGrp="1"/>
            </p:cNvSpPr>
            <p:nvPr/>
          </p:nvSpPr>
          <p:spPr>
            <a:xfrm>
              <a:off x="5048250" y="5549900"/>
              <a:ext cx="76200" cy="762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2" name="instance.C19.184.r2.c1.2336">
              <a:extLst>
                <a:ext uri="{FF2B5EF4-FFF2-40B4-BE49-F238E27FC236}">
                  <a16:creationId id="{746238BB-69CD-475A-B927-919A53E1B9F6}"/>
                </a:ext>
              </a:extLst>
            </p:cNvPr>
            <p:cNvSpPr>
              <a:spLocks noGrp="1"/>
            </p:cNvSpPr>
            <p:nvPr/>
          </p:nvSpPr>
          <p:spPr>
            <a:xfrm>
              <a:off x="5375275" y="5543550"/>
              <a:ext cx="88900" cy="889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3" name="instance.C19.184.r2.c2.2337">
              <a:extLst>
                <a:ext uri="{FF2B5EF4-FFF2-40B4-BE49-F238E27FC236}">
                  <a16:creationId id="{BCB414A8-C3E9-4E31-AA54-76FAF42DE02E}"/>
                </a:ext>
              </a:extLst>
            </p:cNvPr>
            <p:cNvSpPr>
              <a:spLocks noGrp="1"/>
            </p:cNvSpPr>
            <p:nvPr/>
          </p:nvSpPr>
          <p:spPr>
            <a:xfrm>
              <a:off x="5702300" y="5537200"/>
              <a:ext cx="101600" cy="1016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4" name="instance.C19.184.r2.c3.2338">
              <a:extLst>
                <a:ext uri="{FF2B5EF4-FFF2-40B4-BE49-F238E27FC236}">
                  <a16:creationId id="{A6C73A30-BC4E-4130-B07A-D41C451FBBD9}"/>
                </a:ext>
              </a:extLst>
            </p:cNvPr>
            <p:cNvSpPr>
              <a:spLocks noGrp="1"/>
            </p:cNvSpPr>
            <p:nvPr/>
          </p:nvSpPr>
          <p:spPr>
            <a:xfrm>
              <a:off x="6029325" y="55308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5" name="instance.C19.184.r2.c4.2339">
              <a:extLst>
                <a:ext uri="{FF2B5EF4-FFF2-40B4-BE49-F238E27FC236}">
                  <a16:creationId id="{8F382D03-475B-40D0-B50E-E9D1424669DB}"/>
                </a:ext>
              </a:extLst>
            </p:cNvPr>
            <p:cNvSpPr>
              <a:spLocks noGrp="1"/>
            </p:cNvSpPr>
            <p:nvPr/>
          </p:nvSpPr>
          <p:spPr>
            <a:xfrm>
              <a:off x="6356350" y="55245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6" name="instance.C19.184.r2.c5.2340">
              <a:extLst>
                <a:ext uri="{FF2B5EF4-FFF2-40B4-BE49-F238E27FC236}">
                  <a16:creationId id="{D99D74CB-A1B4-4756-9CEE-74DDBD958934}"/>
                </a:ext>
              </a:extLst>
            </p:cNvPr>
            <p:cNvSpPr>
              <a:spLocks noGrp="1"/>
            </p:cNvSpPr>
            <p:nvPr/>
          </p:nvSpPr>
          <p:spPr>
            <a:xfrm>
              <a:off x="6683375" y="5518150"/>
              <a:ext cx="139700" cy="1397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7" name="instance.C19.184.r2.c6.2341">
              <a:extLst>
                <a:ext uri="{FF2B5EF4-FFF2-40B4-BE49-F238E27FC236}">
                  <a16:creationId id="{2E803F35-9374-488C-8B1C-9D8430D05670}"/>
                </a:ext>
              </a:extLst>
            </p:cNvPr>
            <p:cNvSpPr>
              <a:spLocks noGrp="1"/>
            </p:cNvSpPr>
            <p:nvPr/>
          </p:nvSpPr>
          <p:spPr>
            <a:xfrm>
              <a:off x="7010400" y="55118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8" name="instance.C19.184.r3.c0.2342">
              <a:extLst>
                <a:ext uri="{FF2B5EF4-FFF2-40B4-BE49-F238E27FC236}">
                  <a16:creationId id="{44B314F6-3FC8-4DA8-9571-AAB4D8EB1772}"/>
                </a:ext>
              </a:extLst>
            </p:cNvPr>
            <p:cNvSpPr>
              <a:spLocks noGrp="1"/>
            </p:cNvSpPr>
            <p:nvPr/>
          </p:nvSpPr>
          <p:spPr>
            <a:xfrm>
              <a:off x="5048250" y="5772150"/>
              <a:ext cx="76200" cy="762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79" name="instance.C19.184.r3.c1.2343">
              <a:extLst>
                <a:ext uri="{FF2B5EF4-FFF2-40B4-BE49-F238E27FC236}">
                  <a16:creationId id="{DCFE1055-32E4-4E7F-A5B1-4FCEA01A8F85}"/>
                </a:ext>
              </a:extLst>
            </p:cNvPr>
            <p:cNvSpPr>
              <a:spLocks noGrp="1"/>
            </p:cNvSpPr>
            <p:nvPr/>
          </p:nvSpPr>
          <p:spPr>
            <a:xfrm>
              <a:off x="5375275" y="5765800"/>
              <a:ext cx="88900" cy="889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0" name="instance.C19.184.r3.c2.2344">
              <a:extLst>
                <a:ext uri="{FF2B5EF4-FFF2-40B4-BE49-F238E27FC236}">
                  <a16:creationId id="{7CD8B83D-F388-44E6-BC72-50645CD8B38E}"/>
                </a:ext>
              </a:extLst>
            </p:cNvPr>
            <p:cNvSpPr>
              <a:spLocks noGrp="1"/>
            </p:cNvSpPr>
            <p:nvPr/>
          </p:nvSpPr>
          <p:spPr>
            <a:xfrm>
              <a:off x="5702300" y="5759450"/>
              <a:ext cx="101600" cy="1016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1" name="instance.C19.184.r3.c3.2345">
              <a:extLst>
                <a:ext uri="{FF2B5EF4-FFF2-40B4-BE49-F238E27FC236}">
                  <a16:creationId id="{AB62E81C-8F15-4EDA-AAEA-987C15D86785}"/>
                </a:ext>
              </a:extLst>
            </p:cNvPr>
            <p:cNvSpPr>
              <a:spLocks noGrp="1"/>
            </p:cNvSpPr>
            <p:nvPr/>
          </p:nvSpPr>
          <p:spPr>
            <a:xfrm>
              <a:off x="6029325" y="5753100"/>
              <a:ext cx="114300" cy="1143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2" name="instance.C19.184.r3.c4.2346">
              <a:extLst>
                <a:ext uri="{FF2B5EF4-FFF2-40B4-BE49-F238E27FC236}">
                  <a16:creationId id="{F5969FCD-087E-4B94-A49B-08583F45B0E5}"/>
                </a:ext>
              </a:extLst>
            </p:cNvPr>
            <p:cNvSpPr>
              <a:spLocks noGrp="1"/>
            </p:cNvSpPr>
            <p:nvPr/>
          </p:nvSpPr>
          <p:spPr>
            <a:xfrm>
              <a:off x="6356350" y="574675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3" name="instance.C19.184.r3.c5.2347">
              <a:extLst>
                <a:ext uri="{FF2B5EF4-FFF2-40B4-BE49-F238E27FC236}">
                  <a16:creationId id="{79AD5ED7-78E8-4C0A-B634-B119E6866161}"/>
                </a:ext>
              </a:extLst>
            </p:cNvPr>
            <p:cNvSpPr>
              <a:spLocks noGrp="1"/>
            </p:cNvSpPr>
            <p:nvPr/>
          </p:nvSpPr>
          <p:spPr>
            <a:xfrm>
              <a:off x="6683375" y="5740400"/>
              <a:ext cx="139700" cy="1397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184" name="instance.C19.184.r3.c6.2348">
              <a:extLst>
                <a:ext uri="{FF2B5EF4-FFF2-40B4-BE49-F238E27FC236}">
                  <a16:creationId id="{C781A313-AA83-49BE-9F73-1B5D4D037DE8}"/>
                </a:ext>
              </a:extLst>
            </p:cNvPr>
            <p:cNvSpPr>
              <a:spLocks noGrp="1"/>
            </p:cNvSpPr>
            <p:nvPr/>
          </p:nvSpPr>
          <p:spPr>
            <a:xfrm>
              <a:off x="7010400" y="57340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185" name="gallery.dots-mixed-scale.note.2349">
            <a:extLst>
              <a:ext uri="{FF2B5EF4-FFF2-40B4-BE49-F238E27FC236}">
                <a16:creationId id="{6B1F970B-56B9-4C8E-892B-1D4C5C8796E5}"/>
              </a:ext>
            </a:extLst>
          </p:cNvPr>
          <p:cNvSpPr>
            <a:spLocks noGrp="1"/>
          </p:cNvSpPr>
          <p:nvPr/>
        </p:nvSpPr>
        <p:spPr>
          <a:xfrm>
            <a:off x="44577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圆点逐列增大而圆心保持对齐</a:t>
            </a:r>
          </a:p>
        </p:txBody>
      </p:sp>
      <p:sp>
        <p:nvSpPr>
          <p:cNvPr id="186" name="gallery.dots-cell-overlay.frame.2350">
            <a:extLst>
              <a:ext uri="{FF2B5EF4-FFF2-40B4-BE49-F238E27FC236}">
                <a16:creationId id="{28EF1B39-04BA-4EE0-A1CF-48079ADF6A5A}"/>
              </a:ext>
            </a:extLst>
          </p:cNvPr>
          <p:cNvSpPr>
            <a:spLocks noGrp="1"/>
          </p:cNvSpPr>
          <p:nvPr/>
        </p:nvSpPr>
        <p:spPr>
          <a:xfrm>
            <a:off x="8153400" y="4286250"/>
            <a:ext cx="358140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7" name="gallery.dots-cell-overlay.heading.2351">
            <a:extLst>
              <a:ext uri="{FF2B5EF4-FFF2-40B4-BE49-F238E27FC236}">
                <a16:creationId id="{0DF1526A-57F6-4F1E-8DFE-FA19D47B57DB}"/>
              </a:ext>
            </a:extLst>
          </p:cNvPr>
          <p:cNvSpPr>
            <a:spLocks noGrp="1"/>
          </p:cNvSpPr>
          <p:nvPr/>
        </p:nvSpPr>
        <p:spPr>
          <a:xfrm>
            <a:off x="8305800" y="4362450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C19  格内复合点阵</a:t>
            </a:r>
          </a:p>
        </p:txBody>
      </p:sp>
      <p:grpSp>
        <p:nvGrpSpPr>
          <p:cNvPr id="233" name="格内复合点阵"/>
          <p:cNvGrpSpPr/>
          <p:nvPr/>
        </p:nvGrpSpPr>
        <p:grpSpPr>
          <a:xfrm>
            <a:off x="8782050" y="5029200"/>
            <a:ext cx="2324100" cy="895350"/>
            <a:chOff x="8782050" y="5029200"/>
            <a:chExt cx="2324100" cy="895350"/>
          </a:xfrm>
        </p:grpSpPr>
        <p:sp>
          <p:nvSpPr>
            <p:cNvPr id="188" name="instance.C19.185.r0.c0.cell.2352">
              <a:extLst>
                <a:ext uri="{FF2B5EF4-FFF2-40B4-BE49-F238E27FC236}">
                  <a16:creationId id="{2814EDBA-D12D-42C5-9206-D99B6822562B}"/>
                </a:ext>
              </a:extLst>
            </p:cNvPr>
            <p:cNvSpPr>
              <a:spLocks noGrp="1"/>
            </p:cNvSpPr>
            <p:nvPr/>
          </p:nvSpPr>
          <p:spPr>
            <a:xfrm>
              <a:off x="8782050" y="50292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89" name="instance.C19.185.r0.c1.cell.2353">
              <a:extLst>
                <a:ext uri="{FF2B5EF4-FFF2-40B4-BE49-F238E27FC236}">
                  <a16:creationId id="{5050DE07-1D8F-43FF-B9D2-55C86A2C10BE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0292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0" name="instance.C19.185.r0.c2.cell.2354">
              <a:extLst>
                <a:ext uri="{FF2B5EF4-FFF2-40B4-BE49-F238E27FC236}">
                  <a16:creationId id="{24721A76-E960-48C7-AB5A-F67DB8B9F061}"/>
                </a:ext>
              </a:extLst>
            </p:cNvPr>
            <p:cNvSpPr>
              <a:spLocks noGrp="1"/>
            </p:cNvSpPr>
            <p:nvPr/>
          </p:nvSpPr>
          <p:spPr>
            <a:xfrm>
              <a:off x="9582150" y="50292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1" name="instance.C19.185.r0.c3.cell.2355">
              <a:extLst>
                <a:ext uri="{FF2B5EF4-FFF2-40B4-BE49-F238E27FC236}">
                  <a16:creationId id="{6B23AEE3-50A4-4020-85EA-D5CC12240022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50292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2" name="instance.C19.185.r0.c4.cell.2356">
              <a:extLst>
                <a:ext uri="{FF2B5EF4-FFF2-40B4-BE49-F238E27FC236}">
                  <a16:creationId id="{DA781E1E-D41A-47F7-9EAD-A7514C9A71E1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50292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3" name="instance.C19.185.r0.c5.cell.2357">
              <a:extLst>
                <a:ext uri="{FF2B5EF4-FFF2-40B4-BE49-F238E27FC236}">
                  <a16:creationId id="{851D69DA-2BC5-4B5E-9132-7F6A047A4029}"/>
                </a:ext>
              </a:extLst>
            </p:cNvPr>
            <p:cNvSpPr>
              <a:spLocks noGrp="1"/>
            </p:cNvSpPr>
            <p:nvPr/>
          </p:nvSpPr>
          <p:spPr>
            <a:xfrm>
              <a:off x="10782300" y="50292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4" name="instance.C19.185.r1.c0.cell.2358">
              <a:extLst>
                <a:ext uri="{FF2B5EF4-FFF2-40B4-BE49-F238E27FC236}">
                  <a16:creationId id="{7C3F27DF-EE8C-46C2-A780-74D6C2D307ED}"/>
                </a:ext>
              </a:extLst>
            </p:cNvPr>
            <p:cNvSpPr>
              <a:spLocks noGrp="1"/>
            </p:cNvSpPr>
            <p:nvPr/>
          </p:nvSpPr>
          <p:spPr>
            <a:xfrm>
              <a:off x="8782050" y="535305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5" name="instance.C19.185.r1.c1.cell.2359">
              <a:extLst>
                <a:ext uri="{FF2B5EF4-FFF2-40B4-BE49-F238E27FC236}">
                  <a16:creationId id="{6AB9B347-0FC9-4F68-9B28-FD77D08749B9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35305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6" name="instance.C19.185.r1.c2.cell.2360">
              <a:extLst>
                <a:ext uri="{FF2B5EF4-FFF2-40B4-BE49-F238E27FC236}">
                  <a16:creationId id="{11D98ED0-C538-4215-B91B-EACEC1CC4E37}"/>
                </a:ext>
              </a:extLst>
            </p:cNvPr>
            <p:cNvSpPr>
              <a:spLocks noGrp="1"/>
            </p:cNvSpPr>
            <p:nvPr/>
          </p:nvSpPr>
          <p:spPr>
            <a:xfrm>
              <a:off x="9582150" y="535305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7" name="instance.C19.185.r1.c3.cell.2361">
              <a:extLst>
                <a:ext uri="{FF2B5EF4-FFF2-40B4-BE49-F238E27FC236}">
                  <a16:creationId id="{62741ACA-0F7E-43A6-989C-F5A52477514D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535305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8" name="instance.C19.185.r1.c4.cell.2362">
              <a:extLst>
                <a:ext uri="{FF2B5EF4-FFF2-40B4-BE49-F238E27FC236}">
                  <a16:creationId id="{D672FCA8-E2D6-407D-A610-44F6ED27F92D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535305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199" name="instance.C19.185.r1.c5.cell.2363">
              <a:extLst>
                <a:ext uri="{FF2B5EF4-FFF2-40B4-BE49-F238E27FC236}">
                  <a16:creationId id="{167591FB-15DC-4E33-9FCE-5EC49A1CE7CC}"/>
                </a:ext>
              </a:extLst>
            </p:cNvPr>
            <p:cNvSpPr>
              <a:spLocks noGrp="1"/>
            </p:cNvSpPr>
            <p:nvPr/>
          </p:nvSpPr>
          <p:spPr>
            <a:xfrm>
              <a:off x="10782300" y="535305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0" name="instance.C19.185.r2.c0.cell.2364">
              <a:extLst>
                <a:ext uri="{FF2B5EF4-FFF2-40B4-BE49-F238E27FC236}">
                  <a16:creationId id="{CABF527B-187E-46BF-A490-8A579E6A9EEE}"/>
                </a:ext>
              </a:extLst>
            </p:cNvPr>
            <p:cNvSpPr>
              <a:spLocks noGrp="1"/>
            </p:cNvSpPr>
            <p:nvPr/>
          </p:nvSpPr>
          <p:spPr>
            <a:xfrm>
              <a:off x="8782050" y="56769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1" name="instance.C19.185.r2.c1.cell.2365">
              <a:extLst>
                <a:ext uri="{FF2B5EF4-FFF2-40B4-BE49-F238E27FC236}">
                  <a16:creationId id="{765ADD39-CC45-4CB3-9728-3E0C2AC59A23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6769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2" name="instance.C19.185.r2.c2.cell.2366">
              <a:extLst>
                <a:ext uri="{FF2B5EF4-FFF2-40B4-BE49-F238E27FC236}">
                  <a16:creationId id="{287FBEB3-8178-495F-8C19-D664C9B4D0F8}"/>
                </a:ext>
              </a:extLst>
            </p:cNvPr>
            <p:cNvSpPr>
              <a:spLocks noGrp="1"/>
            </p:cNvSpPr>
            <p:nvPr/>
          </p:nvSpPr>
          <p:spPr>
            <a:xfrm>
              <a:off x="9582150" y="56769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3" name="instance.C19.185.r2.c3.cell.2367">
              <a:extLst>
                <a:ext uri="{FF2B5EF4-FFF2-40B4-BE49-F238E27FC236}">
                  <a16:creationId id="{CC98AABD-2F58-4127-8952-C88250806DCB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56769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4" name="instance.C19.185.r2.c4.cell.2368">
              <a:extLst>
                <a:ext uri="{FF2B5EF4-FFF2-40B4-BE49-F238E27FC236}">
                  <a16:creationId id="{499818CA-0318-463F-8525-ABD5F5F08B3F}"/>
                </a:ext>
              </a:extLst>
            </p:cNvPr>
            <p:cNvSpPr>
              <a:spLocks noGrp="1"/>
            </p:cNvSpPr>
            <p:nvPr/>
          </p:nvSpPr>
          <p:spPr>
            <a:xfrm>
              <a:off x="10382250" y="56769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5" name="instance.C19.185.r2.c5.cell.2369">
              <a:extLst>
                <a:ext uri="{FF2B5EF4-FFF2-40B4-BE49-F238E27FC236}">
                  <a16:creationId id="{03FE86F5-4AE2-4FA7-B20B-C50FBAB0A0B9}"/>
                </a:ext>
              </a:extLst>
            </p:cNvPr>
            <p:cNvSpPr>
              <a:spLocks noGrp="1"/>
            </p:cNvSpPr>
            <p:nvPr/>
          </p:nvSpPr>
          <p:spPr>
            <a:xfrm>
              <a:off x="10782300" y="5676900"/>
              <a:ext cx="323850" cy="247650"/>
            </a:xfrm>
            <a:prstGeom prst="rect">
              <a:avLst/>
            </a:prstGeom>
            <a:solidFill>
              <a:srgbClr val="F2F7FB"/>
            </a:solidFill>
            <a:ln w="7620">
              <a:solidFill>
                <a:srgbClr val="A6B4C0"/>
              </a:solidFill>
              <a:prstDash val="solid"/>
            </a:ln>
          </p:spPr>
        </p:sp>
        <p:sp>
          <p:nvSpPr>
            <p:cNvPr id="206" name="instance.C19.185.r0.c0.2370">
              <a:extLst>
                <a:ext uri="{FF2B5EF4-FFF2-40B4-BE49-F238E27FC236}">
                  <a16:creationId id="{77136BE4-7D66-46E1-8476-091CE071BC89}"/>
                </a:ext>
              </a:extLst>
            </p:cNvPr>
            <p:cNvSpPr>
              <a:spLocks noGrp="1"/>
            </p:cNvSpPr>
            <p:nvPr/>
          </p:nvSpPr>
          <p:spPr>
            <a:xfrm>
              <a:off x="8891588" y="5100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07" name="instance.C19.185.r0.c1.2371">
              <a:extLst>
                <a:ext uri="{FF2B5EF4-FFF2-40B4-BE49-F238E27FC236}">
                  <a16:creationId id="{801B63AD-E6D7-47E8-812D-197DC93AE04F}"/>
                </a:ext>
              </a:extLst>
            </p:cNvPr>
            <p:cNvSpPr>
              <a:spLocks noGrp="1"/>
            </p:cNvSpPr>
            <p:nvPr/>
          </p:nvSpPr>
          <p:spPr>
            <a:xfrm>
              <a:off x="9291638" y="5100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08" name="instance.C19.185.r0.c2.2372">
              <a:extLst>
                <a:ext uri="{FF2B5EF4-FFF2-40B4-BE49-F238E27FC236}">
                  <a16:creationId id="{C27CA5FC-CC72-4AEC-8FC8-D95F03EB7A37}"/>
                </a:ext>
              </a:extLst>
            </p:cNvPr>
            <p:cNvSpPr>
              <a:spLocks noGrp="1"/>
            </p:cNvSpPr>
            <p:nvPr/>
          </p:nvSpPr>
          <p:spPr>
            <a:xfrm>
              <a:off x="9691688" y="5100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09" name="instance.C19.185.r0.c3.2373">
              <a:extLst>
                <a:ext uri="{FF2B5EF4-FFF2-40B4-BE49-F238E27FC236}">
                  <a16:creationId id="{D391F062-D6F9-4413-A5CD-2AA8C2124B7C}"/>
                </a:ext>
              </a:extLst>
            </p:cNvPr>
            <p:cNvSpPr>
              <a:spLocks noGrp="1"/>
            </p:cNvSpPr>
            <p:nvPr/>
          </p:nvSpPr>
          <p:spPr>
            <a:xfrm>
              <a:off x="10091738" y="5100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0" name="instance.C19.185.r0.c4.2374">
              <a:extLst>
                <a:ext uri="{FF2B5EF4-FFF2-40B4-BE49-F238E27FC236}">
                  <a16:creationId id="{6CFF1099-8317-4F7B-9D85-B8BE6583FE6E}"/>
                </a:ext>
              </a:extLst>
            </p:cNvPr>
            <p:cNvSpPr>
              <a:spLocks noGrp="1"/>
            </p:cNvSpPr>
            <p:nvPr/>
          </p:nvSpPr>
          <p:spPr>
            <a:xfrm>
              <a:off x="10491788" y="5100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1" name="instance.C19.185.r0.c5.2375">
              <a:extLst>
                <a:ext uri="{FF2B5EF4-FFF2-40B4-BE49-F238E27FC236}">
                  <a16:creationId id="{E2E271FE-1B39-4F88-B27B-5FA2DF15701D}"/>
                </a:ext>
              </a:extLst>
            </p:cNvPr>
            <p:cNvSpPr>
              <a:spLocks noGrp="1"/>
            </p:cNvSpPr>
            <p:nvPr/>
          </p:nvSpPr>
          <p:spPr>
            <a:xfrm>
              <a:off x="10891838" y="51006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2" name="instance.C19.185.r1.c0.2376">
              <a:extLst>
                <a:ext uri="{FF2B5EF4-FFF2-40B4-BE49-F238E27FC236}">
                  <a16:creationId id="{78938196-F33C-40F8-898F-B9CD4E1C2411}"/>
                </a:ext>
              </a:extLst>
            </p:cNvPr>
            <p:cNvSpPr>
              <a:spLocks noGrp="1"/>
            </p:cNvSpPr>
            <p:nvPr/>
          </p:nvSpPr>
          <p:spPr>
            <a:xfrm>
              <a:off x="8891588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3" name="instance.C19.185.r1.c1.2377">
              <a:extLst>
                <a:ext uri="{FF2B5EF4-FFF2-40B4-BE49-F238E27FC236}">
                  <a16:creationId id="{178A23B4-A01E-42DB-925A-24F94846A43D}"/>
                </a:ext>
              </a:extLst>
            </p:cNvPr>
            <p:cNvSpPr>
              <a:spLocks noGrp="1"/>
            </p:cNvSpPr>
            <p:nvPr/>
          </p:nvSpPr>
          <p:spPr>
            <a:xfrm>
              <a:off x="9291638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4" name="instance.C19.185.r1.c2.2378">
              <a:extLst>
                <a:ext uri="{FF2B5EF4-FFF2-40B4-BE49-F238E27FC236}">
                  <a16:creationId id="{899862A5-DD53-4BE7-9F1D-D95C6EF16635}"/>
                </a:ext>
              </a:extLst>
            </p:cNvPr>
            <p:cNvSpPr>
              <a:spLocks noGrp="1"/>
            </p:cNvSpPr>
            <p:nvPr/>
          </p:nvSpPr>
          <p:spPr>
            <a:xfrm>
              <a:off x="9691688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5" name="instance.C19.185.r1.c3.2379">
              <a:extLst>
                <a:ext uri="{FF2B5EF4-FFF2-40B4-BE49-F238E27FC236}">
                  <a16:creationId id="{9696D690-3F8F-4B21-BC55-F940F06281A8}"/>
                </a:ext>
              </a:extLst>
            </p:cNvPr>
            <p:cNvSpPr>
              <a:spLocks noGrp="1"/>
            </p:cNvSpPr>
            <p:nvPr/>
          </p:nvSpPr>
          <p:spPr>
            <a:xfrm>
              <a:off x="10091738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6" name="instance.C19.185.r1.c4.2380">
              <a:extLst>
                <a:ext uri="{FF2B5EF4-FFF2-40B4-BE49-F238E27FC236}">
                  <a16:creationId id="{ECB1509F-EB88-4F84-B7E1-CC670EA54291}"/>
                </a:ext>
              </a:extLst>
            </p:cNvPr>
            <p:cNvSpPr>
              <a:spLocks noGrp="1"/>
            </p:cNvSpPr>
            <p:nvPr/>
          </p:nvSpPr>
          <p:spPr>
            <a:xfrm>
              <a:off x="10491788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7" name="instance.C19.185.r1.c5.2381">
              <a:extLst>
                <a:ext uri="{FF2B5EF4-FFF2-40B4-BE49-F238E27FC236}">
                  <a16:creationId id="{2A0B6770-EF5D-45D3-9B58-4511F591DA44}"/>
                </a:ext>
              </a:extLst>
            </p:cNvPr>
            <p:cNvSpPr>
              <a:spLocks noGrp="1"/>
            </p:cNvSpPr>
            <p:nvPr/>
          </p:nvSpPr>
          <p:spPr>
            <a:xfrm>
              <a:off x="10891838" y="542448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8" name="instance.C19.185.r2.c0.2382">
              <a:extLst>
                <a:ext uri="{FF2B5EF4-FFF2-40B4-BE49-F238E27FC236}">
                  <a16:creationId id="{E89400C1-DB26-4595-A9D6-289DB0583980}"/>
                </a:ext>
              </a:extLst>
            </p:cNvPr>
            <p:cNvSpPr>
              <a:spLocks noGrp="1"/>
            </p:cNvSpPr>
            <p:nvPr/>
          </p:nvSpPr>
          <p:spPr>
            <a:xfrm>
              <a:off x="8891588" y="5748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19" name="instance.C19.185.r2.c1.2383">
              <a:extLst>
                <a:ext uri="{FF2B5EF4-FFF2-40B4-BE49-F238E27FC236}">
                  <a16:creationId id="{578FBE1D-547F-4554-85D8-B4C0713F0CC0}"/>
                </a:ext>
              </a:extLst>
            </p:cNvPr>
            <p:cNvSpPr>
              <a:spLocks noGrp="1"/>
            </p:cNvSpPr>
            <p:nvPr/>
          </p:nvSpPr>
          <p:spPr>
            <a:xfrm>
              <a:off x="9291638" y="5748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20" name="instance.C19.185.r2.c2.2384">
              <a:extLst>
                <a:ext uri="{FF2B5EF4-FFF2-40B4-BE49-F238E27FC236}">
                  <a16:creationId id="{5E928C8B-A7FC-4E93-8B57-3656191EA3CB}"/>
                </a:ext>
              </a:extLst>
            </p:cNvPr>
            <p:cNvSpPr>
              <a:spLocks noGrp="1"/>
            </p:cNvSpPr>
            <p:nvPr/>
          </p:nvSpPr>
          <p:spPr>
            <a:xfrm>
              <a:off x="9691688" y="5748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21" name="instance.C19.185.r2.c3.2385">
              <a:extLst>
                <a:ext uri="{FF2B5EF4-FFF2-40B4-BE49-F238E27FC236}">
                  <a16:creationId id="{A59F5509-43EC-4053-B42F-7CA0B8737433}"/>
                </a:ext>
              </a:extLst>
            </p:cNvPr>
            <p:cNvSpPr>
              <a:spLocks noGrp="1"/>
            </p:cNvSpPr>
            <p:nvPr/>
          </p:nvSpPr>
          <p:spPr>
            <a:xfrm>
              <a:off x="10091738" y="5748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22" name="instance.C19.185.r2.c4.2386">
              <a:extLst>
                <a:ext uri="{FF2B5EF4-FFF2-40B4-BE49-F238E27FC236}">
                  <a16:creationId id="{C484153E-A43D-43CB-9434-E3408877C17E}"/>
                </a:ext>
              </a:extLst>
            </p:cNvPr>
            <p:cNvSpPr>
              <a:spLocks noGrp="1"/>
            </p:cNvSpPr>
            <p:nvPr/>
          </p:nvSpPr>
          <p:spPr>
            <a:xfrm>
              <a:off x="10491788" y="5748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  <p:sp>
          <p:nvSpPr>
            <p:cNvPr id="223" name="instance.C19.185.r2.c5.2387">
              <a:extLst>
                <a:ext uri="{FF2B5EF4-FFF2-40B4-BE49-F238E27FC236}">
                  <a16:creationId id="{89C9CE5B-D5CB-4FB9-AC96-554F40FEA297}"/>
                </a:ext>
              </a:extLst>
            </p:cNvPr>
            <p:cNvSpPr>
              <a:spLocks noGrp="1"/>
            </p:cNvSpPr>
            <p:nvPr/>
          </p:nvSpPr>
          <p:spPr>
            <a:xfrm>
              <a:off x="10891838" y="5748338"/>
              <a:ext cx="104775" cy="104775"/>
            </a:xfrm>
            <a:prstGeom prst="ellipse">
              <a:avLst/>
            </a:prstGeom>
            <a:solidFill>
              <a:srgbClr val="FFFFFF"/>
            </a:solidFill>
            <a:ln w="10478">
              <a:solidFill>
                <a:srgbClr val="0759BE"/>
              </a:solidFill>
              <a:prstDash val="solid"/>
            </a:ln>
          </p:spPr>
        </p:sp>
      </p:grpSp>
      <p:sp>
        <p:nvSpPr>
          <p:cNvPr id="224" name="gallery.dots-cell-overlay.note.2388">
            <a:extLst>
              <a:ext uri="{FF2B5EF4-FFF2-40B4-BE49-F238E27FC236}">
                <a16:creationId id="{4AC10FDD-2D0D-46C1-8DFD-809256536E3F}"/>
              </a:ext>
            </a:extLst>
          </p:cNvPr>
          <p:cNvSpPr>
            <a:spLocks noGrp="1"/>
          </p:cNvSpPr>
          <p:nvPr/>
        </p:nvSpPr>
        <p:spPr>
          <a:xfrm>
            <a:off x="8305800" y="621030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各圆点分别置于独立淡色格内</a:t>
            </a:r>
          </a:p>
        </p:txBody>
      </p:sp>
      <p:sp>
        <p:nvSpPr>
          <p:cNvPr id="234" name="navigation.rule.2760">
            <a:extLst>
              <a:ext uri="{FF2B5EF4-FFF2-40B4-BE49-F238E27FC236}">
                <a16:creationId id="{37B3667C-FD75-42EE-97ED-8CC1F4710E83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235" name="navigation.section.2761">
            <a:extLst>
              <a:ext uri="{FF2B5EF4-FFF2-40B4-BE49-F238E27FC236}">
                <a16:creationId id="{96B943CF-B60F-4E97-8B13-9B6EFF47F37B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第7节　单元格与圆点阵列</a:t>
            </a:r>
          </a:p>
        </p:txBody>
      </p:sp>
      <p:sp>
        <p:nvSpPr>
          <p:cNvPr id="236" name="navigation.page.2762">
            <a:extLst>
              <a:ext uri="{FF2B5EF4-FFF2-40B4-BE49-F238E27FC236}">
                <a16:creationId id="{06E36DC1-4B6B-4A10-9974-EA46D95458B7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46 / 53</a:t>
            </a:r>
          </a:p>
        </p:txBody>
      </p:sp>
    </p:spTree>
    <p:extLst>
      <p:ext uri="{BB962C8B-B14F-4D97-AF65-F5344CB8AC3E}">
        <p14:creationId val="1989571005"/>
      </p:ext>
    </p:extLst>
  </p:cSld>
</p:sld>
</file>

<file path=ppt/slides/slide4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6" name="页面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75" name="header.accent.110">
              <a:extLst>
                <a:ext uri="{FF2B5EF4-FFF2-40B4-BE49-F238E27FC236}">
                  <a16:creationId id="{AAC52ABE-FF0A-474C-AD0D-1C4F32AB344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111">
              <a:extLst>
                <a:ext uri="{FF2B5EF4-FFF2-40B4-BE49-F238E27FC236}">
                  <a16:creationId id="{FFE88054-39F0-409B-9367-D29566AED506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8</a:t>
              </a:r>
            </a:p>
          </p:txBody>
        </p:sp>
        <p:sp>
          <p:nvSpPr>
            <p:cNvPr id="3" name="header.gradient.112">
              <a:extLst>
                <a:ext uri="{FF2B5EF4-FFF2-40B4-BE49-F238E27FC236}">
                  <a16:creationId id="{5F965611-34FA-47E4-A2FD-0DB9B4B51899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113">
              <a:extLst>
                <a:ext uri="{FF2B5EF4-FFF2-40B4-BE49-F238E27FC236}">
                  <a16:creationId id="{D0AAEC85-800D-4B48-B763-55DC0DE6EC94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连接补充与层间连接</a:t>
              </a:r>
            </a:p>
          </p:txBody>
        </p:sp>
        <p:sp>
          <p:nvSpPr>
            <p:cNvPr id="5" name="header.library.114">
              <a:extLst>
                <a:ext uri="{FF2B5EF4-FFF2-40B4-BE49-F238E27FC236}">
                  <a16:creationId id="{29BBB2A6-DF7D-45CD-920E-EFDDECE71B9E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77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115">
              <a:extLst>
                <a:ext uri="{FF2B5EF4-FFF2-40B4-BE49-F238E27FC236}">
                  <a16:creationId id="{9589C197-2575-4ECF-8669-B8434A358F8D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116">
              <a:extLst>
                <a:ext uri="{FF2B5EF4-FFF2-40B4-BE49-F238E27FC236}">
                  <a16:creationId id="{975324B9-1E80-4369-B9CE-22CA4BB82722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117">
              <a:extLst>
                <a:ext uri="{FF2B5EF4-FFF2-40B4-BE49-F238E27FC236}">
                  <a16:creationId id="{15F227FF-2C52-492E-AE70-8DE7A5CC264C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118">
              <a:extLst>
                <a:ext uri="{FF2B5EF4-FFF2-40B4-BE49-F238E27FC236}">
                  <a16:creationId id="{7954B823-488F-4D8C-87E0-CC9C9AB29644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双向、折线、跨接与层间连接补充已有流程图，节点名称与数量可替换。</a:t>
              </a:r>
            </a:p>
          </p:txBody>
        </p:sp>
      </p:grpSp>
      <p:sp>
        <p:nvSpPr>
          <p:cNvPr id="10" name="gallery.connector.link.frame.119">
            <a:extLst>
              <a:ext uri="{FF2B5EF4-FFF2-40B4-BE49-F238E27FC236}">
                <a16:creationId id="{42BA817F-CD47-4076-8E7E-6C8E0CE84CAC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15811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connector.link.heading.120">
            <a:extLst>
              <a:ext uri="{FF2B5EF4-FFF2-40B4-BE49-F238E27FC236}">
                <a16:creationId id="{A8C07A89-F167-486D-8149-C47714F6EE2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C07  关系连线</a:t>
            </a:r>
          </a:p>
        </p:txBody>
      </p:sp>
      <p:sp>
        <p:nvSpPr>
          <p:cNvPr id="12" name="gallery.connector.link.note.121">
            <a:extLst>
              <a:ext uri="{FF2B5EF4-FFF2-40B4-BE49-F238E27FC236}">
                <a16:creationId id="{B928AA08-6FD2-49D2-AFE4-FD63EB2B3782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补充已有实线与虚线</a:t>
            </a:r>
          </a:p>
        </p:txBody>
      </p:sp>
      <p:cxnSp>
        <p:nvCxnSpPr>
          <p:cNvPr id="13" name="instance.C07.17.line">
            <a:extLst>
              <a:ext uri="{FF2B5EF4-FFF2-40B4-BE49-F238E27FC236}">
                <a16:creationId id="{422258FA-BDB6-4C93-BC43-BA9993068497}"/>
              </a:ext>
            </a:extLst>
          </p:cNvPr>
          <p:cNvCxnSpPr/>
          <p:nvPr/>
        </p:nvCxnSpPr>
        <p:spPr>
          <a:xfrm>
            <a:off x="762000" y="2714625"/>
            <a:ext cx="1924050" cy="9525"/>
          </a:xfrm>
          <a:prstGeom prst="straightConnector1">
            <a:avLst/>
          </a:prstGeom>
          <a:ln w="19050">
            <a:solidFill>
              <a:srgbClr val="074A9B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4" name="gallery.caption.122">
            <a:extLst>
              <a:ext uri="{FF2B5EF4-FFF2-40B4-BE49-F238E27FC236}">
                <a16:creationId id="{914B79C0-0DC7-48DB-A743-02C84DC4B21B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双向</a:t>
            </a:r>
          </a:p>
        </p:txBody>
      </p:sp>
      <p:cxnSp>
        <p:nvCxnSpPr>
          <p:cNvPr id="15" name="instance.C07.18.line">
            <a:extLst>
              <a:ext uri="{FF2B5EF4-FFF2-40B4-BE49-F238E27FC236}">
                <a16:creationId id="{B7026639-0B12-413F-9C25-DA11077D9700}"/>
              </a:ext>
            </a:extLst>
          </p:cNvPr>
          <p:cNvCxnSpPr/>
          <p:nvPr/>
        </p:nvCxnSpPr>
        <p:spPr>
          <a:xfrm>
            <a:off x="3409950" y="2543175"/>
            <a:ext cx="1924050" cy="285750"/>
          </a:xfrm>
          <a:prstGeom prst="bentConnector4">
            <a:avLst/>
          </a:prstGeom>
          <a:ln w="19050">
            <a:solidFill>
              <a:srgbClr val="074A9B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" name="gallery.caption.123">
            <a:extLst>
              <a:ext uri="{FF2B5EF4-FFF2-40B4-BE49-F238E27FC236}">
                <a16:creationId id="{3BF1EE21-A807-48A4-8102-D89258EBFC6E}"/>
              </a:ext>
            </a:extLst>
          </p:cNvPr>
          <p:cNvSpPr>
            <a:spLocks noGrp="1"/>
          </p:cNvSpPr>
          <p:nvPr/>
        </p:nvSpPr>
        <p:spPr>
          <a:xfrm>
            <a:off x="3409950" y="2990850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折线</a:t>
            </a:r>
          </a:p>
        </p:txBody>
      </p:sp>
      <p:sp>
        <p:nvSpPr>
          <p:cNvPr id="17" name="gallery.connector.bypass.frame.124">
            <a:extLst>
              <a:ext uri="{FF2B5EF4-FFF2-40B4-BE49-F238E27FC236}">
                <a16:creationId id="{CF4320A0-AAB1-4BE4-A1B3-E7A6DEF7D593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15811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8" name="gallery.connector.bypass.heading.125">
            <a:extLst>
              <a:ext uri="{FF2B5EF4-FFF2-40B4-BE49-F238E27FC236}">
                <a16:creationId id="{0AA5000D-A32D-4FE8-9DC6-0032816488C8}"/>
              </a:ext>
            </a:extLst>
          </p:cNvPr>
          <p:cNvSpPr>
            <a:spLocks noGrp="1"/>
          </p:cNvSpPr>
          <p:nvPr/>
        </p:nvSpPr>
        <p:spPr>
          <a:xfrm>
            <a:off x="6362700" y="18859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C09  跨接与回路线</a:t>
            </a:r>
          </a:p>
        </p:txBody>
      </p:sp>
      <p:grpSp>
        <p:nvGrpSpPr>
          <p:cNvPr id="78" name="C09 跨接与回路线 / 前向跨接"/>
          <p:cNvGrpSpPr/>
          <p:nvPr/>
        </p:nvGrpSpPr>
        <p:grpSpPr>
          <a:xfrm>
            <a:off x="6477000" y="2419350"/>
            <a:ext cx="4991100" cy="652749"/>
            <a:chOff x="6477000" y="2419350"/>
            <a:chExt cx="4991100" cy="652749"/>
          </a:xfrm>
        </p:grpSpPr>
        <p:sp>
          <p:nvSpPr>
            <p:cNvPr id="19" name="instance.C09.19.node0.126">
              <a:extLst>
                <a:ext uri="{FF2B5EF4-FFF2-40B4-BE49-F238E27FC236}">
                  <a16:creationId id="{F0B3EC61-5953-4C4E-B5CC-156535215E91}"/>
                </a:ext>
              </a:extLst>
            </p:cNvPr>
            <p:cNvSpPr>
              <a:spLocks noGrp="1"/>
            </p:cNvSpPr>
            <p:nvPr/>
          </p:nvSpPr>
          <p:spPr>
            <a:xfrm>
              <a:off x="6477000" y="2820734"/>
              <a:ext cx="1397000" cy="25136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19050" tIns="19050" rIns="19050" bIns="19050" anchor="ctr">
              <a:noAutofit/>
            </a:bodyPr>
            <a:lstStyle>
              <a:def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20" name="instance.C09.19.node1.127">
              <a:extLst>
                <a:ext uri="{FF2B5EF4-FFF2-40B4-BE49-F238E27FC236}">
                  <a16:creationId id="{08DB5763-43BA-43E2-B5A8-304B284FB496}"/>
                </a:ext>
              </a:extLst>
            </p:cNvPr>
            <p:cNvSpPr>
              <a:spLocks noGrp="1"/>
            </p:cNvSpPr>
            <p:nvPr/>
          </p:nvSpPr>
          <p:spPr>
            <a:xfrm>
              <a:off x="8274050" y="2820734"/>
              <a:ext cx="1397000" cy="25136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19050" tIns="19050" rIns="19050" bIns="19050" anchor="ctr">
              <a:noAutofit/>
            </a:bodyPr>
            <a:lstStyle>
              <a:def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21" name="instance.C09.19.node2.128">
              <a:extLst>
                <a:ext uri="{FF2B5EF4-FFF2-40B4-BE49-F238E27FC236}">
                  <a16:creationId id="{50D896EB-BCCF-4CF8-911D-72BCA7DBD576}"/>
                </a:ext>
              </a:extLst>
            </p:cNvPr>
            <p:cNvSpPr>
              <a:spLocks noGrp="1"/>
            </p:cNvSpPr>
            <p:nvPr/>
          </p:nvSpPr>
          <p:spPr>
            <a:xfrm>
              <a:off x="10071100" y="2820734"/>
              <a:ext cx="1397000" cy="251365"/>
            </a:xfrm>
            <a:prstGeom prst="rect">
              <a:avLst/>
            </a:prstGeom>
            <a:solidFill>
              <a:srgbClr val="F2F7FB"/>
            </a:solidFill>
            <a:ln w="13335">
              <a:solidFill>
                <a:srgbClr val="A6B4C0"/>
              </a:solidFill>
              <a:prstDash val="solid"/>
            </a:ln>
          </p:spPr>
          <p:txBody>
            <a:bodyPr wrap="square" lIns="19050" tIns="19050" rIns="19050" bIns="19050" anchor="ctr">
              <a:noAutofit/>
            </a:bodyPr>
            <a:lstStyle>
              <a:def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cxnSp>
          <p:nvCxnSpPr>
            <p:cNvPr id="22" name="instance.C09.19.main0">
              <a:extLst>
                <a:ext uri="{FF2B5EF4-FFF2-40B4-BE49-F238E27FC236}">
                  <a16:creationId id="{23B0E659-5B2F-4DCB-8C3C-D0688786CA13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7874000" y="2946416"/>
              <a:ext cx="400050" cy="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cxnSp>
          <p:nvCxnSpPr>
            <p:cNvPr id="23" name="instance.C09.19.main1">
              <a:extLst>
                <a:ext uri="{FF2B5EF4-FFF2-40B4-BE49-F238E27FC236}">
                  <a16:creationId id="{FDACFEA0-8A79-45CA-9945-5170895F8287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>
              <a:off x="9671050" y="2946416"/>
              <a:ext cx="400050" cy="0"/>
            </a:xfrm>
            <a:prstGeom prst="straightConnector1">
              <a:avLst/>
            </a:prstGeom>
            <a:ln w="19050">
              <a:solidFill>
                <a:srgbClr val="074A9B"/>
              </a:solidFill>
              <a:prstDash val="solid"/>
              <a:tailEnd type="triangle" w="med" len="med"/>
            </a:ln>
          </p:spPr>
        </p:cxnSp>
        <p:sp>
          <p:nvSpPr>
            <p:cNvPr id="81" name="instance.C09.19.bypass.anchor0"/>
            <p:cNvSpPr/>
            <p:nvPr/>
          </p:nvSpPr>
          <p:spPr>
            <a:xfrm>
              <a:off x="7175499" y="2419350"/>
              <a:ext cx="2" cy="2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2" name="instance.C09.19.bypass.anchor1"/>
            <p:cNvSpPr/>
            <p:nvPr/>
          </p:nvSpPr>
          <p:spPr>
            <a:xfrm>
              <a:off x="10769599" y="2419350"/>
              <a:ext cx="2" cy="2"/>
            </a:xfrm>
            <a:prstGeom prst="rect">
              <a:avLst/>
            </a:prstGeom>
            <a:noFill/>
            <a:ln w="0">
              <a:noFill/>
            </a:ln>
          </p:spPr>
        </p:sp>
        <p:cxnSp>
          <p:nvCxnSpPr>
            <p:cNvPr id="24" name="instance.C09.19.bypass.start.129">
              <a:extLst>
                <a:ext uri="{FF2B5EF4-FFF2-40B4-BE49-F238E27FC236}">
                  <a16:creationId id="{6F16DE1E-3723-4150-97D6-DC4508257E56}"/>
                </a:ext>
              </a:extLst>
            </p:cNvPr>
            <p:cNvCxnSpPr>
              <a:cxnSpLocks noGrp="1"/>
              <a:stCxn id="19" idx="0"/>
              <a:endCxn id="81" idx="0"/>
            </p:cNvCxnSpPr>
            <p:nvPr/>
          </p:nvCxnSpPr>
          <p:spPr>
            <a:xfrm flipV="1">
              <a:off x="7175500" y="2419350"/>
              <a:ext cx="0" cy="401383"/>
            </a:xfrm>
            <a:prstGeom prst="straightConnector1">
              <a:avLst/>
            </a:prstGeom>
            <a:noFill/>
            <a:ln w="16193">
              <a:solidFill>
                <a:srgbClr val="074A9B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5" name="instance.C09.19.bypass.span.130">
              <a:extLst>
                <a:ext uri="{FF2B5EF4-FFF2-40B4-BE49-F238E27FC236}">
                  <a16:creationId id="{B3C4FCCA-2EDA-4B56-8A77-1072C5CFB39F}"/>
                </a:ext>
              </a:extLst>
            </p:cNvPr>
            <p:cNvCxnSpPr>
              <a:cxnSpLocks noGrp="1"/>
              <a:stCxn id="81" idx="0"/>
              <a:endCxn id="82" idx="0"/>
            </p:cNvCxnSpPr>
            <p:nvPr/>
          </p:nvCxnSpPr>
          <p:spPr>
            <a:xfrm>
              <a:off x="7175500" y="2419350"/>
              <a:ext cx="3594100" cy="0"/>
            </a:xfrm>
            <a:prstGeom prst="straightConnector1">
              <a:avLst/>
            </a:prstGeom>
            <a:noFill/>
            <a:ln w="16193">
              <a:solidFill>
                <a:srgbClr val="074A9B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6" name="instance.C09.19.bypass.end.131">
              <a:extLst>
                <a:ext uri="{FF2B5EF4-FFF2-40B4-BE49-F238E27FC236}">
                  <a16:creationId id="{F0AD2D2A-984C-4D77-BCA3-C1DC15D8FC91}"/>
                </a:ext>
              </a:extLst>
            </p:cNvPr>
            <p:cNvCxnSpPr>
              <a:stCxn id="82" idx="0"/>
              <a:endCxn id="21" idx="0"/>
            </p:cNvCxnSpPr>
            <p:nvPr/>
          </p:nvCxnSpPr>
          <p:spPr>
            <a:xfrm flipH="0" flipV="0">
              <a:off x="10769600" y="2419350"/>
              <a:ext cx="0" cy="401383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  <a:headEnd type="none" w="med" len="med"/>
            </a:ln>
          </p:spPr>
        </p:cxnSp>
      </p:grpSp>
      <p:sp>
        <p:nvSpPr>
          <p:cNvPr id="27" name="gallery.structure.layers.frame.132">
            <a:extLst>
              <a:ext uri="{FF2B5EF4-FFF2-40B4-BE49-F238E27FC236}">
                <a16:creationId id="{113D7622-EF7E-4CCF-9C03-325C6F68C941}"/>
              </a:ext>
            </a:extLst>
          </p:cNvPr>
          <p:cNvSpPr>
            <a:spLocks noGrp="1"/>
          </p:cNvSpPr>
          <p:nvPr/>
        </p:nvSpPr>
        <p:spPr>
          <a:xfrm>
            <a:off x="457200" y="3600450"/>
            <a:ext cx="11277600" cy="29908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8" name="gallery.structure.layers.heading.133">
            <a:extLst>
              <a:ext uri="{FF2B5EF4-FFF2-40B4-BE49-F238E27FC236}">
                <a16:creationId id="{208AD22A-22C3-4BF9-BA37-4D73B3595831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C22  层间连接结构</a:t>
            </a:r>
          </a:p>
        </p:txBody>
      </p:sp>
      <p:grpSp>
        <p:nvGrpSpPr>
          <p:cNvPr id="79" name="C22 层间连接结构 / 全连接"/>
          <p:cNvGrpSpPr/>
          <p:nvPr/>
        </p:nvGrpSpPr>
        <p:grpSpPr>
          <a:xfrm>
            <a:off x="838200" y="4529138"/>
            <a:ext cx="4724400" cy="1323975"/>
            <a:chOff x="838200" y="4529138"/>
            <a:chExt cx="4724400" cy="1323975"/>
          </a:xfrm>
        </p:grpSpPr>
        <p:cxnSp>
          <p:nvCxnSpPr>
            <p:cNvPr id="38" name="instance.C22.20.edge0.0.0">
              <a:extLst>
                <a:ext uri="{FF2B5EF4-FFF2-40B4-BE49-F238E27FC236}">
                  <a16:creationId id="{0C9910ED-BC2C-4E7B-A233-682F2538AF39}"/>
                </a:ext>
              </a:extLst>
            </p:cNvPr>
            <p:cNvCxnSpPr>
              <a:stCxn id="29" idx="6"/>
              <a:endCxn id="32" idx="2"/>
            </p:cNvCxnSpPr>
            <p:nvPr/>
          </p:nvCxnSpPr>
          <p:spPr>
            <a:xfrm flipV="1">
              <a:off x="1076325" y="4648201"/>
              <a:ext cx="2005013" cy="1809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39" name="instance.C22.20.edge0.0.1">
              <a:extLst>
                <a:ext uri="{FF2B5EF4-FFF2-40B4-BE49-F238E27FC236}">
                  <a16:creationId id="{6B5382B5-F53B-4F0B-8558-E161022981D6}"/>
                </a:ext>
              </a:extLst>
            </p:cNvPr>
            <p:cNvCxnSpPr>
              <a:stCxn id="29" idx="6"/>
              <a:endCxn id="33" idx="2"/>
            </p:cNvCxnSpPr>
            <p:nvPr/>
          </p:nvCxnSpPr>
          <p:spPr>
            <a:xfrm>
              <a:off x="1076325" y="4829176"/>
              <a:ext cx="2005013" cy="1809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0" name="instance.C22.20.edge0.0.2">
              <a:extLst>
                <a:ext uri="{FF2B5EF4-FFF2-40B4-BE49-F238E27FC236}">
                  <a16:creationId id="{0F730AE8-EC7F-424B-99E7-E8E8AC774A53}"/>
                </a:ext>
              </a:extLst>
            </p:cNvPr>
            <p:cNvCxnSpPr>
              <a:stCxn id="29" idx="6"/>
              <a:endCxn id="34" idx="2"/>
            </p:cNvCxnSpPr>
            <p:nvPr/>
          </p:nvCxnSpPr>
          <p:spPr>
            <a:xfrm>
              <a:off x="1076325" y="4829176"/>
              <a:ext cx="2005013" cy="54292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1" name="instance.C22.20.edge0.0.3">
              <a:extLst>
                <a:ext uri="{FF2B5EF4-FFF2-40B4-BE49-F238E27FC236}">
                  <a16:creationId id="{0646C24A-B8B6-4743-98EA-B8E644226DA7}"/>
                </a:ext>
              </a:extLst>
            </p:cNvPr>
            <p:cNvCxnSpPr>
              <a:stCxn id="29" idx="6"/>
              <a:endCxn id="35" idx="2"/>
            </p:cNvCxnSpPr>
            <p:nvPr/>
          </p:nvCxnSpPr>
          <p:spPr>
            <a:xfrm>
              <a:off x="1076325" y="4829176"/>
              <a:ext cx="2005013" cy="9048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2" name="instance.C22.20.edge0.1.0">
              <a:extLst>
                <a:ext uri="{FF2B5EF4-FFF2-40B4-BE49-F238E27FC236}">
                  <a16:creationId id="{D93C3DB7-0B2D-457C-B040-772D7BF24D5C}"/>
                </a:ext>
              </a:extLst>
            </p:cNvPr>
            <p:cNvCxnSpPr>
              <a:stCxn id="30" idx="6"/>
              <a:endCxn id="32" idx="2"/>
            </p:cNvCxnSpPr>
            <p:nvPr/>
          </p:nvCxnSpPr>
          <p:spPr>
            <a:xfrm flipV="1">
              <a:off x="1076325" y="4648201"/>
              <a:ext cx="2005013" cy="54292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3" name="instance.C22.20.edge0.1.1">
              <a:extLst>
                <a:ext uri="{FF2B5EF4-FFF2-40B4-BE49-F238E27FC236}">
                  <a16:creationId id="{89493009-F98A-475D-AFD8-49FABB668726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 flipV="1">
              <a:off x="1076325" y="5010151"/>
              <a:ext cx="2005013" cy="1809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4" name="instance.C22.20.edge0.1.2">
              <a:extLst>
                <a:ext uri="{FF2B5EF4-FFF2-40B4-BE49-F238E27FC236}">
                  <a16:creationId id="{CB1BC6E9-C0DA-41C1-9E02-A7AD51D912C9}"/>
                </a:ext>
              </a:extLst>
            </p:cNvPr>
            <p:cNvCxnSpPr>
              <a:stCxn id="30" idx="6"/>
              <a:endCxn id="34" idx="2"/>
            </p:cNvCxnSpPr>
            <p:nvPr/>
          </p:nvCxnSpPr>
          <p:spPr>
            <a:xfrm>
              <a:off x="1076325" y="5191126"/>
              <a:ext cx="2005013" cy="1809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5" name="instance.C22.20.edge0.1.3">
              <a:extLst>
                <a:ext uri="{FF2B5EF4-FFF2-40B4-BE49-F238E27FC236}">
                  <a16:creationId id="{62F9F1F5-7814-4FEC-AD5F-2278E97CA534}"/>
                </a:ext>
              </a:extLst>
            </p:cNvPr>
            <p:cNvCxnSpPr>
              <a:stCxn id="30" idx="6"/>
              <a:endCxn id="35" idx="2"/>
            </p:cNvCxnSpPr>
            <p:nvPr/>
          </p:nvCxnSpPr>
          <p:spPr>
            <a:xfrm>
              <a:off x="1076325" y="5191126"/>
              <a:ext cx="2005013" cy="54292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6" name="instance.C22.20.edge0.2.0">
              <a:extLst>
                <a:ext uri="{FF2B5EF4-FFF2-40B4-BE49-F238E27FC236}">
                  <a16:creationId id="{9303C761-E788-4FD3-BF99-21468EABC208}"/>
                </a:ext>
              </a:extLst>
            </p:cNvPr>
            <p:cNvCxnSpPr>
              <a:stCxn id="31" idx="6"/>
              <a:endCxn id="32" idx="2"/>
            </p:cNvCxnSpPr>
            <p:nvPr/>
          </p:nvCxnSpPr>
          <p:spPr>
            <a:xfrm flipV="1">
              <a:off x="1076325" y="4648201"/>
              <a:ext cx="2005013" cy="9048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7" name="instance.C22.20.edge0.2.1">
              <a:extLst>
                <a:ext uri="{FF2B5EF4-FFF2-40B4-BE49-F238E27FC236}">
                  <a16:creationId id="{F3C837A2-6A04-4B3F-B1B5-EC6F95294AE6}"/>
                </a:ext>
              </a:extLst>
            </p:cNvPr>
            <p:cNvCxnSpPr>
              <a:stCxn id="31" idx="6"/>
              <a:endCxn id="33" idx="2"/>
            </p:cNvCxnSpPr>
            <p:nvPr/>
          </p:nvCxnSpPr>
          <p:spPr>
            <a:xfrm flipV="1">
              <a:off x="1076325" y="5010151"/>
              <a:ext cx="2005013" cy="54292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8" name="instance.C22.20.edge0.2.2">
              <a:extLst>
                <a:ext uri="{FF2B5EF4-FFF2-40B4-BE49-F238E27FC236}">
                  <a16:creationId id="{C124F664-589E-4D92-BEFA-3FEAE323915F}"/>
                </a:ext>
              </a:extLst>
            </p:cNvPr>
            <p:cNvCxnSpPr>
              <a:stCxn id="31" idx="6"/>
              <a:endCxn id="34" idx="2"/>
            </p:cNvCxnSpPr>
            <p:nvPr/>
          </p:nvCxnSpPr>
          <p:spPr>
            <a:xfrm flipV="1">
              <a:off x="1076325" y="5372101"/>
              <a:ext cx="2005013" cy="1809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49" name="instance.C22.20.edge0.2.3">
              <a:extLst>
                <a:ext uri="{FF2B5EF4-FFF2-40B4-BE49-F238E27FC236}">
                  <a16:creationId id="{68CDBBE7-B6CB-46F0-AFBF-895B1E942A27}"/>
                </a:ext>
              </a:extLst>
            </p:cNvPr>
            <p:cNvCxnSpPr>
              <a:stCxn id="31" idx="6"/>
              <a:endCxn id="35" idx="2"/>
            </p:cNvCxnSpPr>
            <p:nvPr/>
          </p:nvCxnSpPr>
          <p:spPr>
            <a:xfrm>
              <a:off x="1076325" y="5553076"/>
              <a:ext cx="2005013" cy="180975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0" name="instance.C22.20.edge1.0.0">
              <a:extLst>
                <a:ext uri="{FF2B5EF4-FFF2-40B4-BE49-F238E27FC236}">
                  <a16:creationId id="{A7F2FA58-F2F6-46DF-9660-2F045D2B3C0B}"/>
                </a:ext>
              </a:extLst>
            </p:cNvPr>
            <p:cNvCxnSpPr>
              <a:stCxn id="32" idx="6"/>
              <a:endCxn id="36" idx="2"/>
            </p:cNvCxnSpPr>
            <p:nvPr/>
          </p:nvCxnSpPr>
          <p:spPr>
            <a:xfrm>
              <a:off x="3319463" y="4648201"/>
              <a:ext cx="2005012" cy="36195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1" name="instance.C22.20.edge1.0.1">
              <a:extLst>
                <a:ext uri="{FF2B5EF4-FFF2-40B4-BE49-F238E27FC236}">
                  <a16:creationId id="{ECB6AF3E-FFCE-435D-A6B1-2543D8FDE18F}"/>
                </a:ext>
              </a:extLst>
            </p:cNvPr>
            <p:cNvCxnSpPr>
              <a:stCxn id="32" idx="6"/>
              <a:endCxn id="37" idx="2"/>
            </p:cNvCxnSpPr>
            <p:nvPr/>
          </p:nvCxnSpPr>
          <p:spPr>
            <a:xfrm>
              <a:off x="3319463" y="4648201"/>
              <a:ext cx="2005012" cy="72390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2" name="instance.C22.20.edge1.1.0">
              <a:extLst>
                <a:ext uri="{FF2B5EF4-FFF2-40B4-BE49-F238E27FC236}">
                  <a16:creationId id="{CD1DD8D7-CC17-4DB7-8620-80F5555C8ADF}"/>
                </a:ext>
              </a:extLst>
            </p:cNvPr>
            <p:cNvCxnSpPr>
              <a:stCxn id="33" idx="6"/>
              <a:endCxn id="36" idx="2"/>
            </p:cNvCxnSpPr>
            <p:nvPr/>
          </p:nvCxnSpPr>
          <p:spPr>
            <a:xfrm>
              <a:off x="3319463" y="5010151"/>
              <a:ext cx="2005012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3" name="instance.C22.20.edge1.1.1">
              <a:extLst>
                <a:ext uri="{FF2B5EF4-FFF2-40B4-BE49-F238E27FC236}">
                  <a16:creationId id="{25620F0F-D7AF-4EF3-BC32-FBF7C8E02B39}"/>
                </a:ext>
              </a:extLst>
            </p:cNvPr>
            <p:cNvCxnSpPr>
              <a:stCxn id="33" idx="6"/>
              <a:endCxn id="37" idx="2"/>
            </p:cNvCxnSpPr>
            <p:nvPr/>
          </p:nvCxnSpPr>
          <p:spPr>
            <a:xfrm>
              <a:off x="3319463" y="5010151"/>
              <a:ext cx="2005012" cy="36195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4" name="instance.C22.20.edge1.2.0">
              <a:extLst>
                <a:ext uri="{FF2B5EF4-FFF2-40B4-BE49-F238E27FC236}">
                  <a16:creationId id="{485EB52D-3CA0-4057-A5BC-76FD8E642909}"/>
                </a:ext>
              </a:extLst>
            </p:cNvPr>
            <p:cNvCxnSpPr>
              <a:stCxn id="34" idx="6"/>
              <a:endCxn id="36" idx="2"/>
            </p:cNvCxnSpPr>
            <p:nvPr/>
          </p:nvCxnSpPr>
          <p:spPr>
            <a:xfrm flipV="1">
              <a:off x="3319463" y="5010151"/>
              <a:ext cx="2005012" cy="36195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5" name="instance.C22.20.edge1.2.1">
              <a:extLst>
                <a:ext uri="{FF2B5EF4-FFF2-40B4-BE49-F238E27FC236}">
                  <a16:creationId id="{C3F5DD1A-6AB0-4166-A45A-9E78C6B5FEDA}"/>
                </a:ext>
              </a:extLst>
            </p:cNvPr>
            <p:cNvCxnSpPr>
              <a:stCxn id="34" idx="6"/>
              <a:endCxn id="37" idx="2"/>
            </p:cNvCxnSpPr>
            <p:nvPr/>
          </p:nvCxnSpPr>
          <p:spPr>
            <a:xfrm>
              <a:off x="3319463" y="5372101"/>
              <a:ext cx="2005012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6" name="instance.C22.20.edge1.3.0">
              <a:extLst>
                <a:ext uri="{FF2B5EF4-FFF2-40B4-BE49-F238E27FC236}">
                  <a16:creationId id="{94F944A6-B4DE-4CE9-850C-D994FD01D044}"/>
                </a:ext>
              </a:extLst>
            </p:cNvPr>
            <p:cNvCxnSpPr>
              <a:stCxn id="35" idx="6"/>
              <a:endCxn id="36" idx="2"/>
            </p:cNvCxnSpPr>
            <p:nvPr/>
          </p:nvCxnSpPr>
          <p:spPr>
            <a:xfrm flipV="1">
              <a:off x="3319463" y="5010151"/>
              <a:ext cx="2005012" cy="72390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57" name="instance.C22.20.edge1.3.1">
              <a:extLst>
                <a:ext uri="{FF2B5EF4-FFF2-40B4-BE49-F238E27FC236}">
                  <a16:creationId id="{ADEB3994-A07F-40B6-B4E9-7FAE30E459F9}"/>
                </a:ext>
              </a:extLst>
            </p:cNvPr>
            <p:cNvCxnSpPr>
              <a:stCxn id="35" idx="6"/>
              <a:endCxn id="37" idx="2"/>
            </p:cNvCxnSpPr>
            <p:nvPr/>
          </p:nvCxnSpPr>
          <p:spPr>
            <a:xfrm flipV="1">
              <a:off x="3319463" y="5372101"/>
              <a:ext cx="2005012" cy="36195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sp>
          <p:nvSpPr>
            <p:cNvPr id="29" name="instance.C22.20.layer0.node0.134">
              <a:extLst>
                <a:ext uri="{FF2B5EF4-FFF2-40B4-BE49-F238E27FC236}">
                  <a16:creationId id="{C7CA75F4-902B-4373-9C1C-F6F207C8123B}"/>
                </a:ext>
              </a:extLst>
            </p:cNvPr>
            <p:cNvSpPr>
              <a:spLocks noGrp="1"/>
            </p:cNvSpPr>
            <p:nvPr/>
          </p:nvSpPr>
          <p:spPr>
            <a:xfrm>
              <a:off x="838200" y="47101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0" name="instance.C22.20.layer0.node1.135">
              <a:extLst>
                <a:ext uri="{FF2B5EF4-FFF2-40B4-BE49-F238E27FC236}">
                  <a16:creationId id="{AA5D76DA-3AF5-4D48-A496-663CAAF0F510}"/>
                </a:ext>
              </a:extLst>
            </p:cNvPr>
            <p:cNvSpPr>
              <a:spLocks noGrp="1"/>
            </p:cNvSpPr>
            <p:nvPr/>
          </p:nvSpPr>
          <p:spPr>
            <a:xfrm>
              <a:off x="838200" y="507206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1" name="instance.C22.20.layer0.node2.136">
              <a:extLst>
                <a:ext uri="{FF2B5EF4-FFF2-40B4-BE49-F238E27FC236}">
                  <a16:creationId id="{DB0E4C04-A7B4-4A2E-886D-5472CC3386B5}"/>
                </a:ext>
              </a:extLst>
            </p:cNvPr>
            <p:cNvSpPr>
              <a:spLocks noGrp="1"/>
            </p:cNvSpPr>
            <p:nvPr/>
          </p:nvSpPr>
          <p:spPr>
            <a:xfrm>
              <a:off x="838200" y="54340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2" name="instance.C22.20.layer1.node0.137">
              <a:extLst>
                <a:ext uri="{FF2B5EF4-FFF2-40B4-BE49-F238E27FC236}">
                  <a16:creationId id="{ABC16835-78CA-44FA-B48E-80842B391B97}"/>
                </a:ext>
              </a:extLst>
            </p:cNvPr>
            <p:cNvSpPr>
              <a:spLocks noGrp="1"/>
            </p:cNvSpPr>
            <p:nvPr/>
          </p:nvSpPr>
          <p:spPr>
            <a:xfrm>
              <a:off x="3081338" y="4529138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3" name="instance.C22.20.layer1.node1.138">
              <a:extLst>
                <a:ext uri="{FF2B5EF4-FFF2-40B4-BE49-F238E27FC236}">
                  <a16:creationId id="{204060CB-9583-4F44-8440-6CEF7E61109A}"/>
                </a:ext>
              </a:extLst>
            </p:cNvPr>
            <p:cNvSpPr>
              <a:spLocks noGrp="1"/>
            </p:cNvSpPr>
            <p:nvPr/>
          </p:nvSpPr>
          <p:spPr>
            <a:xfrm>
              <a:off x="3081338" y="4891088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4" name="instance.C22.20.layer1.node2.139">
              <a:extLst>
                <a:ext uri="{FF2B5EF4-FFF2-40B4-BE49-F238E27FC236}">
                  <a16:creationId id="{D7C8D2E7-27A5-4E72-8F10-BA9831835371}"/>
                </a:ext>
              </a:extLst>
            </p:cNvPr>
            <p:cNvSpPr>
              <a:spLocks noGrp="1"/>
            </p:cNvSpPr>
            <p:nvPr/>
          </p:nvSpPr>
          <p:spPr>
            <a:xfrm>
              <a:off x="3081338" y="5253038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5" name="instance.C22.20.layer1.node3.140">
              <a:extLst>
                <a:ext uri="{FF2B5EF4-FFF2-40B4-BE49-F238E27FC236}">
                  <a16:creationId id="{FAC64979-B887-440B-B127-222FE486DBC4}"/>
                </a:ext>
              </a:extLst>
            </p:cNvPr>
            <p:cNvSpPr>
              <a:spLocks noGrp="1"/>
            </p:cNvSpPr>
            <p:nvPr/>
          </p:nvSpPr>
          <p:spPr>
            <a:xfrm>
              <a:off x="3081338" y="5614988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6" name="instance.C22.20.layer2.node0.141">
              <a:extLst>
                <a:ext uri="{FF2B5EF4-FFF2-40B4-BE49-F238E27FC236}">
                  <a16:creationId id="{06D801F3-795C-4873-A9E6-BF601222229B}"/>
                </a:ext>
              </a:extLst>
            </p:cNvPr>
            <p:cNvSpPr>
              <a:spLocks noGrp="1"/>
            </p:cNvSpPr>
            <p:nvPr/>
          </p:nvSpPr>
          <p:spPr>
            <a:xfrm>
              <a:off x="5324475" y="4891088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37" name="instance.C22.20.layer2.node1.142">
              <a:extLst>
                <a:ext uri="{FF2B5EF4-FFF2-40B4-BE49-F238E27FC236}">
                  <a16:creationId id="{035E5A96-188C-4848-90C9-13F6524201DB}"/>
                </a:ext>
              </a:extLst>
            </p:cNvPr>
            <p:cNvSpPr>
              <a:spLocks noGrp="1"/>
            </p:cNvSpPr>
            <p:nvPr/>
          </p:nvSpPr>
          <p:spPr>
            <a:xfrm>
              <a:off x="5324475" y="5253038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58" name="gallery.caption.143">
            <a:extLst>
              <a:ext uri="{FF2B5EF4-FFF2-40B4-BE49-F238E27FC236}">
                <a16:creationId id="{878D0802-F637-4047-B2DC-E84A4A5EDE8E}"/>
              </a:ext>
            </a:extLst>
          </p:cNvPr>
          <p:cNvSpPr>
            <a:spLocks noGrp="1"/>
          </p:cNvSpPr>
          <p:nvPr/>
        </p:nvSpPr>
        <p:spPr>
          <a:xfrm>
            <a:off x="2247900" y="62198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全部连接</a:t>
            </a:r>
          </a:p>
        </p:txBody>
      </p:sp>
      <p:grpSp>
        <p:nvGrpSpPr>
          <p:cNvPr id="80" name="C22 层间连接结构 / 对应连接"/>
          <p:cNvGrpSpPr/>
          <p:nvPr/>
        </p:nvGrpSpPr>
        <p:grpSpPr>
          <a:xfrm>
            <a:off x="6515100" y="4710113"/>
            <a:ext cx="4724400" cy="962025"/>
            <a:chOff x="6515100" y="4710113"/>
            <a:chExt cx="4724400" cy="962025"/>
          </a:xfrm>
        </p:grpSpPr>
        <p:cxnSp>
          <p:nvCxnSpPr>
            <p:cNvPr id="68" name="instance.C22.21.edge0.0">
              <a:extLst>
                <a:ext uri="{FF2B5EF4-FFF2-40B4-BE49-F238E27FC236}">
                  <a16:creationId id="{1C238D29-0A30-4697-AEAE-9E8258D6D363}"/>
                </a:ext>
              </a:extLst>
            </p:cNvPr>
            <p:cNvCxnSpPr>
              <a:stCxn id="59" idx="6"/>
              <a:endCxn id="62" idx="2"/>
            </p:cNvCxnSpPr>
            <p:nvPr/>
          </p:nvCxnSpPr>
          <p:spPr>
            <a:xfrm>
              <a:off x="6753225" y="4829176"/>
              <a:ext cx="2005013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69" name="instance.C22.21.edge0.1">
              <a:extLst>
                <a:ext uri="{FF2B5EF4-FFF2-40B4-BE49-F238E27FC236}">
                  <a16:creationId id="{83719FE2-8611-4DA4-9AB9-D44E4BDB4D73}"/>
                </a:ext>
              </a:extLst>
            </p:cNvPr>
            <p:cNvCxnSpPr>
              <a:stCxn id="60" idx="6"/>
              <a:endCxn id="63" idx="2"/>
            </p:cNvCxnSpPr>
            <p:nvPr/>
          </p:nvCxnSpPr>
          <p:spPr>
            <a:xfrm>
              <a:off x="6753225" y="5191126"/>
              <a:ext cx="2005013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70" name="instance.C22.21.edge0.2">
              <a:extLst>
                <a:ext uri="{FF2B5EF4-FFF2-40B4-BE49-F238E27FC236}">
                  <a16:creationId id="{22F5B805-00DA-4409-8BF3-E39C792094B8}"/>
                </a:ext>
              </a:extLst>
            </p:cNvPr>
            <p:cNvCxnSpPr>
              <a:stCxn id="61" idx="6"/>
              <a:endCxn id="64" idx="2"/>
            </p:cNvCxnSpPr>
            <p:nvPr/>
          </p:nvCxnSpPr>
          <p:spPr>
            <a:xfrm>
              <a:off x="6753225" y="5553076"/>
              <a:ext cx="2005013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71" name="instance.C22.21.edge1.0">
              <a:extLst>
                <a:ext uri="{FF2B5EF4-FFF2-40B4-BE49-F238E27FC236}">
                  <a16:creationId id="{537085C9-4A46-4041-A753-94AFBDE95672}"/>
                </a:ext>
              </a:extLst>
            </p:cNvPr>
            <p:cNvCxnSpPr>
              <a:stCxn id="62" idx="6"/>
              <a:endCxn id="65" idx="2"/>
            </p:cNvCxnSpPr>
            <p:nvPr/>
          </p:nvCxnSpPr>
          <p:spPr>
            <a:xfrm>
              <a:off x="8996363" y="4829176"/>
              <a:ext cx="2005012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72" name="instance.C22.21.edge1.1">
              <a:extLst>
                <a:ext uri="{FF2B5EF4-FFF2-40B4-BE49-F238E27FC236}">
                  <a16:creationId id="{6BE204E1-B409-40D0-8746-EC20E4ADF7F2}"/>
                </a:ext>
              </a:extLst>
            </p:cNvPr>
            <p:cNvCxnSpPr>
              <a:stCxn id="63" idx="6"/>
              <a:endCxn id="66" idx="2"/>
            </p:cNvCxnSpPr>
            <p:nvPr/>
          </p:nvCxnSpPr>
          <p:spPr>
            <a:xfrm>
              <a:off x="8996363" y="5191126"/>
              <a:ext cx="2005012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cxnSp>
          <p:nvCxnSpPr>
            <p:cNvPr id="73" name="instance.C22.21.edge1.2">
              <a:extLst>
                <a:ext uri="{FF2B5EF4-FFF2-40B4-BE49-F238E27FC236}">
                  <a16:creationId id="{2FD0C814-7A11-42A7-8856-9D3A5A246625}"/>
                </a:ext>
              </a:extLst>
            </p:cNvPr>
            <p:cNvCxnSpPr>
              <a:stCxn id="64" idx="6"/>
              <a:endCxn id="67" idx="2"/>
            </p:cNvCxnSpPr>
            <p:nvPr/>
          </p:nvCxnSpPr>
          <p:spPr>
            <a:xfrm>
              <a:off x="8996363" y="5553076"/>
              <a:ext cx="2005012" cy="0"/>
            </a:xfrm>
            <a:prstGeom prst="straightConnector1">
              <a:avLst/>
            </a:prstGeom>
            <a:ln w="8573">
              <a:solidFill>
                <a:srgbClr val="A8BED2"/>
              </a:solidFill>
              <a:prstDash val="solid"/>
              <a:tailEnd type="none" w="med" len="med"/>
            </a:ln>
          </p:spPr>
        </p:cxnSp>
        <p:sp>
          <p:nvSpPr>
            <p:cNvPr id="59" name="instance.C22.21.layer0.node0.144">
              <a:extLst>
                <a:ext uri="{FF2B5EF4-FFF2-40B4-BE49-F238E27FC236}">
                  <a16:creationId id="{04A97031-AA12-4D12-B512-762AF020F9A2}"/>
                </a:ext>
              </a:extLst>
            </p:cNvPr>
            <p:cNvSpPr>
              <a:spLocks noGrp="1"/>
            </p:cNvSpPr>
            <p:nvPr/>
          </p:nvSpPr>
          <p:spPr>
            <a:xfrm>
              <a:off x="6515100" y="47101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0" name="instance.C22.21.layer0.node1.145">
              <a:extLst>
                <a:ext uri="{FF2B5EF4-FFF2-40B4-BE49-F238E27FC236}">
                  <a16:creationId id="{99B2089C-EB3D-4D87-9792-BC152C0AD827}"/>
                </a:ext>
              </a:extLst>
            </p:cNvPr>
            <p:cNvSpPr>
              <a:spLocks noGrp="1"/>
            </p:cNvSpPr>
            <p:nvPr/>
          </p:nvSpPr>
          <p:spPr>
            <a:xfrm>
              <a:off x="6515100" y="507206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1" name="instance.C22.21.layer0.node2.146">
              <a:extLst>
                <a:ext uri="{FF2B5EF4-FFF2-40B4-BE49-F238E27FC236}">
                  <a16:creationId id="{F5477E28-CE7F-4476-85DF-2EA5A4605D1C}"/>
                </a:ext>
              </a:extLst>
            </p:cNvPr>
            <p:cNvSpPr>
              <a:spLocks noGrp="1"/>
            </p:cNvSpPr>
            <p:nvPr/>
          </p:nvSpPr>
          <p:spPr>
            <a:xfrm>
              <a:off x="6515100" y="54340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2" name="instance.C22.21.layer1.node0.147">
              <a:extLst>
                <a:ext uri="{FF2B5EF4-FFF2-40B4-BE49-F238E27FC236}">
                  <a16:creationId id="{4C8CB2BB-3AB8-4641-98EF-CA6AC2FB7454}"/>
                </a:ext>
              </a:extLst>
            </p:cNvPr>
            <p:cNvSpPr>
              <a:spLocks noGrp="1"/>
            </p:cNvSpPr>
            <p:nvPr/>
          </p:nvSpPr>
          <p:spPr>
            <a:xfrm>
              <a:off x="8758238" y="47101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3" name="instance.C22.21.layer1.node1.148">
              <a:extLst>
                <a:ext uri="{FF2B5EF4-FFF2-40B4-BE49-F238E27FC236}">
                  <a16:creationId id="{D5153938-E8D1-436A-89C7-4350DE67991D}"/>
                </a:ext>
              </a:extLst>
            </p:cNvPr>
            <p:cNvSpPr>
              <a:spLocks noGrp="1"/>
            </p:cNvSpPr>
            <p:nvPr/>
          </p:nvSpPr>
          <p:spPr>
            <a:xfrm>
              <a:off x="8758238" y="507206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4" name="instance.C22.21.layer1.node2.149">
              <a:extLst>
                <a:ext uri="{FF2B5EF4-FFF2-40B4-BE49-F238E27FC236}">
                  <a16:creationId id="{E73C4F92-CF83-4E68-A3A1-5BE6F61EC49B}"/>
                </a:ext>
              </a:extLst>
            </p:cNvPr>
            <p:cNvSpPr>
              <a:spLocks noGrp="1"/>
            </p:cNvSpPr>
            <p:nvPr/>
          </p:nvSpPr>
          <p:spPr>
            <a:xfrm>
              <a:off x="8758238" y="54340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5" name="instance.C22.21.layer2.node0.150">
              <a:extLst>
                <a:ext uri="{FF2B5EF4-FFF2-40B4-BE49-F238E27FC236}">
                  <a16:creationId id="{B0DADA44-1616-4B7D-8C09-7349E7ACAE66}"/>
                </a:ext>
              </a:extLst>
            </p:cNvPr>
            <p:cNvSpPr>
              <a:spLocks noGrp="1"/>
            </p:cNvSpPr>
            <p:nvPr/>
          </p:nvSpPr>
          <p:spPr>
            <a:xfrm>
              <a:off x="11001375" y="47101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6" name="instance.C22.21.layer2.node1.151">
              <a:extLst>
                <a:ext uri="{FF2B5EF4-FFF2-40B4-BE49-F238E27FC236}">
                  <a16:creationId id="{34A72873-1803-429A-B9AE-D66E6CDB4120}"/>
                </a:ext>
              </a:extLst>
            </p:cNvPr>
            <p:cNvSpPr>
              <a:spLocks noGrp="1"/>
            </p:cNvSpPr>
            <p:nvPr/>
          </p:nvSpPr>
          <p:spPr>
            <a:xfrm>
              <a:off x="11001375" y="507206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  <p:sp>
          <p:nvSpPr>
            <p:cNvPr id="67" name="instance.C22.21.layer2.node2.152">
              <a:extLst>
                <a:ext uri="{FF2B5EF4-FFF2-40B4-BE49-F238E27FC236}">
                  <a16:creationId id="{F15BAE97-4CF6-45A0-9E65-DBBFF1EF6E22}"/>
                </a:ext>
              </a:extLst>
            </p:cNvPr>
            <p:cNvSpPr>
              <a:spLocks noGrp="1"/>
            </p:cNvSpPr>
            <p:nvPr/>
          </p:nvSpPr>
          <p:spPr>
            <a:xfrm>
              <a:off x="11001375" y="5434013"/>
              <a:ext cx="238125" cy="238125"/>
            </a:xfrm>
            <a:prstGeom prst="ellipse">
              <a:avLst/>
            </a:prstGeom>
            <a:solidFill>
              <a:srgbClr val="F2F7FB"/>
            </a:solidFill>
            <a:ln w="14288">
              <a:solidFill>
                <a:srgbClr val="0759BE"/>
              </a:solidFill>
              <a:prstDash val="solid"/>
            </a:ln>
          </p:spPr>
        </p:sp>
      </p:grpSp>
      <p:sp>
        <p:nvSpPr>
          <p:cNvPr id="74" name="gallery.caption.153">
            <a:extLst>
              <a:ext uri="{FF2B5EF4-FFF2-40B4-BE49-F238E27FC236}">
                <a16:creationId id="{20279BB1-3123-4ADC-8DC0-F50C8CBF1038}"/>
              </a:ext>
            </a:extLst>
          </p:cNvPr>
          <p:cNvSpPr>
            <a:spLocks noGrp="1"/>
          </p:cNvSpPr>
          <p:nvPr/>
        </p:nvSpPr>
        <p:spPr>
          <a:xfrm>
            <a:off x="7924800" y="62198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425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对应连接</a:t>
            </a:r>
          </a:p>
        </p:txBody>
      </p:sp>
      <p:sp>
        <p:nvSpPr>
          <p:cNvPr id="83" name="navigation.rule.2763">
            <a:extLst>
              <a:ext uri="{FF2B5EF4-FFF2-40B4-BE49-F238E27FC236}">
                <a16:creationId id="{835B1A8A-210E-4DC3-821E-086E35934919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84" name="navigation.section.2764">
            <a:extLst>
              <a:ext uri="{FF2B5EF4-FFF2-40B4-BE49-F238E27FC236}">
                <a16:creationId id="{C9DBA675-EA8E-4543-9157-D41B98A610CF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第8节　连接补充与层间连接</a:t>
            </a:r>
          </a:p>
        </p:txBody>
      </p:sp>
      <p:sp>
        <p:nvSpPr>
          <p:cNvPr id="85" name="navigation.page.2765">
            <a:extLst>
              <a:ext uri="{FF2B5EF4-FFF2-40B4-BE49-F238E27FC236}">
                <a16:creationId id="{D8073668-9A49-4C99-8E03-150F301F040C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47 / 53</a:t>
            </a:r>
          </a:p>
        </p:txBody>
      </p:sp>
    </p:spTree>
    <p:extLst>
      <p:ext uri="{BB962C8B-B14F-4D97-AF65-F5344CB8AC3E}">
        <p14:creationId val="1838231205"/>
      </p:ext>
    </p:extLst>
  </p:cSld>
</p:sld>
</file>

<file path=ppt/slides/slide4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31" name="8.1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30" name="header.accent.2389">
              <a:extLst>
                <a:ext uri="{FF2B5EF4-FFF2-40B4-BE49-F238E27FC236}">
                  <a16:creationId id="{70A89C56-3D5E-4CF6-893B-1958F9D9FD93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390">
              <a:extLst>
                <a:ext uri="{FF2B5EF4-FFF2-40B4-BE49-F238E27FC236}">
                  <a16:creationId id="{FDCA37AE-7E41-4BC7-A8F1-B64CEE119A52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8.1</a:t>
              </a:r>
            </a:p>
          </p:txBody>
        </p:sp>
        <p:sp>
          <p:nvSpPr>
            <p:cNvPr id="3" name="header.gradient.2391">
              <a:extLst>
                <a:ext uri="{FF2B5EF4-FFF2-40B4-BE49-F238E27FC236}">
                  <a16:creationId id="{C9AFAC87-9BA9-445B-8CAD-D72E8FF153D9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392">
              <a:extLst>
                <a:ext uri="{FF2B5EF4-FFF2-40B4-BE49-F238E27FC236}">
                  <a16:creationId id="{55D255D6-BC04-43E8-ACCA-6A75770F92A8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折线与端口连接</a:t>
              </a:r>
            </a:p>
          </p:txBody>
        </p:sp>
        <p:sp>
          <p:nvSpPr>
            <p:cNvPr id="5" name="header.library.2393">
              <a:extLst>
                <a:ext uri="{FF2B5EF4-FFF2-40B4-BE49-F238E27FC236}">
                  <a16:creationId id="{D4617B43-0D2F-4FA4-BA45-1D04D69A33B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3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394">
              <a:extLst>
                <a:ext uri="{FF2B5EF4-FFF2-40B4-BE49-F238E27FC236}">
                  <a16:creationId id="{47405110-2516-43EC-8786-C008FA7AEF4E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395">
              <a:extLst>
                <a:ext uri="{FF2B5EF4-FFF2-40B4-BE49-F238E27FC236}">
                  <a16:creationId id="{58C95841-9523-45DA-A569-5561779E87B6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396">
              <a:extLst>
                <a:ext uri="{FF2B5EF4-FFF2-40B4-BE49-F238E27FC236}">
                  <a16:creationId id="{27A19330-017C-4229-822B-8CC397A17A6E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397">
              <a:extLst>
                <a:ext uri="{FF2B5EF4-FFF2-40B4-BE49-F238E27FC236}">
                  <a16:creationId id="{E8F790F4-5A9A-450B-A599-7E6953290B9E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错位折线与同侧绕行改变连接路径，连接端点附着于节点边界。</a:t>
              </a:r>
            </a:p>
          </p:txBody>
        </p:sp>
      </p:grpSp>
      <p:sp>
        <p:nvSpPr>
          <p:cNvPr id="10" name="gallery.link-offset-elbow.frame.2398">
            <a:extLst>
              <a:ext uri="{FF2B5EF4-FFF2-40B4-BE49-F238E27FC236}">
                <a16:creationId id="{1679358B-D06C-4045-A228-571BC8189AC8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ink-offset-elbow.heading.2399">
            <a:extLst>
              <a:ext uri="{FF2B5EF4-FFF2-40B4-BE49-F238E27FC236}">
                <a16:creationId id="{104CD5AB-2E1C-428D-9F55-368E849829C5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C07  错位端口折线</a:t>
            </a:r>
          </a:p>
        </p:txBody>
      </p:sp>
      <p:grpSp>
        <p:nvGrpSpPr>
          <p:cNvPr id="33" name="错位端口折线"/>
          <p:cNvGrpSpPr/>
          <p:nvPr/>
        </p:nvGrpSpPr>
        <p:grpSpPr>
          <a:xfrm>
            <a:off x="1047750" y="2876550"/>
            <a:ext cx="4343400" cy="2343150"/>
            <a:chOff x="1047750" y="2876550"/>
            <a:chExt cx="4343400" cy="2343150"/>
          </a:xfrm>
        </p:grpSpPr>
        <p:sp>
          <p:nvSpPr>
            <p:cNvPr id="14" name="instance.C07.186.route.point0.2402">
              <a:extLst>
                <a:ext uri="{FF2B5EF4-FFF2-40B4-BE49-F238E27FC236}">
                  <a16:creationId id="{0686FE4C-2B62-40B0-8244-0AA6500A0DD4}"/>
                </a:ext>
              </a:extLst>
            </p:cNvPr>
            <p:cNvSpPr>
              <a:spLocks noGrp="1"/>
            </p:cNvSpPr>
            <p:nvPr/>
          </p:nvSpPr>
          <p:spPr>
            <a:xfrm>
              <a:off x="3218974" y="31237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15" name="instance.C07.186.route.point1.2403">
              <a:extLst>
                <a:ext uri="{FF2B5EF4-FFF2-40B4-BE49-F238E27FC236}">
                  <a16:creationId id="{13C2CA7A-7855-43D0-A21C-59F96EDEAD84}"/>
                </a:ext>
              </a:extLst>
            </p:cNvPr>
            <p:cNvSpPr>
              <a:spLocks noGrp="1"/>
            </p:cNvSpPr>
            <p:nvPr/>
          </p:nvSpPr>
          <p:spPr>
            <a:xfrm>
              <a:off x="3218974" y="49715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16" name="instance.C07.186.route.edge0">
              <a:extLst>
                <a:ext uri="{FF2B5EF4-FFF2-40B4-BE49-F238E27FC236}">
                  <a16:creationId id="{D7322508-1BB2-4DCD-895B-21DBDED9B457}"/>
                </a:ext>
              </a:extLst>
            </p:cNvPr>
            <p:cNvCxnSpPr>
              <a:stCxn id="12" idx="3"/>
              <a:endCxn id="14" idx="1"/>
            </p:cNvCxnSpPr>
            <p:nvPr/>
          </p:nvCxnSpPr>
          <p:spPr>
            <a:xfrm>
              <a:off x="2381250" y="3124200"/>
              <a:ext cx="83772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17" name="instance.C07.186.route.edge1">
              <a:extLst>
                <a:ext uri="{FF2B5EF4-FFF2-40B4-BE49-F238E27FC236}">
                  <a16:creationId id="{00C1E293-8CE8-438B-ADE6-5DAE5DC191C7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3219451" y="3124677"/>
              <a:ext cx="0" cy="184689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18" name="instance.C07.186.route.edge2">
              <a:extLst>
                <a:ext uri="{FF2B5EF4-FFF2-40B4-BE49-F238E27FC236}">
                  <a16:creationId id="{A117EF34-3D56-4351-B8C2-3B157934A24E}"/>
                </a:ext>
              </a:extLst>
            </p:cNvPr>
            <p:cNvCxnSpPr>
              <a:stCxn id="15" idx="3"/>
              <a:endCxn id="13" idx="1"/>
            </p:cNvCxnSpPr>
            <p:nvPr/>
          </p:nvCxnSpPr>
          <p:spPr>
            <a:xfrm flipV="1">
              <a:off x="3219927" y="4972050"/>
              <a:ext cx="837723" cy="1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07.186.A.2400">
              <a:extLst>
                <a:ext uri="{FF2B5EF4-FFF2-40B4-BE49-F238E27FC236}">
                  <a16:creationId id="{FA899ED5-5ABB-4652-AB9C-2C17004CC20D}"/>
                </a:ext>
              </a:extLst>
            </p:cNvPr>
            <p:cNvSpPr>
              <a:spLocks noGrp="1"/>
            </p:cNvSpPr>
            <p:nvPr/>
          </p:nvSpPr>
          <p:spPr>
            <a:xfrm>
              <a:off x="1047750" y="2876550"/>
              <a:ext cx="1333500" cy="4953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3" name="instance.C07.186.B.2401">
              <a:extLst>
                <a:ext uri="{FF2B5EF4-FFF2-40B4-BE49-F238E27FC236}">
                  <a16:creationId id="{19163E68-3383-48D1-8B58-EBE98CF73670}"/>
                </a:ext>
              </a:extLst>
            </p:cNvPr>
            <p:cNvSpPr>
              <a:spLocks noGrp="1"/>
            </p:cNvSpPr>
            <p:nvPr/>
          </p:nvSpPr>
          <p:spPr>
            <a:xfrm>
              <a:off x="4057650" y="4724400"/>
              <a:ext cx="133350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</p:grpSp>
      <p:sp>
        <p:nvSpPr>
          <p:cNvPr id="19" name="gallery.link-offset-elbow.note.2404">
            <a:extLst>
              <a:ext uri="{FF2B5EF4-FFF2-40B4-BE49-F238E27FC236}">
                <a16:creationId id="{9C32D5CD-A8B4-4D24-8A97-8CAE6F9DDC5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三段正交路径连接错位节点</a:t>
            </a:r>
          </a:p>
        </p:txBody>
      </p:sp>
      <p:sp>
        <p:nvSpPr>
          <p:cNvPr id="20" name="gallery.link-side-detour.frame.2405">
            <a:extLst>
              <a:ext uri="{FF2B5EF4-FFF2-40B4-BE49-F238E27FC236}">
                <a16:creationId id="{DC482E99-078E-40DF-8AC4-70D2EBB46CD8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1" name="gallery.link-side-detour.heading.2406">
            <a:extLst>
              <a:ext uri="{FF2B5EF4-FFF2-40B4-BE49-F238E27FC236}">
                <a16:creationId id="{1AABEB81-2DFF-4D5A-AE7D-83C8ACFB76DD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C07  同侧端口绕行</a:t>
            </a:r>
          </a:p>
        </p:txBody>
      </p:sp>
      <p:grpSp>
        <p:nvGrpSpPr>
          <p:cNvPr id="34" name="同侧端口绕行"/>
          <p:cNvGrpSpPr/>
          <p:nvPr/>
        </p:nvGrpSpPr>
        <p:grpSpPr>
          <a:xfrm>
            <a:off x="7695724" y="2952750"/>
            <a:ext cx="3315176" cy="2190750"/>
            <a:chOff x="7695724" y="2952750"/>
            <a:chExt cx="3315176" cy="2190750"/>
          </a:xfrm>
        </p:grpSpPr>
        <p:sp>
          <p:nvSpPr>
            <p:cNvPr id="24" name="instance.C07.187.route.point0.2409">
              <a:extLst>
                <a:ext uri="{FF2B5EF4-FFF2-40B4-BE49-F238E27FC236}">
                  <a16:creationId id="{82F677DD-B948-4C13-9123-CD12CBDB73D9}"/>
                </a:ext>
              </a:extLst>
            </p:cNvPr>
            <p:cNvSpPr>
              <a:spLocks noGrp="1"/>
            </p:cNvSpPr>
            <p:nvPr/>
          </p:nvSpPr>
          <p:spPr>
            <a:xfrm>
              <a:off x="7695724" y="31999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instance.C07.187.route.point1.2410">
              <a:extLst>
                <a:ext uri="{FF2B5EF4-FFF2-40B4-BE49-F238E27FC236}">
                  <a16:creationId id="{D9DE253F-0B64-49DE-A025-CA1057867ABF}"/>
                </a:ext>
              </a:extLst>
            </p:cNvPr>
            <p:cNvSpPr>
              <a:spLocks noGrp="1"/>
            </p:cNvSpPr>
            <p:nvPr/>
          </p:nvSpPr>
          <p:spPr>
            <a:xfrm>
              <a:off x="7695724" y="48953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26" name="instance.C07.187.route.edge0">
              <a:extLst>
                <a:ext uri="{FF2B5EF4-FFF2-40B4-BE49-F238E27FC236}">
                  <a16:creationId id="{F4C24A34-931A-40F3-B4B8-0CE3F2D5A1FD}"/>
                </a:ext>
              </a:extLst>
            </p:cNvPr>
            <p:cNvCxnSpPr>
              <a:stCxn id="22" idx="1"/>
              <a:endCxn id="24" idx="3"/>
            </p:cNvCxnSpPr>
            <p:nvPr/>
          </p:nvCxnSpPr>
          <p:spPr>
            <a:xfrm flipH="1">
              <a:off x="7696677" y="3200400"/>
              <a:ext cx="198072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7" name="instance.C07.187.route.edge1">
              <a:extLst>
                <a:ext uri="{FF2B5EF4-FFF2-40B4-BE49-F238E27FC236}">
                  <a16:creationId id="{8F180850-257F-45CD-AB9F-2C844A84195B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7696201" y="3200877"/>
              <a:ext cx="0" cy="169449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8" name="instance.C07.187.route.edge2">
              <a:extLst>
                <a:ext uri="{FF2B5EF4-FFF2-40B4-BE49-F238E27FC236}">
                  <a16:creationId id="{06BC13F0-4A17-41D1-8BAC-C4CC01FE1E65}"/>
                </a:ext>
              </a:extLst>
            </p:cNvPr>
            <p:cNvCxnSpPr>
              <a:stCxn id="25" idx="3"/>
              <a:endCxn id="23" idx="1"/>
            </p:cNvCxnSpPr>
            <p:nvPr/>
          </p:nvCxnSpPr>
          <p:spPr>
            <a:xfrm flipV="1">
              <a:off x="7696677" y="4895850"/>
              <a:ext cx="1980723" cy="1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22" name="instance.C07.187.A.2407">
              <a:extLst>
                <a:ext uri="{FF2B5EF4-FFF2-40B4-BE49-F238E27FC236}">
                  <a16:creationId id="{7FB1F7FD-7523-4FD0-B91F-FEA9C3384621}"/>
                </a:ext>
              </a:extLst>
            </p:cNvPr>
            <p:cNvSpPr>
              <a:spLocks noGrp="1"/>
            </p:cNvSpPr>
            <p:nvPr/>
          </p:nvSpPr>
          <p:spPr>
            <a:xfrm>
              <a:off x="9677400" y="2952750"/>
              <a:ext cx="1333500" cy="4953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23" name="instance.C07.187.B.2408">
              <a:extLst>
                <a:ext uri="{FF2B5EF4-FFF2-40B4-BE49-F238E27FC236}">
                  <a16:creationId id="{2611A2EB-A21E-44EC-A6E6-16604290045D}"/>
                </a:ext>
              </a:extLst>
            </p:cNvPr>
            <p:cNvSpPr>
              <a:spLocks noGrp="1"/>
            </p:cNvSpPr>
            <p:nvPr/>
          </p:nvSpPr>
          <p:spPr>
            <a:xfrm>
              <a:off x="9677400" y="4648200"/>
              <a:ext cx="133350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</p:grpSp>
      <p:sp>
        <p:nvSpPr>
          <p:cNvPr id="29" name="gallery.link-side-detour.note.2411">
            <a:extLst>
              <a:ext uri="{FF2B5EF4-FFF2-40B4-BE49-F238E27FC236}">
                <a16:creationId id="{72864F36-20F7-4E65-B407-0FA83CD20308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上下节点由两个左侧端口绕行相连</a:t>
            </a:r>
          </a:p>
        </p:txBody>
      </p:sp>
      <p:sp>
        <p:nvSpPr>
          <p:cNvPr id="35" name="navigation.rule.2766">
            <a:extLst>
              <a:ext uri="{FF2B5EF4-FFF2-40B4-BE49-F238E27FC236}">
                <a16:creationId id="{A2030FB6-39B2-4164-895F-26F742786119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36" name="navigation.section.2767">
            <a:extLst>
              <a:ext uri="{FF2B5EF4-FFF2-40B4-BE49-F238E27FC236}">
                <a16:creationId id="{5D92F5CE-DECE-4990-8005-9B042BDFE8AE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第8节　连接补充与层间连接</a:t>
            </a:r>
          </a:p>
        </p:txBody>
      </p:sp>
      <p:sp>
        <p:nvSpPr>
          <p:cNvPr id="37" name="navigation.page.2768">
            <a:extLst>
              <a:ext uri="{FF2B5EF4-FFF2-40B4-BE49-F238E27FC236}">
                <a16:creationId id="{AD11C586-1048-4192-833D-B456AB34F098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48 / 53</a:t>
            </a:r>
          </a:p>
        </p:txBody>
      </p:sp>
    </p:spTree>
    <p:extLst>
      <p:ext uri="{BB962C8B-B14F-4D97-AF65-F5344CB8AC3E}">
        <p14:creationId val="390439058"/>
      </p:ext>
    </p:extLst>
  </p:cSld>
</p:sld>
</file>

<file path=ppt/slides/slide4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61" name="8.2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60" name="header.accent.2412">
              <a:extLst>
                <a:ext uri="{FF2B5EF4-FFF2-40B4-BE49-F238E27FC236}">
                  <a16:creationId id="{1B878723-1527-4C5C-BD0E-0B97534541FB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413">
              <a:extLst>
                <a:ext uri="{FF2B5EF4-FFF2-40B4-BE49-F238E27FC236}">
                  <a16:creationId id="{F0216DD5-2C9B-4F4D-8959-B622031E8D63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8.2</a:t>
              </a:r>
            </a:p>
          </p:txBody>
        </p:sp>
        <p:sp>
          <p:nvSpPr>
            <p:cNvPr id="3" name="header.gradient.2414">
              <a:extLst>
                <a:ext uri="{FF2B5EF4-FFF2-40B4-BE49-F238E27FC236}">
                  <a16:creationId id="{406ED720-4BF5-4021-A9C0-BEA9CB8C1066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415">
              <a:extLst>
                <a:ext uri="{FF2B5EF4-FFF2-40B4-BE49-F238E27FC236}">
                  <a16:creationId id="{F35B6C47-4B5D-40D8-A51E-784631282C39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分级分流与公共干线</a:t>
              </a:r>
            </a:p>
          </p:txBody>
        </p:sp>
        <p:sp>
          <p:nvSpPr>
            <p:cNvPr id="5" name="header.library.2416">
              <a:extLst>
                <a:ext uri="{FF2B5EF4-FFF2-40B4-BE49-F238E27FC236}">
                  <a16:creationId id="{A5FADE04-034A-4296-8B30-26EBF6632C53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6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417">
              <a:extLst>
                <a:ext uri="{FF2B5EF4-FFF2-40B4-BE49-F238E27FC236}">
                  <a16:creationId id="{2796AF06-36B9-49AF-8EAF-FAA279C1CBA5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418">
              <a:extLst>
                <a:ext uri="{FF2B5EF4-FFF2-40B4-BE49-F238E27FC236}">
                  <a16:creationId id="{1ABEA3D8-1BB2-4C69-9677-18A82A6431DB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419">
              <a:extLst>
                <a:ext uri="{FF2B5EF4-FFF2-40B4-BE49-F238E27FC236}">
                  <a16:creationId id="{9C53773E-9DDC-40EC-8588-5AAF8ECF656E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420">
              <a:extLst>
                <a:ext uri="{FF2B5EF4-FFF2-40B4-BE49-F238E27FC236}">
                  <a16:creationId id="{E59F4A6B-F66D-4CA0-9941-83802908FE5A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分级分流增加中间层级，公共干线通过多个接入点组织支路。</a:t>
              </a:r>
            </a:p>
          </p:txBody>
        </p:sp>
      </p:grpSp>
      <p:sp>
        <p:nvSpPr>
          <p:cNvPr id="10" name="gallery.junction-tree.frame.2421">
            <a:extLst>
              <a:ext uri="{FF2B5EF4-FFF2-40B4-BE49-F238E27FC236}">
                <a16:creationId id="{0420457C-4FD6-475F-8AC5-87986B583703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junction-tree.heading.2422">
            <a:extLst>
              <a:ext uri="{FF2B5EF4-FFF2-40B4-BE49-F238E27FC236}">
                <a16:creationId id="{50576CD9-B094-49CA-B241-7E0CB7F3EB54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C08  分级分流</a:t>
            </a:r>
          </a:p>
        </p:txBody>
      </p:sp>
      <p:grpSp>
        <p:nvGrpSpPr>
          <p:cNvPr id="63" name="分级分流"/>
          <p:cNvGrpSpPr/>
          <p:nvPr/>
        </p:nvGrpSpPr>
        <p:grpSpPr>
          <a:xfrm>
            <a:off x="838200" y="2571750"/>
            <a:ext cx="4762500" cy="2876550"/>
            <a:chOff x="838200" y="2571750"/>
            <a:chExt cx="4762500" cy="2876550"/>
          </a:xfrm>
        </p:grpSpPr>
        <p:sp>
          <p:nvSpPr>
            <p:cNvPr id="19" name="instance.C08.188.root.split.2430">
              <a:extLst>
                <a:ext uri="{FF2B5EF4-FFF2-40B4-BE49-F238E27FC236}">
                  <a16:creationId id="{B2F2196C-FB0B-4B33-9635-38F58E312D1F}"/>
                </a:ext>
              </a:extLst>
            </p:cNvPr>
            <p:cNvSpPr>
              <a:spLocks noGrp="1"/>
            </p:cNvSpPr>
            <p:nvPr/>
          </p:nvSpPr>
          <p:spPr>
            <a:xfrm>
              <a:off x="2266474" y="400954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instance.C08.188.root.upper.2431">
              <a:extLst>
                <a:ext uri="{FF2B5EF4-FFF2-40B4-BE49-F238E27FC236}">
                  <a16:creationId id="{1CAB14B7-45FE-4301-B480-E17F6BEAFD1E}"/>
                </a:ext>
              </a:extLst>
            </p:cNvPr>
            <p:cNvSpPr>
              <a:spLocks noGrp="1"/>
            </p:cNvSpPr>
            <p:nvPr/>
          </p:nvSpPr>
          <p:spPr>
            <a:xfrm>
              <a:off x="2266474" y="31903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1" name="instance.C08.188.root.lower.2432">
              <a:extLst>
                <a:ext uri="{FF2B5EF4-FFF2-40B4-BE49-F238E27FC236}">
                  <a16:creationId id="{76E41A95-7AEE-4EA5-ABD4-3B826CE40DEE}"/>
                </a:ext>
              </a:extLst>
            </p:cNvPr>
            <p:cNvSpPr>
              <a:spLocks noGrp="1"/>
            </p:cNvSpPr>
            <p:nvPr/>
          </p:nvSpPr>
          <p:spPr>
            <a:xfrm>
              <a:off x="2266474" y="48286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7" name="instance.C08.188.B.split.2433">
              <a:extLst>
                <a:ext uri="{FF2B5EF4-FFF2-40B4-BE49-F238E27FC236}">
                  <a16:creationId id="{B16D0CE9-F942-477F-8AD3-3368371952F5}"/>
                </a:ext>
              </a:extLst>
            </p:cNvPr>
            <p:cNvSpPr>
              <a:spLocks noGrp="1"/>
            </p:cNvSpPr>
            <p:nvPr/>
          </p:nvSpPr>
          <p:spPr>
            <a:xfrm>
              <a:off x="4171474" y="31903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8" name="instance.C08.188.B.upper.2434">
              <a:extLst>
                <a:ext uri="{FF2B5EF4-FFF2-40B4-BE49-F238E27FC236}">
                  <a16:creationId id="{88A6D20D-C84F-4545-A96D-124831660619}"/>
                </a:ext>
              </a:extLst>
            </p:cNvPr>
            <p:cNvSpPr>
              <a:spLocks noGrp="1"/>
            </p:cNvSpPr>
            <p:nvPr/>
          </p:nvSpPr>
          <p:spPr>
            <a:xfrm>
              <a:off x="4171474" y="27808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9" name="instance.C08.188.B.lower.2435">
              <a:extLst>
                <a:ext uri="{FF2B5EF4-FFF2-40B4-BE49-F238E27FC236}">
                  <a16:creationId id="{7E8DA8C0-EDC1-4458-9AEB-63745E987BDB}"/>
                </a:ext>
              </a:extLst>
            </p:cNvPr>
            <p:cNvSpPr>
              <a:spLocks noGrp="1"/>
            </p:cNvSpPr>
            <p:nvPr/>
          </p:nvSpPr>
          <p:spPr>
            <a:xfrm>
              <a:off x="4171474" y="35999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instance.C08.188.C.split.2436">
              <a:extLst>
                <a:ext uri="{FF2B5EF4-FFF2-40B4-BE49-F238E27FC236}">
                  <a16:creationId id="{F60B657D-2A81-4C8B-920A-43BF28AB1AEC}"/>
                </a:ext>
              </a:extLst>
            </p:cNvPr>
            <p:cNvSpPr>
              <a:spLocks noGrp="1"/>
            </p:cNvSpPr>
            <p:nvPr/>
          </p:nvSpPr>
          <p:spPr>
            <a:xfrm>
              <a:off x="4171474" y="48286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6" name="instance.C08.188.C.upper.2437">
              <a:extLst>
                <a:ext uri="{FF2B5EF4-FFF2-40B4-BE49-F238E27FC236}">
                  <a16:creationId id="{7A6967D4-1B83-434F-95A6-448295D2EBE9}"/>
                </a:ext>
              </a:extLst>
            </p:cNvPr>
            <p:cNvSpPr>
              <a:spLocks noGrp="1"/>
            </p:cNvSpPr>
            <p:nvPr/>
          </p:nvSpPr>
          <p:spPr>
            <a:xfrm>
              <a:off x="4171474" y="44191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7" name="instance.C08.188.C.lower.2438">
              <a:extLst>
                <a:ext uri="{FF2B5EF4-FFF2-40B4-BE49-F238E27FC236}">
                  <a16:creationId id="{C58B44AC-FC26-4733-8926-D40BBB0D5779}"/>
                </a:ext>
              </a:extLst>
            </p:cNvPr>
            <p:cNvSpPr>
              <a:spLocks noGrp="1"/>
            </p:cNvSpPr>
            <p:nvPr/>
          </p:nvSpPr>
          <p:spPr>
            <a:xfrm>
              <a:off x="4171474" y="52382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22" name="instance.C08.188.A.root">
              <a:extLst>
                <a:ext uri="{FF2B5EF4-FFF2-40B4-BE49-F238E27FC236}">
                  <a16:creationId id="{46FB3B13-52B5-4C66-BFBB-A7F4945F973A}"/>
                </a:ext>
              </a:extLst>
            </p:cNvPr>
            <p:cNvCxnSpPr>
              <a:stCxn id="12" idx="3"/>
              <a:endCxn id="19" idx="1"/>
            </p:cNvCxnSpPr>
            <p:nvPr/>
          </p:nvCxnSpPr>
          <p:spPr>
            <a:xfrm>
              <a:off x="1790700" y="4010025"/>
              <a:ext cx="47577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3" name="instance.C08.188.root.upper">
              <a:extLst>
                <a:ext uri="{FF2B5EF4-FFF2-40B4-BE49-F238E27FC236}">
                  <a16:creationId id="{9FE19DF7-2871-41C6-AEBD-243EEE0EA7C9}"/>
                </a:ext>
              </a:extLst>
            </p:cNvPr>
            <p:cNvCxnSpPr>
              <a:stCxn id="19" idx="0"/>
              <a:endCxn id="20" idx="2"/>
            </p:cNvCxnSpPr>
            <p:nvPr/>
          </p:nvCxnSpPr>
          <p:spPr>
            <a:xfrm flipV="1">
              <a:off x="2266951" y="3191352"/>
              <a:ext cx="0" cy="81819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4" name="instance.C08.188.root.lower">
              <a:extLst>
                <a:ext uri="{FF2B5EF4-FFF2-40B4-BE49-F238E27FC236}">
                  <a16:creationId id="{5A29BF66-8B72-4F6E-8953-24B732E2FB3A}"/>
                </a:ext>
              </a:extLst>
            </p:cNvPr>
            <p:cNvCxnSpPr>
              <a:stCxn id="19" idx="2"/>
              <a:endCxn id="21" idx="0"/>
            </p:cNvCxnSpPr>
            <p:nvPr/>
          </p:nvCxnSpPr>
          <p:spPr>
            <a:xfrm>
              <a:off x="2266951" y="4010502"/>
              <a:ext cx="0" cy="818197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5" name="instance.C08.188.upper.B">
              <a:extLst>
                <a:ext uri="{FF2B5EF4-FFF2-40B4-BE49-F238E27FC236}">
                  <a16:creationId id="{5B4B21D8-BDEE-4EB1-A4D9-E967CB083B22}"/>
                </a:ext>
              </a:extLst>
            </p:cNvPr>
            <p:cNvCxnSpPr>
              <a:stCxn id="20" idx="3"/>
              <a:endCxn id="13" idx="1"/>
            </p:cNvCxnSpPr>
            <p:nvPr/>
          </p:nvCxnSpPr>
          <p:spPr>
            <a:xfrm flipV="1">
              <a:off x="2267427" y="3190875"/>
              <a:ext cx="47577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6" name="instance.C08.188.lower.C">
              <a:extLst>
                <a:ext uri="{FF2B5EF4-FFF2-40B4-BE49-F238E27FC236}">
                  <a16:creationId id="{361D44DC-14C5-4AEA-ADE4-C2FD17620987}"/>
                </a:ext>
              </a:extLst>
            </p:cNvPr>
            <p:cNvCxnSpPr>
              <a:stCxn id="21" idx="3"/>
              <a:endCxn id="14" idx="1"/>
            </p:cNvCxnSpPr>
            <p:nvPr/>
          </p:nvCxnSpPr>
          <p:spPr>
            <a:xfrm flipV="1">
              <a:off x="2267427" y="4829175"/>
              <a:ext cx="47577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0" name="instance.C08.188.B.split">
              <a:extLst>
                <a:ext uri="{FF2B5EF4-FFF2-40B4-BE49-F238E27FC236}">
                  <a16:creationId id="{71FC7310-B114-475A-9FA1-4BAE7A85BB5D}"/>
                </a:ext>
              </a:extLst>
            </p:cNvPr>
            <p:cNvCxnSpPr>
              <a:stCxn id="13" idx="3"/>
              <a:endCxn id="27" idx="1"/>
            </p:cNvCxnSpPr>
            <p:nvPr/>
          </p:nvCxnSpPr>
          <p:spPr>
            <a:xfrm>
              <a:off x="3695700" y="3190875"/>
              <a:ext cx="47577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1" name="instance.C08.188.B.upper">
              <a:extLst>
                <a:ext uri="{FF2B5EF4-FFF2-40B4-BE49-F238E27FC236}">
                  <a16:creationId id="{DF15D632-FF83-4EB3-80A0-BF3AEA92BD05}"/>
                </a:ext>
              </a:extLst>
            </p:cNvPr>
            <p:cNvCxnSpPr>
              <a:stCxn id="27" idx="0"/>
              <a:endCxn id="28" idx="2"/>
            </p:cNvCxnSpPr>
            <p:nvPr/>
          </p:nvCxnSpPr>
          <p:spPr>
            <a:xfrm flipV="1">
              <a:off x="4171951" y="2781777"/>
              <a:ext cx="0" cy="408622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2" name="instance.C08.188.B.lower">
              <a:extLst>
                <a:ext uri="{FF2B5EF4-FFF2-40B4-BE49-F238E27FC236}">
                  <a16:creationId id="{36F4D818-7A9A-4A8E-8C54-DBB7F5CC419C}"/>
                </a:ext>
              </a:extLst>
            </p:cNvPr>
            <p:cNvCxnSpPr>
              <a:stCxn id="27" idx="2"/>
              <a:endCxn id="29" idx="0"/>
            </p:cNvCxnSpPr>
            <p:nvPr/>
          </p:nvCxnSpPr>
          <p:spPr>
            <a:xfrm>
              <a:off x="4171951" y="3191352"/>
              <a:ext cx="0" cy="408622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3" name="instance.C08.188.B.child1">
              <a:extLst>
                <a:ext uri="{FF2B5EF4-FFF2-40B4-BE49-F238E27FC236}">
                  <a16:creationId id="{E6C7A10D-C005-47E3-988E-4B5C7856DB00}"/>
                </a:ext>
              </a:extLst>
            </p:cNvPr>
            <p:cNvCxnSpPr>
              <a:stCxn id="28" idx="3"/>
              <a:endCxn id="15" idx="1"/>
            </p:cNvCxnSpPr>
            <p:nvPr/>
          </p:nvCxnSpPr>
          <p:spPr>
            <a:xfrm flipV="1">
              <a:off x="4172427" y="2781300"/>
              <a:ext cx="47577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4" name="instance.C08.188.B.child2">
              <a:extLst>
                <a:ext uri="{FF2B5EF4-FFF2-40B4-BE49-F238E27FC236}">
                  <a16:creationId id="{6943B35D-6CCF-4747-80AC-4B726EA965DA}"/>
                </a:ext>
              </a:extLst>
            </p:cNvPr>
            <p:cNvCxnSpPr>
              <a:stCxn id="29" idx="3"/>
              <a:endCxn id="16" idx="1"/>
            </p:cNvCxnSpPr>
            <p:nvPr/>
          </p:nvCxnSpPr>
          <p:spPr>
            <a:xfrm flipV="1">
              <a:off x="4172427" y="3600450"/>
              <a:ext cx="47577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8" name="instance.C08.188.C.split">
              <a:extLst>
                <a:ext uri="{FF2B5EF4-FFF2-40B4-BE49-F238E27FC236}">
                  <a16:creationId id="{01B07BFA-DD72-433C-8AC9-5B7B4189F3EB}"/>
                </a:ext>
              </a:extLst>
            </p:cNvPr>
            <p:cNvCxnSpPr>
              <a:stCxn id="14" idx="3"/>
              <a:endCxn id="35" idx="1"/>
            </p:cNvCxnSpPr>
            <p:nvPr/>
          </p:nvCxnSpPr>
          <p:spPr>
            <a:xfrm>
              <a:off x="3695700" y="4829175"/>
              <a:ext cx="475774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9" name="instance.C08.188.C.upper">
              <a:extLst>
                <a:ext uri="{FF2B5EF4-FFF2-40B4-BE49-F238E27FC236}">
                  <a16:creationId id="{5921387B-CE4B-407B-83C1-0143787AFEC8}"/>
                </a:ext>
              </a:extLst>
            </p:cNvPr>
            <p:cNvCxnSpPr>
              <a:stCxn id="35" idx="0"/>
              <a:endCxn id="36" idx="2"/>
            </p:cNvCxnSpPr>
            <p:nvPr/>
          </p:nvCxnSpPr>
          <p:spPr>
            <a:xfrm flipV="1">
              <a:off x="4171951" y="4420077"/>
              <a:ext cx="0" cy="408622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0" name="instance.C08.188.C.lower">
              <a:extLst>
                <a:ext uri="{FF2B5EF4-FFF2-40B4-BE49-F238E27FC236}">
                  <a16:creationId id="{E86C1FFF-6879-4C77-870E-34BEA3945D88}"/>
                </a:ext>
              </a:extLst>
            </p:cNvPr>
            <p:cNvCxnSpPr>
              <a:stCxn id="35" idx="2"/>
              <a:endCxn id="37" idx="0"/>
            </p:cNvCxnSpPr>
            <p:nvPr/>
          </p:nvCxnSpPr>
          <p:spPr>
            <a:xfrm>
              <a:off x="4171951" y="4829652"/>
              <a:ext cx="0" cy="408622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1" name="instance.C08.188.C.child1">
              <a:extLst>
                <a:ext uri="{FF2B5EF4-FFF2-40B4-BE49-F238E27FC236}">
                  <a16:creationId id="{2797AA70-E540-44BC-9C48-8CCC6C193693}"/>
                </a:ext>
              </a:extLst>
            </p:cNvPr>
            <p:cNvCxnSpPr>
              <a:stCxn id="36" idx="3"/>
              <a:endCxn id="17" idx="1"/>
            </p:cNvCxnSpPr>
            <p:nvPr/>
          </p:nvCxnSpPr>
          <p:spPr>
            <a:xfrm flipV="1">
              <a:off x="4172427" y="4419600"/>
              <a:ext cx="475773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2" name="instance.C08.188.C.child2">
              <a:extLst>
                <a:ext uri="{FF2B5EF4-FFF2-40B4-BE49-F238E27FC236}">
                  <a16:creationId id="{9000ED24-C9F1-48F3-ADD4-F008461ACA59}"/>
                </a:ext>
              </a:extLst>
            </p:cNvPr>
            <p:cNvCxnSpPr>
              <a:stCxn id="37" idx="3"/>
              <a:endCxn id="18" idx="1"/>
            </p:cNvCxnSpPr>
            <p:nvPr/>
          </p:nvCxnSpPr>
          <p:spPr>
            <a:xfrm flipV="1">
              <a:off x="4172427" y="5238750"/>
              <a:ext cx="475773" cy="1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08.188.A.2423">
              <a:extLst>
                <a:ext uri="{FF2B5EF4-FFF2-40B4-BE49-F238E27FC236}">
                  <a16:creationId id="{1EBFD014-9C34-421A-A2AF-47106A251D72}"/>
                </a:ext>
              </a:extLst>
            </p:cNvPr>
            <p:cNvSpPr>
              <a:spLocks noGrp="1"/>
            </p:cNvSpPr>
            <p:nvPr/>
          </p:nvSpPr>
          <p:spPr>
            <a:xfrm>
              <a:off x="838200" y="3781425"/>
              <a:ext cx="952500" cy="4572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3" name="instance.C08.188.B.2424">
              <a:extLst>
                <a:ext uri="{FF2B5EF4-FFF2-40B4-BE49-F238E27FC236}">
                  <a16:creationId id="{0597FA44-6493-4495-9375-9271B42ED1E9}"/>
                </a:ext>
              </a:extLst>
            </p:cNvPr>
            <p:cNvSpPr>
              <a:spLocks noGrp="1"/>
            </p:cNvSpPr>
            <p:nvPr/>
          </p:nvSpPr>
          <p:spPr>
            <a:xfrm>
              <a:off x="2743200" y="2962275"/>
              <a:ext cx="9525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14" name="instance.C08.188.C.2425">
              <a:extLst>
                <a:ext uri="{FF2B5EF4-FFF2-40B4-BE49-F238E27FC236}">
                  <a16:creationId id="{E58AB5CC-622C-4CA2-B404-3423F1FC4E8D}"/>
                </a:ext>
              </a:extLst>
            </p:cNvPr>
            <p:cNvSpPr>
              <a:spLocks noGrp="1"/>
            </p:cNvSpPr>
            <p:nvPr/>
          </p:nvSpPr>
          <p:spPr>
            <a:xfrm>
              <a:off x="2743200" y="4600575"/>
              <a:ext cx="9525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15" name="instance.C08.188.D.2426">
              <a:extLst>
                <a:ext uri="{FF2B5EF4-FFF2-40B4-BE49-F238E27FC236}">
                  <a16:creationId id="{C5F9A889-467E-40A8-9126-4EAE3446CBC4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2571750"/>
              <a:ext cx="952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  <p:sp>
          <p:nvSpPr>
            <p:cNvPr id="16" name="instance.C08.188.E.2427">
              <a:extLst>
                <a:ext uri="{FF2B5EF4-FFF2-40B4-BE49-F238E27FC236}">
                  <a16:creationId id="{130632C9-3399-4ADF-B659-0C2499C2C32B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3390900"/>
              <a:ext cx="952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E</a:t>
              </a:r>
            </a:p>
          </p:txBody>
        </p:sp>
        <p:sp>
          <p:nvSpPr>
            <p:cNvPr id="17" name="instance.C08.188.F.2428">
              <a:extLst>
                <a:ext uri="{FF2B5EF4-FFF2-40B4-BE49-F238E27FC236}">
                  <a16:creationId id="{D9F97A1C-1FB0-41DC-B871-DFAD69A902BE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4210050"/>
              <a:ext cx="952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F</a:t>
              </a:r>
            </a:p>
          </p:txBody>
        </p:sp>
        <p:sp>
          <p:nvSpPr>
            <p:cNvPr id="18" name="instance.C08.188.G.2429">
              <a:extLst>
                <a:ext uri="{FF2B5EF4-FFF2-40B4-BE49-F238E27FC236}">
                  <a16:creationId id="{38463FB0-D622-47FF-8A64-328FCE403464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5029200"/>
              <a:ext cx="952500" cy="4191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G</a:t>
              </a:r>
            </a:p>
          </p:txBody>
        </p:sp>
      </p:grpSp>
      <p:sp>
        <p:nvSpPr>
          <p:cNvPr id="43" name="gallery.junction-tree.note.2439">
            <a:extLst>
              <a:ext uri="{FF2B5EF4-FFF2-40B4-BE49-F238E27FC236}">
                <a16:creationId id="{99EE8822-37BF-483F-A652-3FD6622C1A8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两级树将一路展开为二路再四路</a:t>
            </a:r>
          </a:p>
        </p:txBody>
      </p:sp>
      <p:sp>
        <p:nvSpPr>
          <p:cNvPr id="44" name="gallery.junction-tapped-trunk.frame.2440">
            <a:extLst>
              <a:ext uri="{FF2B5EF4-FFF2-40B4-BE49-F238E27FC236}">
                <a16:creationId id="{AC92462F-BAF6-43EA-937C-99E793AA40F5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5" name="gallery.junction-tapped-trunk.heading.2441">
            <a:extLst>
              <a:ext uri="{FF2B5EF4-FFF2-40B4-BE49-F238E27FC236}">
                <a16:creationId id="{60E25A33-7468-4C33-9B65-DC23BD8ADD9E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C08  连续接入干线</a:t>
            </a:r>
          </a:p>
        </p:txBody>
      </p:sp>
      <p:grpSp>
        <p:nvGrpSpPr>
          <p:cNvPr id="64" name="连续接入干线"/>
          <p:cNvGrpSpPr/>
          <p:nvPr/>
        </p:nvGrpSpPr>
        <p:grpSpPr>
          <a:xfrm>
            <a:off x="6572250" y="2809875"/>
            <a:ext cx="4495800" cy="2495550"/>
            <a:chOff x="6572250" y="2809875"/>
            <a:chExt cx="4495800" cy="2495550"/>
          </a:xfrm>
        </p:grpSpPr>
        <p:cxnSp>
          <p:nvCxnSpPr>
            <p:cNvPr id="53" name="instance.C08.189.trunk.first">
              <a:extLst>
                <a:ext uri="{FF2B5EF4-FFF2-40B4-BE49-F238E27FC236}">
                  <a16:creationId id="{CBB8CF01-60B2-4772-A486-063DA0A81289}"/>
                </a:ext>
              </a:extLst>
            </p:cNvPr>
            <p:cNvCxnSpPr>
              <a:stCxn id="46" idx="3"/>
              <a:endCxn id="50" idx="2"/>
            </p:cNvCxnSpPr>
            <p:nvPr/>
          </p:nvCxnSpPr>
          <p:spPr>
            <a:xfrm>
              <a:off x="7524750" y="4048125"/>
              <a:ext cx="752475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4" name="instance.C08.189.trunk.second">
              <a:extLst>
                <a:ext uri="{FF2B5EF4-FFF2-40B4-BE49-F238E27FC236}">
                  <a16:creationId id="{6A41CE30-80F2-4630-930B-C68ACC596C0B}"/>
                </a:ext>
              </a:extLst>
            </p:cNvPr>
            <p:cNvCxnSpPr>
              <a:stCxn id="50" idx="6"/>
              <a:endCxn id="51" idx="2"/>
            </p:cNvCxnSpPr>
            <p:nvPr/>
          </p:nvCxnSpPr>
          <p:spPr>
            <a:xfrm>
              <a:off x="8334375" y="4048125"/>
              <a:ext cx="10858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5" name="instance.C08.189.trunk.third">
              <a:extLst>
                <a:ext uri="{FF2B5EF4-FFF2-40B4-BE49-F238E27FC236}">
                  <a16:creationId id="{C1235885-241A-444B-97CC-897C73EA3E0E}"/>
                </a:ext>
              </a:extLst>
            </p:cNvPr>
            <p:cNvCxnSpPr>
              <a:stCxn id="51" idx="6"/>
              <a:endCxn id="52" idx="2"/>
            </p:cNvCxnSpPr>
            <p:nvPr/>
          </p:nvCxnSpPr>
          <p:spPr>
            <a:xfrm>
              <a:off x="9477375" y="4048125"/>
              <a:ext cx="10858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56" name="instance.C08.189.tap1.B">
              <a:extLst>
                <a:ext uri="{FF2B5EF4-FFF2-40B4-BE49-F238E27FC236}">
                  <a16:creationId id="{BECCB562-F8AF-4D50-991F-0B3787274B5C}"/>
                </a:ext>
              </a:extLst>
            </p:cNvPr>
            <p:cNvCxnSpPr>
              <a:stCxn id="50" idx="0"/>
              <a:endCxn id="47" idx="2"/>
            </p:cNvCxnSpPr>
            <p:nvPr/>
          </p:nvCxnSpPr>
          <p:spPr>
            <a:xfrm flipV="1">
              <a:off x="8305800" y="3267075"/>
              <a:ext cx="0" cy="7524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7" name="instance.C08.189.tap2.C">
              <a:extLst>
                <a:ext uri="{FF2B5EF4-FFF2-40B4-BE49-F238E27FC236}">
                  <a16:creationId id="{4770E6C8-589E-429C-AA67-79AABE9B0607}"/>
                </a:ext>
              </a:extLst>
            </p:cNvPr>
            <p:cNvCxnSpPr>
              <a:stCxn id="51" idx="4"/>
              <a:endCxn id="48" idx="0"/>
            </p:cNvCxnSpPr>
            <p:nvPr/>
          </p:nvCxnSpPr>
          <p:spPr>
            <a:xfrm>
              <a:off x="9448800" y="4076700"/>
              <a:ext cx="0" cy="77152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58" name="instance.C08.189.tap3.D">
              <a:extLst>
                <a:ext uri="{FF2B5EF4-FFF2-40B4-BE49-F238E27FC236}">
                  <a16:creationId id="{855E0CA8-F2F5-4FEB-BB84-45541A7CF9B2}"/>
                </a:ext>
              </a:extLst>
            </p:cNvPr>
            <p:cNvCxnSpPr>
              <a:stCxn id="52" idx="0"/>
              <a:endCxn id="49" idx="2"/>
            </p:cNvCxnSpPr>
            <p:nvPr/>
          </p:nvCxnSpPr>
          <p:spPr>
            <a:xfrm flipV="1">
              <a:off x="10591800" y="3267075"/>
              <a:ext cx="0" cy="752475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46" name="instance.C08.189.A.2442">
              <a:extLst>
                <a:ext uri="{FF2B5EF4-FFF2-40B4-BE49-F238E27FC236}">
                  <a16:creationId id="{32BA99D5-B3F2-47DE-AB1B-45DA9A58C1DB}"/>
                </a:ext>
              </a:extLst>
            </p:cNvPr>
            <p:cNvSpPr>
              <a:spLocks noGrp="1"/>
            </p:cNvSpPr>
            <p:nvPr/>
          </p:nvSpPr>
          <p:spPr>
            <a:xfrm>
              <a:off x="6572250" y="3819525"/>
              <a:ext cx="952500" cy="457200"/>
            </a:xfrm>
            <a:prstGeom prst="rect">
              <a:avLst/>
            </a:prstGeom>
            <a:solidFill>
              <a:srgbClr val="0759BE"/>
            </a:solidFill>
            <a:ln w="12383">
              <a:solidFill>
                <a:srgbClr val="0759BE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47" name="instance.C08.189.B.2443">
              <a:extLst>
                <a:ext uri="{FF2B5EF4-FFF2-40B4-BE49-F238E27FC236}">
                  <a16:creationId id="{E271FC20-0012-479A-8714-12E7E29B8FC1}"/>
                </a:ext>
              </a:extLst>
            </p:cNvPr>
            <p:cNvSpPr>
              <a:spLocks noGrp="1"/>
            </p:cNvSpPr>
            <p:nvPr/>
          </p:nvSpPr>
          <p:spPr>
            <a:xfrm>
              <a:off x="7829550" y="2809875"/>
              <a:ext cx="9525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48" name="instance.C08.189.C.2444">
              <a:extLst>
                <a:ext uri="{FF2B5EF4-FFF2-40B4-BE49-F238E27FC236}">
                  <a16:creationId id="{CD345A24-4AA1-4D3A-BC06-983BAF37558C}"/>
                </a:ext>
              </a:extLst>
            </p:cNvPr>
            <p:cNvSpPr>
              <a:spLocks noGrp="1"/>
            </p:cNvSpPr>
            <p:nvPr/>
          </p:nvSpPr>
          <p:spPr>
            <a:xfrm>
              <a:off x="8972550" y="4848225"/>
              <a:ext cx="9525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49" name="instance.C08.189.D.2445">
              <a:extLst>
                <a:ext uri="{FF2B5EF4-FFF2-40B4-BE49-F238E27FC236}">
                  <a16:creationId id="{05C2F1DE-FE91-48EA-9C9B-316B92813456}"/>
                </a:ext>
              </a:extLst>
            </p:cNvPr>
            <p:cNvSpPr>
              <a:spLocks noGrp="1"/>
            </p:cNvSpPr>
            <p:nvPr/>
          </p:nvSpPr>
          <p:spPr>
            <a:xfrm>
              <a:off x="10115550" y="2809875"/>
              <a:ext cx="952500" cy="4572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  <p:sp>
          <p:nvSpPr>
            <p:cNvPr id="50" name="instance.C08.189.tap1.2446">
              <a:extLst>
                <a:ext uri="{FF2B5EF4-FFF2-40B4-BE49-F238E27FC236}">
                  <a16:creationId id="{8779073E-EC7E-41DF-B50B-7F1B2A3E58F6}"/>
                </a:ext>
              </a:extLst>
            </p:cNvPr>
            <p:cNvSpPr>
              <a:spLocks noGrp="1"/>
            </p:cNvSpPr>
            <p:nvPr/>
          </p:nvSpPr>
          <p:spPr>
            <a:xfrm>
              <a:off x="8277225" y="4019550"/>
              <a:ext cx="57150" cy="57150"/>
            </a:xfrm>
            <a:prstGeom prst="ellipse">
              <a:avLst/>
            </a:prstGeom>
            <a:solidFill>
              <a:srgbClr val="0759BE"/>
            </a:solidFill>
            <a:ln w="12383">
              <a:noFill/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r>
                <a:t/>
              </a:r>
            </a:p>
          </p:txBody>
        </p:sp>
        <p:sp>
          <p:nvSpPr>
            <p:cNvPr id="51" name="instance.C08.189.tap2.2447">
              <a:extLst>
                <a:ext uri="{FF2B5EF4-FFF2-40B4-BE49-F238E27FC236}">
                  <a16:creationId id="{569A98E1-590D-49E5-8FC8-9A38A31E6B13}"/>
                </a:ext>
              </a:extLst>
            </p:cNvPr>
            <p:cNvSpPr>
              <a:spLocks noGrp="1"/>
            </p:cNvSpPr>
            <p:nvPr/>
          </p:nvSpPr>
          <p:spPr>
            <a:xfrm>
              <a:off x="9420225" y="4019550"/>
              <a:ext cx="57150" cy="57150"/>
            </a:xfrm>
            <a:prstGeom prst="ellipse">
              <a:avLst/>
            </a:prstGeom>
            <a:solidFill>
              <a:srgbClr val="0759BE"/>
            </a:solidFill>
            <a:ln w="12383">
              <a:noFill/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r>
                <a:t/>
              </a:r>
            </a:p>
          </p:txBody>
        </p:sp>
        <p:sp>
          <p:nvSpPr>
            <p:cNvPr id="52" name="instance.C08.189.tap3.2448">
              <a:extLst>
                <a:ext uri="{FF2B5EF4-FFF2-40B4-BE49-F238E27FC236}">
                  <a16:creationId id="{C892EC65-58C1-4AB2-97CE-3E234C053052}"/>
                </a:ext>
              </a:extLst>
            </p:cNvPr>
            <p:cNvSpPr>
              <a:spLocks noGrp="1"/>
            </p:cNvSpPr>
            <p:nvPr/>
          </p:nvSpPr>
          <p:spPr>
            <a:xfrm>
              <a:off x="10563225" y="4019550"/>
              <a:ext cx="57150" cy="57150"/>
            </a:xfrm>
            <a:prstGeom prst="ellipse">
              <a:avLst/>
            </a:prstGeom>
            <a:solidFill>
              <a:srgbClr val="0759BE"/>
            </a:solidFill>
            <a:ln w="12383">
              <a:noFill/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r>
                <a:t/>
              </a:r>
            </a:p>
          </p:txBody>
        </p:sp>
      </p:grpSp>
      <p:sp>
        <p:nvSpPr>
          <p:cNvPr id="59" name="gallery.junction-tapped-trunk.note.2449">
            <a:extLst>
              <a:ext uri="{FF2B5EF4-FFF2-40B4-BE49-F238E27FC236}">
                <a16:creationId id="{9FF3C61F-FC71-4B0F-B9B3-1B08611F64E0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三条支路从公共干线不同位置分出</a:t>
            </a:r>
          </a:p>
        </p:txBody>
      </p:sp>
      <p:sp>
        <p:nvSpPr>
          <p:cNvPr id="65" name="navigation.rule.2769">
            <a:extLst>
              <a:ext uri="{FF2B5EF4-FFF2-40B4-BE49-F238E27FC236}">
                <a16:creationId id="{30F2C7D5-814D-49D2-B044-1EB03D289936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66" name="navigation.section.2770">
            <a:extLst>
              <a:ext uri="{FF2B5EF4-FFF2-40B4-BE49-F238E27FC236}">
                <a16:creationId id="{0943A206-95A7-469C-B38D-A25123D9B341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第8节　连接补充与层间连接</a:t>
            </a:r>
          </a:p>
        </p:txBody>
      </p:sp>
      <p:sp>
        <p:nvSpPr>
          <p:cNvPr id="67" name="navigation.page.2771">
            <a:extLst>
              <a:ext uri="{FF2B5EF4-FFF2-40B4-BE49-F238E27FC236}">
                <a16:creationId id="{2BA5C0A6-A62C-4F45-A447-0EF1E2EE8EE0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49 / 53</a:t>
            </a:r>
          </a:p>
        </p:txBody>
      </p:sp>
    </p:spTree>
    <p:extLst>
      <p:ext uri="{BB962C8B-B14F-4D97-AF65-F5344CB8AC3E}">
        <p14:creationId val="2145818683"/>
      </p:ext>
    </p:extLst>
  </p:cSld>
</p:sld>
</file>

<file path=ppt/slides/slide5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6" name="8.3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5" name="header.accent.2450">
              <a:extLst>
                <a:ext uri="{FF2B5EF4-FFF2-40B4-BE49-F238E27FC236}">
                  <a16:creationId id="{021A9383-2FD8-4B71-A1EE-35586392825E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451">
              <a:extLst>
                <a:ext uri="{FF2B5EF4-FFF2-40B4-BE49-F238E27FC236}">
                  <a16:creationId id="{1697BC03-70A4-4655-BB95-CA8DD2A02C63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8.3</a:t>
              </a:r>
            </a:p>
          </p:txBody>
        </p:sp>
        <p:sp>
          <p:nvSpPr>
            <p:cNvPr id="3" name="header.gradient.2452">
              <a:extLst>
                <a:ext uri="{FF2B5EF4-FFF2-40B4-BE49-F238E27FC236}">
                  <a16:creationId id="{63D87541-FD71-4448-A2D6-13427472A548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453">
              <a:extLst>
                <a:ext uri="{FF2B5EF4-FFF2-40B4-BE49-F238E27FC236}">
                  <a16:creationId id="{E94893BB-943B-4CFD-BC85-51E9B23F8978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局部与双路跨接</a:t>
              </a:r>
            </a:p>
          </p:txBody>
        </p:sp>
        <p:sp>
          <p:nvSpPr>
            <p:cNvPr id="5" name="header.library.2454">
              <a:extLst>
                <a:ext uri="{FF2B5EF4-FFF2-40B4-BE49-F238E27FC236}">
                  <a16:creationId id="{096F6BDF-93EA-4CEF-B662-CF456324FE0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7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455">
              <a:extLst>
                <a:ext uri="{FF2B5EF4-FFF2-40B4-BE49-F238E27FC236}">
                  <a16:creationId id="{5FACE910-A935-4DC7-B341-E853F9E0D45C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456">
              <a:extLst>
                <a:ext uri="{FF2B5EF4-FFF2-40B4-BE49-F238E27FC236}">
                  <a16:creationId id="{BC3B4569-4F12-4061-B87E-9676B922ABEF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457">
              <a:extLst>
                <a:ext uri="{FF2B5EF4-FFF2-40B4-BE49-F238E27FC236}">
                  <a16:creationId id="{414E691C-65E9-4C14-9F4D-5DE2DCF7A620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458">
              <a:extLst>
                <a:ext uri="{FF2B5EF4-FFF2-40B4-BE49-F238E27FC236}">
                  <a16:creationId id="{1C87FD80-FE50-493D-9202-45A906DEFEB8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跨接路径越过局部节点，双路跨接采用不同方向的绕行空间。</a:t>
              </a:r>
            </a:p>
          </p:txBody>
        </p:sp>
      </p:grpSp>
      <p:sp>
        <p:nvSpPr>
          <p:cNvPr id="10" name="gallery.bypass-partial-span.frame.2459">
            <a:extLst>
              <a:ext uri="{FF2B5EF4-FFF2-40B4-BE49-F238E27FC236}">
                <a16:creationId id="{4EC8393E-6853-4A24-8ECB-E55FC47432C1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bypass-partial-span.heading.2460">
            <a:extLst>
              <a:ext uri="{FF2B5EF4-FFF2-40B4-BE49-F238E27FC236}">
                <a16:creationId id="{B677DB56-EFC7-4A50-856F-D1E7DB005361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C09  局部跨接</a:t>
            </a:r>
          </a:p>
        </p:txBody>
      </p:sp>
      <p:grpSp>
        <p:nvGrpSpPr>
          <p:cNvPr id="48" name="局部跨接"/>
          <p:cNvGrpSpPr/>
          <p:nvPr/>
        </p:nvGrpSpPr>
        <p:grpSpPr>
          <a:xfrm>
            <a:off x="971550" y="3161824"/>
            <a:ext cx="4495800" cy="1191101"/>
            <a:chOff x="971550" y="3161824"/>
            <a:chExt cx="4495800" cy="1191101"/>
          </a:xfrm>
        </p:grpSpPr>
        <p:sp>
          <p:nvSpPr>
            <p:cNvPr id="19" name="instance.C09.190.bypass.a-c.point0.2465">
              <a:extLst>
                <a:ext uri="{FF2B5EF4-FFF2-40B4-BE49-F238E27FC236}">
                  <a16:creationId id="{DE0A4B14-0182-42E0-9627-4443211423B3}"/>
                </a:ext>
              </a:extLst>
            </p:cNvPr>
            <p:cNvSpPr>
              <a:spLocks noGrp="1"/>
            </p:cNvSpPr>
            <p:nvPr/>
          </p:nvSpPr>
          <p:spPr>
            <a:xfrm>
              <a:off x="1361599" y="31618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instance.C09.190.bypass.a-c.point1.2466">
              <a:extLst>
                <a:ext uri="{FF2B5EF4-FFF2-40B4-BE49-F238E27FC236}">
                  <a16:creationId id="{D62310CE-562D-4101-85B3-405D5CC2103F}"/>
                </a:ext>
              </a:extLst>
            </p:cNvPr>
            <p:cNvSpPr>
              <a:spLocks noGrp="1"/>
            </p:cNvSpPr>
            <p:nvPr/>
          </p:nvSpPr>
          <p:spPr>
            <a:xfrm>
              <a:off x="3838099" y="31618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16" name="instance.C09.190.main.a-b">
              <a:extLst>
                <a:ext uri="{FF2B5EF4-FFF2-40B4-BE49-F238E27FC236}">
                  <a16:creationId id="{5266A1A8-465D-484F-B744-1B7BCF11B0BB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175260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7" name="instance.C09.190.main.b-c">
              <a:extLst>
                <a:ext uri="{FF2B5EF4-FFF2-40B4-BE49-F238E27FC236}">
                  <a16:creationId id="{F67D2429-541A-4636-9525-F477B8E87091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299085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8" name="instance.C09.190.main.c-d">
              <a:extLst>
                <a:ext uri="{FF2B5EF4-FFF2-40B4-BE49-F238E27FC236}">
                  <a16:creationId id="{3AFBB578-4910-4FD6-9E25-D32DF76243FA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422910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1" name="instance.C09.190.bypass.a-c.edge0">
              <a:extLst>
                <a:ext uri="{FF2B5EF4-FFF2-40B4-BE49-F238E27FC236}">
                  <a16:creationId id="{F2EAF1CC-F1A7-4E20-9494-E3AD4D6E7B2C}"/>
                </a:ext>
              </a:extLst>
            </p:cNvPr>
            <p:cNvCxnSpPr>
              <a:stCxn id="12" idx="0"/>
              <a:endCxn id="19" idx="2"/>
            </p:cNvCxnSpPr>
            <p:nvPr/>
          </p:nvCxnSpPr>
          <p:spPr>
            <a:xfrm flipV="1">
              <a:off x="1362075" y="3162777"/>
              <a:ext cx="1" cy="69484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2" name="instance.C09.190.bypass.a-c.edge1">
              <a:extLst>
                <a:ext uri="{FF2B5EF4-FFF2-40B4-BE49-F238E27FC236}">
                  <a16:creationId id="{3196BC0E-66D6-46B5-93D9-FBB0A14FF22C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1362552" y="3162301"/>
              <a:ext cx="247554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3" name="instance.C09.190.bypass.a-c.edge2">
              <a:extLst>
                <a:ext uri="{FF2B5EF4-FFF2-40B4-BE49-F238E27FC236}">
                  <a16:creationId id="{D9AC372E-DDDF-4E76-AA6F-FD221F298AC1}"/>
                </a:ext>
              </a:extLst>
            </p:cNvPr>
            <p:cNvCxnSpPr>
              <a:stCxn id="20" idx="2"/>
              <a:endCxn id="14" idx="0"/>
            </p:cNvCxnSpPr>
            <p:nvPr/>
          </p:nvCxnSpPr>
          <p:spPr>
            <a:xfrm flipH="1">
              <a:off x="3838575" y="3162777"/>
              <a:ext cx="0" cy="69484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09.190.a.2461">
              <a:extLst>
                <a:ext uri="{FF2B5EF4-FFF2-40B4-BE49-F238E27FC236}">
                  <a16:creationId id="{B1C86E9E-EBC6-4181-93DF-C8E62E3546BC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3" name="instance.C09.190.b.2462">
              <a:extLst>
                <a:ext uri="{FF2B5EF4-FFF2-40B4-BE49-F238E27FC236}">
                  <a16:creationId id="{06FAE7AD-CED6-4953-A0E6-D3E9081CE9FD}"/>
                </a:ext>
              </a:extLst>
            </p:cNvPr>
            <p:cNvSpPr>
              <a:spLocks noGrp="1"/>
            </p:cNvSpPr>
            <p:nvPr/>
          </p:nvSpPr>
          <p:spPr>
            <a:xfrm>
              <a:off x="220980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14" name="instance.C09.190.c.2463">
              <a:extLst>
                <a:ext uri="{FF2B5EF4-FFF2-40B4-BE49-F238E27FC236}">
                  <a16:creationId id="{873C3F8C-2FB4-4A04-9B61-A80255B59E55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15" name="instance.C09.190.d.2464">
              <a:extLst>
                <a:ext uri="{FF2B5EF4-FFF2-40B4-BE49-F238E27FC236}">
                  <a16:creationId id="{81C2C1F7-B48C-46BD-A085-B98CFF8EF6DE}"/>
                </a:ext>
              </a:extLst>
            </p:cNvPr>
            <p:cNvSpPr>
              <a:spLocks noGrp="1"/>
            </p:cNvSpPr>
            <p:nvPr/>
          </p:nvSpPr>
          <p:spPr>
            <a:xfrm>
              <a:off x="468630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</p:grpSp>
      <p:sp>
        <p:nvSpPr>
          <p:cNvPr id="24" name="gallery.bypass-partial-span.note.2467">
            <a:extLst>
              <a:ext uri="{FF2B5EF4-FFF2-40B4-BE49-F238E27FC236}">
                <a16:creationId id="{C8EAE539-492D-4D1F-A521-C528ADF8CEB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上跨A到C仅越过节点B</a:t>
            </a:r>
          </a:p>
        </p:txBody>
      </p:sp>
      <p:sp>
        <p:nvSpPr>
          <p:cNvPr id="25" name="gallery.bypass-dual-span.frame.2468">
            <a:extLst>
              <a:ext uri="{FF2B5EF4-FFF2-40B4-BE49-F238E27FC236}">
                <a16:creationId id="{1F7AF7B4-6748-467D-BBBB-FEB8F0ABB8E9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26" name="gallery.bypass-dual-span.heading.2469">
            <a:extLst>
              <a:ext uri="{FF2B5EF4-FFF2-40B4-BE49-F238E27FC236}">
                <a16:creationId id="{233F12EB-97F2-4D62-89A9-0CC500BCB774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C09  双路跨接</a:t>
            </a:r>
          </a:p>
        </p:txBody>
      </p:sp>
      <p:grpSp>
        <p:nvGrpSpPr>
          <p:cNvPr id="49" name="双路跨接"/>
          <p:cNvGrpSpPr/>
          <p:nvPr/>
        </p:nvGrpSpPr>
        <p:grpSpPr>
          <a:xfrm>
            <a:off x="6724650" y="3161824"/>
            <a:ext cx="4495800" cy="1820228"/>
            <a:chOff x="6724650" y="3161824"/>
            <a:chExt cx="4495800" cy="1820228"/>
          </a:xfrm>
        </p:grpSpPr>
        <p:sp>
          <p:nvSpPr>
            <p:cNvPr id="34" name="instance.C09.191.bypass.a-c.point0.2474">
              <a:extLst>
                <a:ext uri="{FF2B5EF4-FFF2-40B4-BE49-F238E27FC236}">
                  <a16:creationId id="{09406BF9-218D-4C31-A85C-ACD4DA34CEED}"/>
                </a:ext>
              </a:extLst>
            </p:cNvPr>
            <p:cNvSpPr>
              <a:spLocks noGrp="1"/>
            </p:cNvSpPr>
            <p:nvPr/>
          </p:nvSpPr>
          <p:spPr>
            <a:xfrm>
              <a:off x="7114699" y="31618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5" name="instance.C09.191.bypass.a-c.point1.2475">
              <a:extLst>
                <a:ext uri="{FF2B5EF4-FFF2-40B4-BE49-F238E27FC236}">
                  <a16:creationId id="{6F10AA16-3F86-4A3A-8CC6-5D916D454248}"/>
                </a:ext>
              </a:extLst>
            </p:cNvPr>
            <p:cNvSpPr>
              <a:spLocks noGrp="1"/>
            </p:cNvSpPr>
            <p:nvPr/>
          </p:nvSpPr>
          <p:spPr>
            <a:xfrm>
              <a:off x="9591199" y="31618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9" name="instance.C09.191.bypass.b-d.point0.2476">
              <a:extLst>
                <a:ext uri="{FF2B5EF4-FFF2-40B4-BE49-F238E27FC236}">
                  <a16:creationId id="{C054FA72-A7F6-4BFC-A69D-7AB742BD204D}"/>
                </a:ext>
              </a:extLst>
            </p:cNvPr>
            <p:cNvSpPr>
              <a:spLocks noGrp="1"/>
            </p:cNvSpPr>
            <p:nvPr/>
          </p:nvSpPr>
          <p:spPr>
            <a:xfrm>
              <a:off x="8352949" y="49810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0" name="instance.C09.191.bypass.b-d.point1.2477">
              <a:extLst>
                <a:ext uri="{FF2B5EF4-FFF2-40B4-BE49-F238E27FC236}">
                  <a16:creationId id="{55CFE13B-DAE7-4209-A58F-3BAC336A7DF7}"/>
                </a:ext>
              </a:extLst>
            </p:cNvPr>
            <p:cNvSpPr>
              <a:spLocks noGrp="1"/>
            </p:cNvSpPr>
            <p:nvPr/>
          </p:nvSpPr>
          <p:spPr>
            <a:xfrm>
              <a:off x="10829449" y="4981099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31" name="instance.C09.191.main.a-b">
              <a:extLst>
                <a:ext uri="{FF2B5EF4-FFF2-40B4-BE49-F238E27FC236}">
                  <a16:creationId id="{36B8330C-D5A8-4736-BCFD-07C93950037E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>
              <a:off x="750570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2" name="instance.C09.191.main.b-c">
              <a:extLst>
                <a:ext uri="{FF2B5EF4-FFF2-40B4-BE49-F238E27FC236}">
                  <a16:creationId id="{64D32B81-58D2-4F82-B1D4-6383CB6A7CDC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>
              <a:off x="874395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3" name="instance.C09.191.main.c-d">
              <a:extLst>
                <a:ext uri="{FF2B5EF4-FFF2-40B4-BE49-F238E27FC236}">
                  <a16:creationId id="{A2E8FB94-2C54-412E-8E01-745B818AEBB0}"/>
                </a:ext>
              </a:extLst>
            </p:cNvPr>
            <p:cNvCxnSpPr>
              <a:stCxn id="29" idx="3"/>
              <a:endCxn id="30" idx="1"/>
            </p:cNvCxnSpPr>
            <p:nvPr/>
          </p:nvCxnSpPr>
          <p:spPr>
            <a:xfrm>
              <a:off x="998220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6" name="instance.C09.191.bypass.a-c.edge0">
              <a:extLst>
                <a:ext uri="{FF2B5EF4-FFF2-40B4-BE49-F238E27FC236}">
                  <a16:creationId id="{1A0509CB-F65A-47A7-8CB0-0DF3BC118C78}"/>
                </a:ext>
              </a:extLst>
            </p:cNvPr>
            <p:cNvCxnSpPr>
              <a:stCxn id="27" idx="0"/>
              <a:endCxn id="34" idx="2"/>
            </p:cNvCxnSpPr>
            <p:nvPr/>
          </p:nvCxnSpPr>
          <p:spPr>
            <a:xfrm flipV="1">
              <a:off x="7115175" y="3162777"/>
              <a:ext cx="1" cy="69484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7" name="instance.C09.191.bypass.a-c.edge1">
              <a:extLst>
                <a:ext uri="{FF2B5EF4-FFF2-40B4-BE49-F238E27FC236}">
                  <a16:creationId id="{15B0787F-FD97-48FD-A389-366808F5EC7B}"/>
                </a:ext>
              </a:extLst>
            </p:cNvPr>
            <p:cNvCxnSpPr>
              <a:stCxn id="34" idx="3"/>
              <a:endCxn id="35" idx="1"/>
            </p:cNvCxnSpPr>
            <p:nvPr/>
          </p:nvCxnSpPr>
          <p:spPr>
            <a:xfrm>
              <a:off x="7115652" y="3162301"/>
              <a:ext cx="247554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38" name="instance.C09.191.bypass.a-c.edge2">
              <a:extLst>
                <a:ext uri="{FF2B5EF4-FFF2-40B4-BE49-F238E27FC236}">
                  <a16:creationId id="{1DDE13EC-C443-4823-8A4D-B47028FF85D7}"/>
                </a:ext>
              </a:extLst>
            </p:cNvPr>
            <p:cNvCxnSpPr>
              <a:stCxn id="35" idx="2"/>
              <a:endCxn id="29" idx="0"/>
            </p:cNvCxnSpPr>
            <p:nvPr/>
          </p:nvCxnSpPr>
          <p:spPr>
            <a:xfrm flipH="1">
              <a:off x="9591675" y="3162777"/>
              <a:ext cx="1" cy="69484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1" name="instance.C09.191.bypass.b-d.edge0">
              <a:extLst>
                <a:ext uri="{FF2B5EF4-FFF2-40B4-BE49-F238E27FC236}">
                  <a16:creationId id="{CB876E11-804B-48CF-9926-912944D6492D}"/>
                </a:ext>
              </a:extLst>
            </p:cNvPr>
            <p:cNvCxnSpPr>
              <a:stCxn id="28" idx="2"/>
              <a:endCxn id="39" idx="0"/>
            </p:cNvCxnSpPr>
            <p:nvPr/>
          </p:nvCxnSpPr>
          <p:spPr>
            <a:xfrm>
              <a:off x="8353425" y="4352925"/>
              <a:ext cx="1" cy="62817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2" name="instance.C09.191.bypass.b-d.edge1">
              <a:extLst>
                <a:ext uri="{FF2B5EF4-FFF2-40B4-BE49-F238E27FC236}">
                  <a16:creationId id="{C04E7F08-CA23-4450-80CC-F92BB6E46742}"/>
                </a:ext>
              </a:extLst>
            </p:cNvPr>
            <p:cNvCxnSpPr>
              <a:stCxn id="39" idx="3"/>
              <a:endCxn id="40" idx="1"/>
            </p:cNvCxnSpPr>
            <p:nvPr/>
          </p:nvCxnSpPr>
          <p:spPr>
            <a:xfrm>
              <a:off x="8353902" y="4981576"/>
              <a:ext cx="247554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3" name="instance.C09.191.bypass.b-d.edge2">
              <a:extLst>
                <a:ext uri="{FF2B5EF4-FFF2-40B4-BE49-F238E27FC236}">
                  <a16:creationId id="{90A34DC5-6486-49EA-A2C0-7B4D15D295E5}"/>
                </a:ext>
              </a:extLst>
            </p:cNvPr>
            <p:cNvCxnSpPr>
              <a:stCxn id="40" idx="0"/>
              <a:endCxn id="30" idx="2"/>
            </p:cNvCxnSpPr>
            <p:nvPr/>
          </p:nvCxnSpPr>
          <p:spPr>
            <a:xfrm flipH="1" flipV="1">
              <a:off x="10829925" y="4352925"/>
              <a:ext cx="1" cy="62817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27" name="instance.C09.191.a.2470">
              <a:extLst>
                <a:ext uri="{FF2B5EF4-FFF2-40B4-BE49-F238E27FC236}">
                  <a16:creationId id="{917A6174-918D-4169-9433-65FA7A1C8FDB}"/>
                </a:ext>
              </a:extLst>
            </p:cNvPr>
            <p:cNvSpPr>
              <a:spLocks noGrp="1"/>
            </p:cNvSpPr>
            <p:nvPr/>
          </p:nvSpPr>
          <p:spPr>
            <a:xfrm>
              <a:off x="672465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28" name="instance.C09.191.b.2471">
              <a:extLst>
                <a:ext uri="{FF2B5EF4-FFF2-40B4-BE49-F238E27FC236}">
                  <a16:creationId id="{BF9549DF-89DE-4EF8-93CD-36910734EFC9}"/>
                </a:ext>
              </a:extLst>
            </p:cNvPr>
            <p:cNvSpPr>
              <a:spLocks noGrp="1"/>
            </p:cNvSpPr>
            <p:nvPr/>
          </p:nvSpPr>
          <p:spPr>
            <a:xfrm>
              <a:off x="796290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29" name="instance.C09.191.c.2472">
              <a:extLst>
                <a:ext uri="{FF2B5EF4-FFF2-40B4-BE49-F238E27FC236}">
                  <a16:creationId id="{B9FBAE17-5938-4347-A797-FD6DACA20931}"/>
                </a:ext>
              </a:extLst>
            </p:cNvPr>
            <p:cNvSpPr>
              <a:spLocks noGrp="1"/>
            </p:cNvSpPr>
            <p:nvPr/>
          </p:nvSpPr>
          <p:spPr>
            <a:xfrm>
              <a:off x="920115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30" name="instance.C09.191.d.2473">
              <a:extLst>
                <a:ext uri="{FF2B5EF4-FFF2-40B4-BE49-F238E27FC236}">
                  <a16:creationId id="{0D58B01F-1970-49BD-BFC3-6216160C5FE4}"/>
                </a:ext>
              </a:extLst>
            </p:cNvPr>
            <p:cNvSpPr>
              <a:spLocks noGrp="1"/>
            </p:cNvSpPr>
            <p:nvPr/>
          </p:nvSpPr>
          <p:spPr>
            <a:xfrm>
              <a:off x="1043940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</p:grpSp>
      <p:sp>
        <p:nvSpPr>
          <p:cNvPr id="44" name="gallery.bypass-dual-span.note.2478">
            <a:extLst>
              <a:ext uri="{FF2B5EF4-FFF2-40B4-BE49-F238E27FC236}">
                <a16:creationId id="{2350BB12-426C-41D2-A797-254E8669A625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上下跨接分别跳过一个节点</a:t>
            </a:r>
          </a:p>
        </p:txBody>
      </p:sp>
      <p:sp>
        <p:nvSpPr>
          <p:cNvPr id="50" name="navigation.rule.2772">
            <a:extLst>
              <a:ext uri="{FF2B5EF4-FFF2-40B4-BE49-F238E27FC236}">
                <a16:creationId id="{39805D50-CE35-471A-9424-FD42C5A67CDC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51" name="navigation.section.2773">
            <a:extLst>
              <a:ext uri="{FF2B5EF4-FFF2-40B4-BE49-F238E27FC236}">
                <a16:creationId id="{7136AF61-0418-40A8-B3F3-847C624EC94E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第8节　连接补充与层间连接</a:t>
            </a:r>
          </a:p>
        </p:txBody>
      </p:sp>
      <p:sp>
        <p:nvSpPr>
          <p:cNvPr id="52" name="navigation.page.2774">
            <a:extLst>
              <a:ext uri="{FF2B5EF4-FFF2-40B4-BE49-F238E27FC236}">
                <a16:creationId id="{6470904D-0A28-4BE1-BD46-89205144CFCC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50 / 53</a:t>
            </a:r>
          </a:p>
        </p:txBody>
      </p:sp>
    </p:spTree>
    <p:extLst>
      <p:ext uri="{BB962C8B-B14F-4D97-AF65-F5344CB8AC3E}">
        <p14:creationId val="1258382150"/>
      </p:ext>
    </p:extLst>
  </p:cSld>
</p:sld>
</file>

<file path=ppt/slides/slide5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4" name="8.4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43" name="header.accent.2479">
              <a:extLst>
                <a:ext uri="{FF2B5EF4-FFF2-40B4-BE49-F238E27FC236}">
                  <a16:creationId id="{7393776E-0A60-4F5F-91D5-0FF8B751C80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480">
              <a:extLst>
                <a:ext uri="{FF2B5EF4-FFF2-40B4-BE49-F238E27FC236}">
                  <a16:creationId id="{09D5D083-A6E6-4FDF-8A67-6E9605514032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8.4</a:t>
              </a:r>
            </a:p>
          </p:txBody>
        </p:sp>
        <p:sp>
          <p:nvSpPr>
            <p:cNvPr id="3" name="header.gradient.2481">
              <a:extLst>
                <a:ext uri="{FF2B5EF4-FFF2-40B4-BE49-F238E27FC236}">
                  <a16:creationId id="{15674F82-6C54-47E6-9BA4-041AC8B625FF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482">
              <a:extLst>
                <a:ext uri="{FF2B5EF4-FFF2-40B4-BE49-F238E27FC236}">
                  <a16:creationId id="{32EAE94C-0B16-494C-A0C6-B06FFEA54DB9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嵌套反馈与分支回接</a:t>
              </a:r>
            </a:p>
          </p:txBody>
        </p:sp>
        <p:sp>
          <p:nvSpPr>
            <p:cNvPr id="5" name="header.library.2483">
              <a:extLst>
                <a:ext uri="{FF2B5EF4-FFF2-40B4-BE49-F238E27FC236}">
                  <a16:creationId id="{93C82FBA-BF86-47A0-AE9C-67FB5ED7B422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45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484">
              <a:extLst>
                <a:ext uri="{FF2B5EF4-FFF2-40B4-BE49-F238E27FC236}">
                  <a16:creationId id="{B0D7366F-A2EC-4CD0-9AFE-0E0653158C1B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485">
              <a:extLst>
                <a:ext uri="{FF2B5EF4-FFF2-40B4-BE49-F238E27FC236}">
                  <a16:creationId id="{58A9794D-4C29-4EB2-B56A-0C8EAF5B7FE2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486">
              <a:extLst>
                <a:ext uri="{FF2B5EF4-FFF2-40B4-BE49-F238E27FC236}">
                  <a16:creationId id="{9C5C3B6B-ADD2-42C5-82D3-170917ADA6FD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487">
              <a:extLst>
                <a:ext uri="{FF2B5EF4-FFF2-40B4-BE49-F238E27FC236}">
                  <a16:creationId id="{41489805-1E8B-4398-8ACA-B053F0A532A7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反馈线分别返回不同节点，内外回路和支路方向保持清楚。</a:t>
              </a:r>
            </a:p>
          </p:txBody>
        </p:sp>
      </p:grpSp>
      <p:sp>
        <p:nvSpPr>
          <p:cNvPr id="10" name="gallery.bypass-nested-return.frame.2488">
            <a:extLst>
              <a:ext uri="{FF2B5EF4-FFF2-40B4-BE49-F238E27FC236}">
                <a16:creationId id="{F773B9A7-FD6E-4BC1-A65D-E41421DF0919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bypass-nested-return.heading.2489">
            <a:extLst>
              <a:ext uri="{FF2B5EF4-FFF2-40B4-BE49-F238E27FC236}">
                <a16:creationId id="{D8CC1DB0-341B-48E2-9A49-F94D700A69E8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C09  嵌套反馈</a:t>
            </a:r>
          </a:p>
        </p:txBody>
      </p:sp>
      <p:grpSp>
        <p:nvGrpSpPr>
          <p:cNvPr id="46" name="嵌套反馈"/>
          <p:cNvGrpSpPr/>
          <p:nvPr/>
        </p:nvGrpSpPr>
        <p:grpSpPr>
          <a:xfrm>
            <a:off x="971550" y="3066574"/>
            <a:ext cx="4495800" cy="2020253"/>
            <a:chOff x="971550" y="3066574"/>
            <a:chExt cx="4495800" cy="2020253"/>
          </a:xfrm>
        </p:grpSpPr>
        <p:sp>
          <p:nvSpPr>
            <p:cNvPr id="19" name="instance.C09.192.return.d-a.point0.2494">
              <a:extLst>
                <a:ext uri="{FF2B5EF4-FFF2-40B4-BE49-F238E27FC236}">
                  <a16:creationId id="{6866D7BD-F7BB-4DF2-9015-6AAA7D7E9E46}"/>
                </a:ext>
              </a:extLst>
            </p:cNvPr>
            <p:cNvSpPr>
              <a:spLocks noGrp="1"/>
            </p:cNvSpPr>
            <p:nvPr/>
          </p:nvSpPr>
          <p:spPr>
            <a:xfrm>
              <a:off x="5076349" y="30665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0" name="instance.C09.192.return.d-a.point1.2495">
              <a:extLst>
                <a:ext uri="{FF2B5EF4-FFF2-40B4-BE49-F238E27FC236}">
                  <a16:creationId id="{BECCABF7-2AEF-4ED0-AC5B-22E9F395B225}"/>
                </a:ext>
              </a:extLst>
            </p:cNvPr>
            <p:cNvSpPr>
              <a:spLocks noGrp="1"/>
            </p:cNvSpPr>
            <p:nvPr/>
          </p:nvSpPr>
          <p:spPr>
            <a:xfrm>
              <a:off x="1361599" y="30665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4" name="instance.C09.192.return.c-b.point0.2496">
              <a:extLst>
                <a:ext uri="{FF2B5EF4-FFF2-40B4-BE49-F238E27FC236}">
                  <a16:creationId id="{B9CD1D0F-A0A7-488B-9626-1505F2760B75}"/>
                </a:ext>
              </a:extLst>
            </p:cNvPr>
            <p:cNvSpPr>
              <a:spLocks noGrp="1"/>
            </p:cNvSpPr>
            <p:nvPr/>
          </p:nvSpPr>
          <p:spPr>
            <a:xfrm>
              <a:off x="3838099" y="50858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25" name="instance.C09.192.return.c-b.point1.2497">
              <a:extLst>
                <a:ext uri="{FF2B5EF4-FFF2-40B4-BE49-F238E27FC236}">
                  <a16:creationId id="{0ED734AA-E060-45CA-9849-96919040A060}"/>
                </a:ext>
              </a:extLst>
            </p:cNvPr>
            <p:cNvSpPr>
              <a:spLocks noGrp="1"/>
            </p:cNvSpPr>
            <p:nvPr/>
          </p:nvSpPr>
          <p:spPr>
            <a:xfrm>
              <a:off x="2599849" y="50858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16" name="instance.C09.192.main.a-b">
              <a:extLst>
                <a:ext uri="{FF2B5EF4-FFF2-40B4-BE49-F238E27FC236}">
                  <a16:creationId id="{C5894B7D-EBF4-4DE5-93B9-FAC955BF6C68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175260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7" name="instance.C09.192.main.b-c">
              <a:extLst>
                <a:ext uri="{FF2B5EF4-FFF2-40B4-BE49-F238E27FC236}">
                  <a16:creationId id="{FC1E4108-4B8F-493C-BBA3-CD19F617A8A3}"/>
                </a:ext>
              </a:extLst>
            </p:cNvPr>
            <p:cNvCxnSpPr>
              <a:stCxn id="13" idx="3"/>
              <a:endCxn id="14" idx="1"/>
            </p:cNvCxnSpPr>
            <p:nvPr/>
          </p:nvCxnSpPr>
          <p:spPr>
            <a:xfrm>
              <a:off x="299085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18" name="instance.C09.192.main.c-d">
              <a:extLst>
                <a:ext uri="{FF2B5EF4-FFF2-40B4-BE49-F238E27FC236}">
                  <a16:creationId id="{E5BFC8B7-6E18-4E58-8F86-9BFB09A87EE5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4229100" y="4105275"/>
              <a:ext cx="45720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1" name="instance.C09.192.return.d-a.edge0">
              <a:extLst>
                <a:ext uri="{FF2B5EF4-FFF2-40B4-BE49-F238E27FC236}">
                  <a16:creationId id="{4089C024-3508-45BA-9030-128607CB08C0}"/>
                </a:ext>
              </a:extLst>
            </p:cNvPr>
            <p:cNvCxnSpPr>
              <a:stCxn id="15" idx="0"/>
              <a:endCxn id="19" idx="2"/>
            </p:cNvCxnSpPr>
            <p:nvPr/>
          </p:nvCxnSpPr>
          <p:spPr>
            <a:xfrm flipV="1">
              <a:off x="5076825" y="3067527"/>
              <a:ext cx="1" cy="7900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2" name="instance.C09.192.return.d-a.edge1">
              <a:extLst>
                <a:ext uri="{FF2B5EF4-FFF2-40B4-BE49-F238E27FC236}">
                  <a16:creationId id="{5B755CD4-4A30-424C-AFD1-CCA9E7569E51}"/>
                </a:ext>
              </a:extLst>
            </p:cNvPr>
            <p:cNvCxnSpPr>
              <a:stCxn id="19" idx="1"/>
              <a:endCxn id="20" idx="3"/>
            </p:cNvCxnSpPr>
            <p:nvPr/>
          </p:nvCxnSpPr>
          <p:spPr>
            <a:xfrm flipH="1">
              <a:off x="1362552" y="3067051"/>
              <a:ext cx="371379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3" name="instance.C09.192.return.d-a.edge2">
              <a:extLst>
                <a:ext uri="{FF2B5EF4-FFF2-40B4-BE49-F238E27FC236}">
                  <a16:creationId id="{9C328DE9-4089-486B-B16F-69E226C6F923}"/>
                </a:ext>
              </a:extLst>
            </p:cNvPr>
            <p:cNvCxnSpPr>
              <a:stCxn id="20" idx="2"/>
              <a:endCxn id="12" idx="0"/>
            </p:cNvCxnSpPr>
            <p:nvPr/>
          </p:nvCxnSpPr>
          <p:spPr>
            <a:xfrm flipH="1">
              <a:off x="1362075" y="3067527"/>
              <a:ext cx="1" cy="790098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26" name="instance.C09.192.return.c-b.edge0">
              <a:extLst>
                <a:ext uri="{FF2B5EF4-FFF2-40B4-BE49-F238E27FC236}">
                  <a16:creationId id="{42217003-7434-4416-A743-674F94003855}"/>
                </a:ext>
              </a:extLst>
            </p:cNvPr>
            <p:cNvCxnSpPr>
              <a:stCxn id="14" idx="2"/>
              <a:endCxn id="24" idx="0"/>
            </p:cNvCxnSpPr>
            <p:nvPr/>
          </p:nvCxnSpPr>
          <p:spPr>
            <a:xfrm>
              <a:off x="3838575" y="4352925"/>
              <a:ext cx="0" cy="732949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7" name="instance.C09.192.return.c-b.edge1">
              <a:extLst>
                <a:ext uri="{FF2B5EF4-FFF2-40B4-BE49-F238E27FC236}">
                  <a16:creationId id="{AFCADEC9-EEDC-460B-8C8C-AAD026CD977C}"/>
                </a:ext>
              </a:extLst>
            </p:cNvPr>
            <p:cNvCxnSpPr>
              <a:stCxn id="24" idx="1"/>
              <a:endCxn id="25" idx="3"/>
            </p:cNvCxnSpPr>
            <p:nvPr/>
          </p:nvCxnSpPr>
          <p:spPr>
            <a:xfrm flipH="1">
              <a:off x="2600802" y="5086351"/>
              <a:ext cx="1237297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28" name="instance.C09.192.return.c-b.edge2">
              <a:extLst>
                <a:ext uri="{FF2B5EF4-FFF2-40B4-BE49-F238E27FC236}">
                  <a16:creationId id="{5A97D433-1024-4BC4-885D-515EE1840396}"/>
                </a:ext>
              </a:extLst>
            </p:cNvPr>
            <p:cNvCxnSpPr>
              <a:stCxn id="25" idx="0"/>
              <a:endCxn id="13" idx="2"/>
            </p:cNvCxnSpPr>
            <p:nvPr/>
          </p:nvCxnSpPr>
          <p:spPr>
            <a:xfrm flipH="1" flipV="1">
              <a:off x="2600325" y="4352925"/>
              <a:ext cx="0" cy="732949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12" name="instance.C09.192.a.2490">
              <a:extLst>
                <a:ext uri="{FF2B5EF4-FFF2-40B4-BE49-F238E27FC236}">
                  <a16:creationId id="{BBF398B3-DFA8-40FA-8061-CE8853F158C3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3" name="instance.C09.192.b.2491">
              <a:extLst>
                <a:ext uri="{FF2B5EF4-FFF2-40B4-BE49-F238E27FC236}">
                  <a16:creationId id="{68EC9231-8AEE-41CA-A44C-F4C03DC742DE}"/>
                </a:ext>
              </a:extLst>
            </p:cNvPr>
            <p:cNvSpPr>
              <a:spLocks noGrp="1"/>
            </p:cNvSpPr>
            <p:nvPr/>
          </p:nvSpPr>
          <p:spPr>
            <a:xfrm>
              <a:off x="220980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14" name="instance.C09.192.c.2492">
              <a:extLst>
                <a:ext uri="{FF2B5EF4-FFF2-40B4-BE49-F238E27FC236}">
                  <a16:creationId id="{AC899E1C-EB93-4515-8AD4-D0DB8ABB4F6D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15" name="instance.C09.192.d.2493">
              <a:extLst>
                <a:ext uri="{FF2B5EF4-FFF2-40B4-BE49-F238E27FC236}">
                  <a16:creationId id="{85C70FB4-1513-4FAF-BCBC-65F4CFEA2A4D}"/>
                </a:ext>
              </a:extLst>
            </p:cNvPr>
            <p:cNvSpPr>
              <a:spLocks noGrp="1"/>
            </p:cNvSpPr>
            <p:nvPr/>
          </p:nvSpPr>
          <p:spPr>
            <a:xfrm>
              <a:off x="4686300" y="3857625"/>
              <a:ext cx="78105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</p:grpSp>
      <p:sp>
        <p:nvSpPr>
          <p:cNvPr id="29" name="gallery.bypass-nested-return.note.2498">
            <a:extLst>
              <a:ext uri="{FF2B5EF4-FFF2-40B4-BE49-F238E27FC236}">
                <a16:creationId id="{E8E1A561-411B-40DE-A325-2FDFF57A0282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外回D到A内回C到B</a:t>
            </a:r>
          </a:p>
        </p:txBody>
      </p:sp>
      <p:sp>
        <p:nvSpPr>
          <p:cNvPr id="30" name="gallery.bypass-branch-return.frame.2499">
            <a:extLst>
              <a:ext uri="{FF2B5EF4-FFF2-40B4-BE49-F238E27FC236}">
                <a16:creationId id="{F038CDCD-4EAC-4FC0-AF43-5FD3D24322B2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31" name="gallery.bypass-branch-return.heading.2500">
            <a:extLst>
              <a:ext uri="{FF2B5EF4-FFF2-40B4-BE49-F238E27FC236}">
                <a16:creationId id="{CD3EE615-8569-4B76-8C94-3B72CB451C22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C09  分支回接</a:t>
            </a:r>
          </a:p>
        </p:txBody>
      </p:sp>
      <p:grpSp>
        <p:nvGrpSpPr>
          <p:cNvPr id="47" name="分支回接"/>
          <p:cNvGrpSpPr/>
          <p:nvPr/>
        </p:nvGrpSpPr>
        <p:grpSpPr>
          <a:xfrm>
            <a:off x="6838950" y="3333750"/>
            <a:ext cx="4267200" cy="1809750"/>
            <a:chOff x="6838950" y="3333750"/>
            <a:chExt cx="4267200" cy="1809750"/>
          </a:xfrm>
        </p:grpSpPr>
        <p:sp>
          <p:nvSpPr>
            <p:cNvPr id="39" name="instance.C09.193.return.c-a.point0.2505">
              <a:extLst>
                <a:ext uri="{FF2B5EF4-FFF2-40B4-BE49-F238E27FC236}">
                  <a16:creationId id="{70E063EC-D0FA-4280-A918-2D55587A4EC0}"/>
                </a:ext>
              </a:extLst>
            </p:cNvPr>
            <p:cNvSpPr>
              <a:spLocks noGrp="1"/>
            </p:cNvSpPr>
            <p:nvPr/>
          </p:nvSpPr>
          <p:spPr>
            <a:xfrm>
              <a:off x="7276624" y="48953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36" name="instance.C09.193.main.a-b">
              <a:extLst>
                <a:ext uri="{FF2B5EF4-FFF2-40B4-BE49-F238E27FC236}">
                  <a16:creationId id="{69C86A16-008E-43AA-9BD4-6B982C5AEE55}"/>
                </a:ext>
              </a:extLst>
            </p:cNvPr>
            <p:cNvCxnSpPr>
              <a:stCxn id="32" idx="3"/>
              <a:endCxn id="33" idx="1"/>
            </p:cNvCxnSpPr>
            <p:nvPr/>
          </p:nvCxnSpPr>
          <p:spPr>
            <a:xfrm>
              <a:off x="7715250" y="3581400"/>
              <a:ext cx="8191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7" name="instance.C09.193.main.b-d">
              <a:extLst>
                <a:ext uri="{FF2B5EF4-FFF2-40B4-BE49-F238E27FC236}">
                  <a16:creationId id="{58D0B3C3-4B2A-470B-AAD0-11B75E5AD201}"/>
                </a:ext>
              </a:extLst>
            </p:cNvPr>
            <p:cNvCxnSpPr>
              <a:stCxn id="33" idx="3"/>
              <a:endCxn id="34" idx="1"/>
            </p:cNvCxnSpPr>
            <p:nvPr/>
          </p:nvCxnSpPr>
          <p:spPr>
            <a:xfrm>
              <a:off x="9410700" y="3581400"/>
              <a:ext cx="819150" cy="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38" name="instance.C09.193.branch.b-c">
              <a:extLst>
                <a:ext uri="{FF2B5EF4-FFF2-40B4-BE49-F238E27FC236}">
                  <a16:creationId id="{418F3882-2F08-415A-A763-4B143D28B925}"/>
                </a:ext>
              </a:extLst>
            </p:cNvPr>
            <p:cNvCxnSpPr>
              <a:stCxn id="33" idx="2"/>
              <a:endCxn id="35" idx="0"/>
            </p:cNvCxnSpPr>
            <p:nvPr/>
          </p:nvCxnSpPr>
          <p:spPr>
            <a:xfrm>
              <a:off x="8972550" y="3829050"/>
              <a:ext cx="0" cy="819150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cxnSp>
          <p:nvCxnSpPr>
            <p:cNvPr id="40" name="instance.C09.193.return.c-a.edge0">
              <a:extLst>
                <a:ext uri="{FF2B5EF4-FFF2-40B4-BE49-F238E27FC236}">
                  <a16:creationId id="{9C4A359B-DBDA-449F-9533-20B7F008855B}"/>
                </a:ext>
              </a:extLst>
            </p:cNvPr>
            <p:cNvCxnSpPr>
              <a:stCxn id="35" idx="1"/>
              <a:endCxn id="39" idx="3"/>
            </p:cNvCxnSpPr>
            <p:nvPr/>
          </p:nvCxnSpPr>
          <p:spPr>
            <a:xfrm flipH="1">
              <a:off x="7277577" y="4895850"/>
              <a:ext cx="1256823" cy="1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none" w="sm" len="sm"/>
            </a:ln>
          </p:spPr>
        </p:cxnSp>
        <p:cxnSp>
          <p:nvCxnSpPr>
            <p:cNvPr id="41" name="instance.C09.193.return.c-a.edge1">
              <a:extLst>
                <a:ext uri="{FF2B5EF4-FFF2-40B4-BE49-F238E27FC236}">
                  <a16:creationId id="{1E4D0C9C-3BC8-4DE4-8BBA-6E42A0DA9C65}"/>
                </a:ext>
              </a:extLst>
            </p:cNvPr>
            <p:cNvCxnSpPr>
              <a:stCxn id="39" idx="0"/>
              <a:endCxn id="32" idx="2"/>
            </p:cNvCxnSpPr>
            <p:nvPr/>
          </p:nvCxnSpPr>
          <p:spPr>
            <a:xfrm flipH="1" flipV="1">
              <a:off x="7277100" y="3829050"/>
              <a:ext cx="1" cy="1066324"/>
            </a:xfrm>
            <a:prstGeom prst="straightConnector1">
              <a:avLst/>
            </a:prstGeom>
            <a:ln w="16193">
              <a:solidFill>
                <a:srgbClr val="074A9B"/>
              </a:solidFill>
              <a:prstDash val="solid"/>
              <a:tailEnd type="triangle" w="sm" len="sm"/>
            </a:ln>
          </p:spPr>
        </p:cxnSp>
        <p:sp>
          <p:nvSpPr>
            <p:cNvPr id="32" name="instance.C09.193.a.2501">
              <a:extLst>
                <a:ext uri="{FF2B5EF4-FFF2-40B4-BE49-F238E27FC236}">
                  <a16:creationId id="{814FAFEA-EBAE-444C-AE06-AE861B0A75D1}"/>
                </a:ext>
              </a:extLst>
            </p:cNvPr>
            <p:cNvSpPr>
              <a:spLocks noGrp="1"/>
            </p:cNvSpPr>
            <p:nvPr/>
          </p:nvSpPr>
          <p:spPr>
            <a:xfrm>
              <a:off x="6838950" y="3333750"/>
              <a:ext cx="87630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33" name="instance.C09.193.b.2502">
              <a:extLst>
                <a:ext uri="{FF2B5EF4-FFF2-40B4-BE49-F238E27FC236}">
                  <a16:creationId id="{AC809CBC-7914-416D-AE08-D683A89B21E3}"/>
                </a:ext>
              </a:extLst>
            </p:cNvPr>
            <p:cNvSpPr>
              <a:spLocks noGrp="1"/>
            </p:cNvSpPr>
            <p:nvPr/>
          </p:nvSpPr>
          <p:spPr>
            <a:xfrm>
              <a:off x="8534400" y="3333750"/>
              <a:ext cx="87630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34" name="instance.C09.193.d.2503">
              <a:extLst>
                <a:ext uri="{FF2B5EF4-FFF2-40B4-BE49-F238E27FC236}">
                  <a16:creationId id="{1CC8748F-DECD-49D8-9C68-2C68541A92F4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3333750"/>
              <a:ext cx="87630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  <p:sp>
          <p:nvSpPr>
            <p:cNvPr id="35" name="instance.C09.193.c.2504">
              <a:extLst>
                <a:ext uri="{FF2B5EF4-FFF2-40B4-BE49-F238E27FC236}">
                  <a16:creationId id="{DAF2418F-2D6A-44EB-95CC-0FD871A4CD4C}"/>
                </a:ext>
              </a:extLst>
            </p:cNvPr>
            <p:cNvSpPr>
              <a:spLocks noGrp="1"/>
            </p:cNvSpPr>
            <p:nvPr/>
          </p:nvSpPr>
          <p:spPr>
            <a:xfrm>
              <a:off x="8534400" y="4648200"/>
              <a:ext cx="876300" cy="495300"/>
            </a:xfrm>
            <a:prstGeom prst="rect">
              <a:avLst/>
            </a:prstGeom>
            <a:solidFill>
              <a:srgbClr val="F2F7FB"/>
            </a:solidFill>
            <a:ln w="12383">
              <a:solidFill>
                <a:srgbClr val="A6B4C0"/>
              </a:solidFill>
              <a:prstDash val="solid"/>
            </a:ln>
          </p:spPr>
          <p:txBody>
            <a:bodyPr wrap="square" lIns="28575" tIns="28575" rIns="28575" bIns="28575" anchor="ctr">
              <a:noAutofit/>
            </a:bodyPr>
            <a:lstStyle>
              <a:def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</p:grpSp>
      <p:sp>
        <p:nvSpPr>
          <p:cNvPr id="42" name="gallery.bypass-branch-return.note.2506">
            <a:extLst>
              <a:ext uri="{FF2B5EF4-FFF2-40B4-BE49-F238E27FC236}">
                <a16:creationId id="{CC551847-E33B-467F-BE31-A46AB7B774A1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下支路C回接主路起点A</a:t>
            </a:r>
          </a:p>
        </p:txBody>
      </p:sp>
      <p:sp>
        <p:nvSpPr>
          <p:cNvPr id="48" name="navigation.rule.2775">
            <a:extLst>
              <a:ext uri="{FF2B5EF4-FFF2-40B4-BE49-F238E27FC236}">
                <a16:creationId id="{723E4941-0CEB-4F16-9B39-10AF119F6429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49" name="navigation.section.2776">
            <a:extLst>
              <a:ext uri="{FF2B5EF4-FFF2-40B4-BE49-F238E27FC236}">
                <a16:creationId id="{B2F0DFC1-1C0B-4097-8BA1-D4C67835FCD4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第8节　连接补充与层间连接</a:t>
            </a:r>
          </a:p>
        </p:txBody>
      </p:sp>
      <p:sp>
        <p:nvSpPr>
          <p:cNvPr id="50" name="navigation.page.2777">
            <a:extLst>
              <a:ext uri="{FF2B5EF4-FFF2-40B4-BE49-F238E27FC236}">
                <a16:creationId id="{505DB8D5-197E-474C-B242-19959A24A91C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51 / 53</a:t>
            </a:r>
          </a:p>
        </p:txBody>
      </p:sp>
    </p:spTree>
    <p:extLst>
      <p:ext uri="{BB962C8B-B14F-4D97-AF65-F5344CB8AC3E}">
        <p14:creationId val="1675443629"/>
      </p:ext>
    </p:extLst>
  </p:cSld>
</p:sld>
</file>

<file path=ppt/slides/slide5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81" name="8.5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80" name="header.accent.2507">
              <a:extLst>
                <a:ext uri="{FF2B5EF4-FFF2-40B4-BE49-F238E27FC236}">
                  <a16:creationId id="{F814DCD4-381C-4682-8878-D7B560BDEC83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508">
              <a:extLst>
                <a:ext uri="{FF2B5EF4-FFF2-40B4-BE49-F238E27FC236}">
                  <a16:creationId id="{452E6BC0-39E5-429F-A42F-B5FBC823A39F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8.5</a:t>
              </a:r>
            </a:p>
          </p:txBody>
        </p:sp>
        <p:sp>
          <p:nvSpPr>
            <p:cNvPr id="3" name="header.gradient.2509">
              <a:extLst>
                <a:ext uri="{FF2B5EF4-FFF2-40B4-BE49-F238E27FC236}">
                  <a16:creationId id="{60C49ADD-887E-4ACC-BABF-9BD40FAF6D0F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510">
              <a:extLst>
                <a:ext uri="{FF2B5EF4-FFF2-40B4-BE49-F238E27FC236}">
                  <a16:creationId id="{DE0555C9-65A4-4CFA-A3AE-CA652F7502FB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稀疏与分组层间连接</a:t>
              </a:r>
            </a:p>
          </p:txBody>
        </p:sp>
        <p:sp>
          <p:nvSpPr>
            <p:cNvPr id="5" name="header.library.2511">
              <a:extLst>
                <a:ext uri="{FF2B5EF4-FFF2-40B4-BE49-F238E27FC236}">
                  <a16:creationId id="{00CCDA63-B2AB-462D-820C-8E492CD4174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82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512">
              <a:extLst>
                <a:ext uri="{FF2B5EF4-FFF2-40B4-BE49-F238E27FC236}">
                  <a16:creationId id="{40EBF7A8-C0A0-4F21-B43B-3B52115C2EB9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513">
              <a:extLst>
                <a:ext uri="{FF2B5EF4-FFF2-40B4-BE49-F238E27FC236}">
                  <a16:creationId id="{9CDD3E3E-452D-4C93-BA17-ECAC9635C269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514">
              <a:extLst>
                <a:ext uri="{FF2B5EF4-FFF2-40B4-BE49-F238E27FC236}">
                  <a16:creationId id="{6B623907-3420-45EA-8522-830212E8A596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515">
              <a:extLst>
                <a:ext uri="{FF2B5EF4-FFF2-40B4-BE49-F238E27FC236}">
                  <a16:creationId id="{82F11847-C8A6-478F-A914-5939E163520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稀疏连接只保留部分邻域关系，分组连接限定各组的连接范围。</a:t>
              </a:r>
            </a:p>
          </p:txBody>
        </p:sp>
      </p:grpSp>
      <p:sp>
        <p:nvSpPr>
          <p:cNvPr id="10" name="gallery.layers-sparse.frame.2516">
            <a:extLst>
              <a:ext uri="{FF2B5EF4-FFF2-40B4-BE49-F238E27FC236}">
                <a16:creationId id="{CE8E2F8C-F748-47CE-8CB7-C1FCB0F0F799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ayers-sparse.heading.2517">
            <a:extLst>
              <a:ext uri="{FF2B5EF4-FFF2-40B4-BE49-F238E27FC236}">
                <a16:creationId id="{9FA430E6-1B0F-435B-A93C-75A733E10C0D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C22  稀疏邻域连接</a:t>
            </a:r>
          </a:p>
        </p:txBody>
      </p:sp>
      <p:grpSp>
        <p:nvGrpSpPr>
          <p:cNvPr id="83" name="稀疏邻域连接"/>
          <p:cNvGrpSpPr/>
          <p:nvPr/>
        </p:nvGrpSpPr>
        <p:grpSpPr>
          <a:xfrm>
            <a:off x="838200" y="3000375"/>
            <a:ext cx="4762500" cy="2600325"/>
            <a:chOff x="838200" y="3000375"/>
            <a:chExt cx="4762500" cy="2600325"/>
          </a:xfrm>
        </p:grpSpPr>
        <p:cxnSp>
          <p:nvCxnSpPr>
            <p:cNvPr id="27" name="instance.C22.194.adjacent0.r0.to0">
              <a:extLst>
                <a:ext uri="{FF2B5EF4-FFF2-40B4-BE49-F238E27FC236}">
                  <a16:creationId id="{89447023-262E-4997-A68C-F99A7A1FF23B}"/>
                </a:ext>
              </a:extLst>
            </p:cNvPr>
            <p:cNvCxnSpPr>
              <a:stCxn id="12" idx="6"/>
              <a:endCxn id="17" idx="2"/>
            </p:cNvCxnSpPr>
            <p:nvPr/>
          </p:nvCxnSpPr>
          <p:spPr>
            <a:xfrm>
              <a:off x="1514475" y="31242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28" name="instance.C22.194.adjacent0.r0.to1">
              <a:extLst>
                <a:ext uri="{FF2B5EF4-FFF2-40B4-BE49-F238E27FC236}">
                  <a16:creationId id="{00FF6772-3C56-4E2E-A450-9284BE52AB48}"/>
                </a:ext>
              </a:extLst>
            </p:cNvPr>
            <p:cNvCxnSpPr>
              <a:stCxn id="12" idx="6"/>
              <a:endCxn id="18" idx="2"/>
            </p:cNvCxnSpPr>
            <p:nvPr/>
          </p:nvCxnSpPr>
          <p:spPr>
            <a:xfrm>
              <a:off x="1514475" y="312420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29" name="instance.C22.194.adjacent0.r1.to1">
              <a:extLst>
                <a:ext uri="{FF2B5EF4-FFF2-40B4-BE49-F238E27FC236}">
                  <a16:creationId id="{9C5D4232-D5ED-4104-A9B5-CF6A344ED032}"/>
                </a:ext>
              </a:extLst>
            </p:cNvPr>
            <p:cNvCxnSpPr>
              <a:stCxn id="13" idx="6"/>
              <a:endCxn id="18" idx="2"/>
            </p:cNvCxnSpPr>
            <p:nvPr/>
          </p:nvCxnSpPr>
          <p:spPr>
            <a:xfrm>
              <a:off x="1514475" y="37338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0" name="instance.C22.194.adjacent0.r1.to2">
              <a:extLst>
                <a:ext uri="{FF2B5EF4-FFF2-40B4-BE49-F238E27FC236}">
                  <a16:creationId id="{F406553A-CFFF-4817-8B74-F19324EEC389}"/>
                </a:ext>
              </a:extLst>
            </p:cNvPr>
            <p:cNvCxnSpPr>
              <a:stCxn id="13" idx="6"/>
              <a:endCxn id="19" idx="2"/>
            </p:cNvCxnSpPr>
            <p:nvPr/>
          </p:nvCxnSpPr>
          <p:spPr>
            <a:xfrm>
              <a:off x="1514475" y="3733800"/>
              <a:ext cx="1581150" cy="62865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1" name="instance.C22.194.adjacent0.r2.to2">
              <a:extLst>
                <a:ext uri="{FF2B5EF4-FFF2-40B4-BE49-F238E27FC236}">
                  <a16:creationId id="{5E652C1A-C5D7-461A-8D40-24793E1C5E60}"/>
                </a:ext>
              </a:extLst>
            </p:cNvPr>
            <p:cNvCxnSpPr>
              <a:stCxn id="14" idx="6"/>
              <a:endCxn id="19" idx="2"/>
            </p:cNvCxnSpPr>
            <p:nvPr/>
          </p:nvCxnSpPr>
          <p:spPr>
            <a:xfrm>
              <a:off x="1514475" y="43624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2" name="instance.C22.194.adjacent0.r2.to3">
              <a:extLst>
                <a:ext uri="{FF2B5EF4-FFF2-40B4-BE49-F238E27FC236}">
                  <a16:creationId id="{A6EA90BF-AF5F-440F-83B2-E28DE78F7319}"/>
                </a:ext>
              </a:extLst>
            </p:cNvPr>
            <p:cNvCxnSpPr>
              <a:stCxn id="14" idx="6"/>
              <a:endCxn id="20" idx="2"/>
            </p:cNvCxnSpPr>
            <p:nvPr/>
          </p:nvCxnSpPr>
          <p:spPr>
            <a:xfrm>
              <a:off x="15144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3" name="instance.C22.194.adjacent0.r3.to3">
              <a:extLst>
                <a:ext uri="{FF2B5EF4-FFF2-40B4-BE49-F238E27FC236}">
                  <a16:creationId id="{62BEDCB6-66FC-4AAC-AB4E-90989A123CEC}"/>
                </a:ext>
              </a:extLst>
            </p:cNvPr>
            <p:cNvCxnSpPr>
              <a:stCxn id="15" idx="6"/>
              <a:endCxn id="20" idx="2"/>
            </p:cNvCxnSpPr>
            <p:nvPr/>
          </p:nvCxnSpPr>
          <p:spPr>
            <a:xfrm>
              <a:off x="1514475" y="49720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4" name="instance.C22.194.adjacent0.r3.to2">
              <a:extLst>
                <a:ext uri="{FF2B5EF4-FFF2-40B4-BE49-F238E27FC236}">
                  <a16:creationId id="{9AE8F4CC-B609-4ACA-A315-8376C212A549}"/>
                </a:ext>
              </a:extLst>
            </p:cNvPr>
            <p:cNvCxnSpPr>
              <a:stCxn id="15" idx="6"/>
              <a:endCxn id="19" idx="2"/>
            </p:cNvCxnSpPr>
            <p:nvPr/>
          </p:nvCxnSpPr>
          <p:spPr>
            <a:xfrm flipV="1">
              <a:off x="15144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5" name="instance.C22.194.adjacent1.r0.to0">
              <a:extLst>
                <a:ext uri="{FF2B5EF4-FFF2-40B4-BE49-F238E27FC236}">
                  <a16:creationId id="{FD20D4F5-A6D0-4D68-A591-D0250DADD2AC}"/>
                </a:ext>
              </a:extLst>
            </p:cNvPr>
            <p:cNvCxnSpPr>
              <a:stCxn id="17" idx="6"/>
              <a:endCxn id="22" idx="2"/>
            </p:cNvCxnSpPr>
            <p:nvPr/>
          </p:nvCxnSpPr>
          <p:spPr>
            <a:xfrm>
              <a:off x="3343275" y="31242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6" name="instance.C22.194.adjacent1.r0.to1">
              <a:extLst>
                <a:ext uri="{FF2B5EF4-FFF2-40B4-BE49-F238E27FC236}">
                  <a16:creationId id="{247F26EB-A56B-4493-850F-E37CE2F74487}"/>
                </a:ext>
              </a:extLst>
            </p:cNvPr>
            <p:cNvCxnSpPr>
              <a:stCxn id="17" idx="6"/>
              <a:endCxn id="23" idx="2"/>
            </p:cNvCxnSpPr>
            <p:nvPr/>
          </p:nvCxnSpPr>
          <p:spPr>
            <a:xfrm>
              <a:off x="3343275" y="312420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7" name="instance.C22.194.adjacent1.r1.to1">
              <a:extLst>
                <a:ext uri="{FF2B5EF4-FFF2-40B4-BE49-F238E27FC236}">
                  <a16:creationId id="{3E3E7E12-DECA-4A91-9F41-F664FA401AC0}"/>
                </a:ext>
              </a:extLst>
            </p:cNvPr>
            <p:cNvCxnSpPr>
              <a:stCxn id="18" idx="6"/>
              <a:endCxn id="23" idx="2"/>
            </p:cNvCxnSpPr>
            <p:nvPr/>
          </p:nvCxnSpPr>
          <p:spPr>
            <a:xfrm>
              <a:off x="3343275" y="37338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8" name="instance.C22.194.adjacent1.r1.to2">
              <a:extLst>
                <a:ext uri="{FF2B5EF4-FFF2-40B4-BE49-F238E27FC236}">
                  <a16:creationId id="{6B2B90DE-195F-44C9-B72D-470E7A730DF2}"/>
                </a:ext>
              </a:extLst>
            </p:cNvPr>
            <p:cNvCxnSpPr>
              <a:stCxn id="18" idx="6"/>
              <a:endCxn id="24" idx="2"/>
            </p:cNvCxnSpPr>
            <p:nvPr/>
          </p:nvCxnSpPr>
          <p:spPr>
            <a:xfrm>
              <a:off x="3343275" y="3733800"/>
              <a:ext cx="1581150" cy="62865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39" name="instance.C22.194.adjacent1.r2.to2">
              <a:extLst>
                <a:ext uri="{FF2B5EF4-FFF2-40B4-BE49-F238E27FC236}">
                  <a16:creationId id="{C263D239-B020-4D55-A349-D10B09724221}"/>
                </a:ext>
              </a:extLst>
            </p:cNvPr>
            <p:cNvCxnSpPr>
              <a:stCxn id="19" idx="6"/>
              <a:endCxn id="24" idx="2"/>
            </p:cNvCxnSpPr>
            <p:nvPr/>
          </p:nvCxnSpPr>
          <p:spPr>
            <a:xfrm>
              <a:off x="3343275" y="43624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40" name="instance.C22.194.adjacent1.r2.to3">
              <a:extLst>
                <a:ext uri="{FF2B5EF4-FFF2-40B4-BE49-F238E27FC236}">
                  <a16:creationId id="{0BEAC5A0-C6DB-479F-B33C-B4F57ACEB229}"/>
                </a:ext>
              </a:extLst>
            </p:cNvPr>
            <p:cNvCxnSpPr>
              <a:stCxn id="19" idx="6"/>
              <a:endCxn id="25" idx="2"/>
            </p:cNvCxnSpPr>
            <p:nvPr/>
          </p:nvCxnSpPr>
          <p:spPr>
            <a:xfrm>
              <a:off x="33432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41" name="instance.C22.194.adjacent1.r3.to3">
              <a:extLst>
                <a:ext uri="{FF2B5EF4-FFF2-40B4-BE49-F238E27FC236}">
                  <a16:creationId id="{73CBB6CD-D25E-4BC6-A4F8-198EC06D58AC}"/>
                </a:ext>
              </a:extLst>
            </p:cNvPr>
            <p:cNvCxnSpPr>
              <a:stCxn id="20" idx="6"/>
              <a:endCxn id="25" idx="2"/>
            </p:cNvCxnSpPr>
            <p:nvPr/>
          </p:nvCxnSpPr>
          <p:spPr>
            <a:xfrm>
              <a:off x="3343275" y="49720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42" name="instance.C22.194.adjacent1.r3.to2">
              <a:extLst>
                <a:ext uri="{FF2B5EF4-FFF2-40B4-BE49-F238E27FC236}">
                  <a16:creationId id="{C6DB6135-9628-45EB-82D0-FDFED426CC97}"/>
                </a:ext>
              </a:extLst>
            </p:cNvPr>
            <p:cNvCxnSpPr>
              <a:stCxn id="20" idx="6"/>
              <a:endCxn id="24" idx="2"/>
            </p:cNvCxnSpPr>
            <p:nvPr/>
          </p:nvCxnSpPr>
          <p:spPr>
            <a:xfrm flipV="1">
              <a:off x="33432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sp>
          <p:nvSpPr>
            <p:cNvPr id="12" name="instance.C22.194.layer0.node0.2518">
              <a:extLst>
                <a:ext uri="{FF2B5EF4-FFF2-40B4-BE49-F238E27FC236}">
                  <a16:creationId id="{4DFF98C0-E542-4087-938E-D3DFEFD17F7F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" y="30003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3" name="instance.C22.194.layer0.node1.2519">
              <a:extLst>
                <a:ext uri="{FF2B5EF4-FFF2-40B4-BE49-F238E27FC236}">
                  <a16:creationId id="{0A8EFEB3-62E1-49A7-9C0C-F3741DC141DA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" y="36099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4" name="instance.C22.194.layer0.node2.2520">
              <a:extLst>
                <a:ext uri="{FF2B5EF4-FFF2-40B4-BE49-F238E27FC236}">
                  <a16:creationId id="{4CC8A3E8-B50E-4CE0-8104-7C1D47D7D219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" y="42386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5" name="instance.C22.194.layer0.node3.2521">
              <a:extLst>
                <a:ext uri="{FF2B5EF4-FFF2-40B4-BE49-F238E27FC236}">
                  <a16:creationId id="{DAF6F932-91B6-4EC5-8278-831A6F4A62B6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" y="48482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7" name="instance.C22.194.layer1.node0.2523">
              <a:extLst>
                <a:ext uri="{FF2B5EF4-FFF2-40B4-BE49-F238E27FC236}">
                  <a16:creationId id="{ACE5BAC1-755A-4B03-BAD1-0E67B8DE1316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30003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8" name="instance.C22.194.layer1.node1.2524">
              <a:extLst>
                <a:ext uri="{FF2B5EF4-FFF2-40B4-BE49-F238E27FC236}">
                  <a16:creationId id="{55388FA4-0A80-476D-B271-A26CA6760262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36099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9" name="instance.C22.194.layer1.node2.2525">
              <a:extLst>
                <a:ext uri="{FF2B5EF4-FFF2-40B4-BE49-F238E27FC236}">
                  <a16:creationId id="{5D2F1169-FC50-445E-B739-8410C207F27C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42386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0" name="instance.C22.194.layer1.node3.2526">
              <a:extLst>
                <a:ext uri="{FF2B5EF4-FFF2-40B4-BE49-F238E27FC236}">
                  <a16:creationId id="{69726016-E198-4E2E-9638-AA07D90AB234}"/>
                </a:ext>
              </a:extLst>
            </p:cNvPr>
            <p:cNvSpPr>
              <a:spLocks noGrp="1"/>
            </p:cNvSpPr>
            <p:nvPr/>
          </p:nvSpPr>
          <p:spPr>
            <a:xfrm>
              <a:off x="3095625" y="48482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2" name="instance.C22.194.layer2.node0.2528">
              <a:extLst>
                <a:ext uri="{FF2B5EF4-FFF2-40B4-BE49-F238E27FC236}">
                  <a16:creationId id="{39FE0B82-FC95-48F5-87D1-4ABC5E234B82}"/>
                </a:ext>
              </a:extLst>
            </p:cNvPr>
            <p:cNvSpPr>
              <a:spLocks noGrp="1"/>
            </p:cNvSpPr>
            <p:nvPr/>
          </p:nvSpPr>
          <p:spPr>
            <a:xfrm>
              <a:off x="4924425" y="30003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3" name="instance.C22.194.layer2.node1.2529">
              <a:extLst>
                <a:ext uri="{FF2B5EF4-FFF2-40B4-BE49-F238E27FC236}">
                  <a16:creationId id="{FCC60097-E5FF-4E70-9F11-69B06DF24E9A}"/>
                </a:ext>
              </a:extLst>
            </p:cNvPr>
            <p:cNvSpPr>
              <a:spLocks noGrp="1"/>
            </p:cNvSpPr>
            <p:nvPr/>
          </p:nvSpPr>
          <p:spPr>
            <a:xfrm>
              <a:off x="4924425" y="36099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4" name="instance.C22.194.layer2.node2.2530">
              <a:extLst>
                <a:ext uri="{FF2B5EF4-FFF2-40B4-BE49-F238E27FC236}">
                  <a16:creationId id="{27C8FD4A-7129-4F0C-A005-D2AA8789D4DB}"/>
                </a:ext>
              </a:extLst>
            </p:cNvPr>
            <p:cNvSpPr>
              <a:spLocks noGrp="1"/>
            </p:cNvSpPr>
            <p:nvPr/>
          </p:nvSpPr>
          <p:spPr>
            <a:xfrm>
              <a:off x="4924425" y="42386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5" name="instance.C22.194.layer2.node3.2531">
              <a:extLst>
                <a:ext uri="{FF2B5EF4-FFF2-40B4-BE49-F238E27FC236}">
                  <a16:creationId id="{E295E270-C940-4784-BEE4-B12475F1FFD9}"/>
                </a:ext>
              </a:extLst>
            </p:cNvPr>
            <p:cNvSpPr>
              <a:spLocks noGrp="1"/>
            </p:cNvSpPr>
            <p:nvPr/>
          </p:nvSpPr>
          <p:spPr>
            <a:xfrm>
              <a:off x="4924425" y="48482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6" name="instance.C22.194.layer0.title.2522">
              <a:extLst>
                <a:ext uri="{FF2B5EF4-FFF2-40B4-BE49-F238E27FC236}">
                  <a16:creationId id="{01BA3DFA-E972-416C-8708-C40BCEE4CB8E}"/>
                </a:ext>
              </a:extLst>
            </p:cNvPr>
            <p:cNvSpPr>
              <a:spLocks noGrp="1"/>
            </p:cNvSpPr>
            <p:nvPr/>
          </p:nvSpPr>
          <p:spPr>
            <a:xfrm>
              <a:off x="8382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1</a:t>
              </a:r>
            </a:p>
          </p:txBody>
        </p:sp>
        <p:sp>
          <p:nvSpPr>
            <p:cNvPr id="21" name="instance.C22.194.layer1.title.2527">
              <a:extLst>
                <a:ext uri="{FF2B5EF4-FFF2-40B4-BE49-F238E27FC236}">
                  <a16:creationId id="{CF0952C7-873F-453C-B1E2-B0AD57CD7895}"/>
                </a:ext>
              </a:extLst>
            </p:cNvPr>
            <p:cNvSpPr>
              <a:spLocks noGrp="1"/>
            </p:cNvSpPr>
            <p:nvPr/>
          </p:nvSpPr>
          <p:spPr>
            <a:xfrm>
              <a:off x="26670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2</a:t>
              </a:r>
            </a:p>
          </p:txBody>
        </p:sp>
        <p:sp>
          <p:nvSpPr>
            <p:cNvPr id="26" name="instance.C22.194.layer2.title.2532">
              <a:extLst>
                <a:ext uri="{FF2B5EF4-FFF2-40B4-BE49-F238E27FC236}">
                  <a16:creationId id="{38711499-804F-4960-8946-17A02BD0D2FE}"/>
                </a:ext>
              </a:extLst>
            </p:cNvPr>
            <p:cNvSpPr>
              <a:spLocks noGrp="1"/>
            </p:cNvSpPr>
            <p:nvPr/>
          </p:nvSpPr>
          <p:spPr>
            <a:xfrm>
              <a:off x="44958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3</a:t>
              </a:r>
            </a:p>
          </p:txBody>
        </p:sp>
      </p:grpSp>
      <p:sp>
        <p:nvSpPr>
          <p:cNvPr id="43" name="gallery.layers-sparse.note.2533">
            <a:extLst>
              <a:ext uri="{FF2B5EF4-FFF2-40B4-BE49-F238E27FC236}">
                <a16:creationId id="{BF28AF6E-4A53-45A5-8EB4-1A09B94D23B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仅连接下一层的同位与相邻节点</a:t>
            </a:r>
          </a:p>
        </p:txBody>
      </p:sp>
      <p:sp>
        <p:nvSpPr>
          <p:cNvPr id="44" name="gallery.layers-grouped.frame.2534">
            <a:extLst>
              <a:ext uri="{FF2B5EF4-FFF2-40B4-BE49-F238E27FC236}">
                <a16:creationId id="{9F9DEF9B-975D-4054-AD6F-BB6D3B6269B1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45" name="gallery.layers-grouped.heading.2535">
            <a:extLst>
              <a:ext uri="{FF2B5EF4-FFF2-40B4-BE49-F238E27FC236}">
                <a16:creationId id="{4D3ED91F-7F21-4CC3-9406-890365DA74BA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C22  分组层间连接</a:t>
            </a:r>
          </a:p>
        </p:txBody>
      </p:sp>
      <p:grpSp>
        <p:nvGrpSpPr>
          <p:cNvPr id="84" name="分组层间连接"/>
          <p:cNvGrpSpPr/>
          <p:nvPr/>
        </p:nvGrpSpPr>
        <p:grpSpPr>
          <a:xfrm>
            <a:off x="6591300" y="2838450"/>
            <a:ext cx="4762500" cy="2762250"/>
            <a:chOff x="6591300" y="2838450"/>
            <a:chExt cx="4762500" cy="2762250"/>
          </a:xfrm>
        </p:grpSpPr>
        <p:sp>
          <p:nvSpPr>
            <p:cNvPr id="46" name="instance.C22.195.group0.boundary.2536">
              <a:extLst>
                <a:ext uri="{FF2B5EF4-FFF2-40B4-BE49-F238E27FC236}">
                  <a16:creationId id="{C3F6D6DA-90E2-484D-BBCE-7EAE218C462A}"/>
                </a:ext>
              </a:extLst>
            </p:cNvPr>
            <p:cNvSpPr>
              <a:spLocks noGrp="1"/>
            </p:cNvSpPr>
            <p:nvPr/>
          </p:nvSpPr>
          <p:spPr>
            <a:xfrm>
              <a:off x="6810375" y="2838450"/>
              <a:ext cx="4324350" cy="1162050"/>
            </a:xfrm>
            <a:prstGeom prst="rect">
              <a:avLst/>
            </a:prstGeom>
            <a:noFill/>
            <a:ln w="8096">
              <a:solidFill>
                <a:srgbClr val="A6B4C0"/>
              </a:solidFill>
              <a:prstDash val="dash"/>
            </a:ln>
          </p:spPr>
        </p:sp>
        <p:sp>
          <p:nvSpPr>
            <p:cNvPr id="47" name="instance.C22.195.group1.boundary.2537">
              <a:extLst>
                <a:ext uri="{FF2B5EF4-FFF2-40B4-BE49-F238E27FC236}">
                  <a16:creationId id="{F2169688-64E6-45B2-9207-A6B2731104F3}"/>
                </a:ext>
              </a:extLst>
            </p:cNvPr>
            <p:cNvSpPr>
              <a:spLocks noGrp="1"/>
            </p:cNvSpPr>
            <p:nvPr/>
          </p:nvSpPr>
          <p:spPr>
            <a:xfrm>
              <a:off x="6810375" y="4133850"/>
              <a:ext cx="4324350" cy="1162050"/>
            </a:xfrm>
            <a:prstGeom prst="rect">
              <a:avLst/>
            </a:prstGeom>
            <a:noFill/>
            <a:ln w="8096">
              <a:solidFill>
                <a:srgbClr val="A6B4C0"/>
              </a:solidFill>
              <a:prstDash val="dash"/>
            </a:ln>
          </p:spPr>
        </p:sp>
        <p:cxnSp>
          <p:nvCxnSpPr>
            <p:cNvPr id="63" name="instance.C22.195.adjacent0.r0.to0">
              <a:extLst>
                <a:ext uri="{FF2B5EF4-FFF2-40B4-BE49-F238E27FC236}">
                  <a16:creationId id="{B93BC6B5-63B1-43E7-9661-3A2D410D3A31}"/>
                </a:ext>
              </a:extLst>
            </p:cNvPr>
            <p:cNvCxnSpPr>
              <a:stCxn id="48" idx="6"/>
              <a:endCxn id="53" idx="2"/>
            </p:cNvCxnSpPr>
            <p:nvPr/>
          </p:nvCxnSpPr>
          <p:spPr>
            <a:xfrm>
              <a:off x="7267575" y="31242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64" name="instance.C22.195.adjacent0.r0.to1">
              <a:extLst>
                <a:ext uri="{FF2B5EF4-FFF2-40B4-BE49-F238E27FC236}">
                  <a16:creationId id="{44BBBEF2-E0ED-4054-B34B-54D6B8F3DDA5}"/>
                </a:ext>
              </a:extLst>
            </p:cNvPr>
            <p:cNvCxnSpPr>
              <a:stCxn id="48" idx="6"/>
              <a:endCxn id="54" idx="2"/>
            </p:cNvCxnSpPr>
            <p:nvPr/>
          </p:nvCxnSpPr>
          <p:spPr>
            <a:xfrm>
              <a:off x="7267575" y="312420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65" name="instance.C22.195.adjacent0.r1.to0">
              <a:extLst>
                <a:ext uri="{FF2B5EF4-FFF2-40B4-BE49-F238E27FC236}">
                  <a16:creationId id="{09AB6968-0944-48F3-96EF-B3B416A56818}"/>
                </a:ext>
              </a:extLst>
            </p:cNvPr>
            <p:cNvCxnSpPr>
              <a:stCxn id="49" idx="6"/>
              <a:endCxn id="53" idx="2"/>
            </p:cNvCxnSpPr>
            <p:nvPr/>
          </p:nvCxnSpPr>
          <p:spPr>
            <a:xfrm flipV="1">
              <a:off x="7267575" y="312420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66" name="instance.C22.195.adjacent0.r1.to1">
              <a:extLst>
                <a:ext uri="{FF2B5EF4-FFF2-40B4-BE49-F238E27FC236}">
                  <a16:creationId id="{D86FA19D-31C7-411C-9D76-04D325096963}"/>
                </a:ext>
              </a:extLst>
            </p:cNvPr>
            <p:cNvCxnSpPr>
              <a:stCxn id="49" idx="6"/>
              <a:endCxn id="54" idx="2"/>
            </p:cNvCxnSpPr>
            <p:nvPr/>
          </p:nvCxnSpPr>
          <p:spPr>
            <a:xfrm>
              <a:off x="7267575" y="37338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67" name="instance.C22.195.adjacent0.r2.to2">
              <a:extLst>
                <a:ext uri="{FF2B5EF4-FFF2-40B4-BE49-F238E27FC236}">
                  <a16:creationId id="{AFB6F439-1F6A-40F3-B292-982EF83A69F3}"/>
                </a:ext>
              </a:extLst>
            </p:cNvPr>
            <p:cNvCxnSpPr>
              <a:stCxn id="50" idx="6"/>
              <a:endCxn id="55" idx="2"/>
            </p:cNvCxnSpPr>
            <p:nvPr/>
          </p:nvCxnSpPr>
          <p:spPr>
            <a:xfrm>
              <a:off x="7267575" y="43624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68" name="instance.C22.195.adjacent0.r2.to3">
              <a:extLst>
                <a:ext uri="{FF2B5EF4-FFF2-40B4-BE49-F238E27FC236}">
                  <a16:creationId id="{C8B0F75B-CA79-41EF-9719-4EE5791FAA2B}"/>
                </a:ext>
              </a:extLst>
            </p:cNvPr>
            <p:cNvCxnSpPr>
              <a:stCxn id="50" idx="6"/>
              <a:endCxn id="56" idx="2"/>
            </p:cNvCxnSpPr>
            <p:nvPr/>
          </p:nvCxnSpPr>
          <p:spPr>
            <a:xfrm>
              <a:off x="72675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69" name="instance.C22.195.adjacent0.r3.to2">
              <a:extLst>
                <a:ext uri="{FF2B5EF4-FFF2-40B4-BE49-F238E27FC236}">
                  <a16:creationId id="{C70067C6-5027-4AE8-AC20-88283E607204}"/>
                </a:ext>
              </a:extLst>
            </p:cNvPr>
            <p:cNvCxnSpPr>
              <a:stCxn id="51" idx="6"/>
              <a:endCxn id="55" idx="2"/>
            </p:cNvCxnSpPr>
            <p:nvPr/>
          </p:nvCxnSpPr>
          <p:spPr>
            <a:xfrm flipV="1">
              <a:off x="72675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0" name="instance.C22.195.adjacent0.r3.to3">
              <a:extLst>
                <a:ext uri="{FF2B5EF4-FFF2-40B4-BE49-F238E27FC236}">
                  <a16:creationId id="{7A6C14C0-5EA2-4E0A-B639-D8B3DB1CAFC3}"/>
                </a:ext>
              </a:extLst>
            </p:cNvPr>
            <p:cNvCxnSpPr>
              <a:stCxn id="51" idx="6"/>
              <a:endCxn id="56" idx="2"/>
            </p:cNvCxnSpPr>
            <p:nvPr/>
          </p:nvCxnSpPr>
          <p:spPr>
            <a:xfrm>
              <a:off x="7267575" y="49720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1" name="instance.C22.195.adjacent1.r0.to0">
              <a:extLst>
                <a:ext uri="{FF2B5EF4-FFF2-40B4-BE49-F238E27FC236}">
                  <a16:creationId id="{9B1BDA9F-033A-453D-B262-09899E9072E7}"/>
                </a:ext>
              </a:extLst>
            </p:cNvPr>
            <p:cNvCxnSpPr>
              <a:stCxn id="53" idx="6"/>
              <a:endCxn id="58" idx="2"/>
            </p:cNvCxnSpPr>
            <p:nvPr/>
          </p:nvCxnSpPr>
          <p:spPr>
            <a:xfrm>
              <a:off x="9096375" y="31242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2" name="instance.C22.195.adjacent1.r0.to1">
              <a:extLst>
                <a:ext uri="{FF2B5EF4-FFF2-40B4-BE49-F238E27FC236}">
                  <a16:creationId id="{CFF09F58-E239-4056-9270-54B93A866B8D}"/>
                </a:ext>
              </a:extLst>
            </p:cNvPr>
            <p:cNvCxnSpPr>
              <a:stCxn id="53" idx="6"/>
              <a:endCxn id="59" idx="2"/>
            </p:cNvCxnSpPr>
            <p:nvPr/>
          </p:nvCxnSpPr>
          <p:spPr>
            <a:xfrm>
              <a:off x="9096375" y="312420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3" name="instance.C22.195.adjacent1.r1.to0">
              <a:extLst>
                <a:ext uri="{FF2B5EF4-FFF2-40B4-BE49-F238E27FC236}">
                  <a16:creationId id="{4887F8E7-9114-4090-91FE-16629DFF0259}"/>
                </a:ext>
              </a:extLst>
            </p:cNvPr>
            <p:cNvCxnSpPr>
              <a:stCxn id="54" idx="6"/>
              <a:endCxn id="58" idx="2"/>
            </p:cNvCxnSpPr>
            <p:nvPr/>
          </p:nvCxnSpPr>
          <p:spPr>
            <a:xfrm flipV="1">
              <a:off x="9096375" y="312420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4" name="instance.C22.195.adjacent1.r1.to1">
              <a:extLst>
                <a:ext uri="{FF2B5EF4-FFF2-40B4-BE49-F238E27FC236}">
                  <a16:creationId id="{9470B7BF-826D-4324-8034-190071EC7E28}"/>
                </a:ext>
              </a:extLst>
            </p:cNvPr>
            <p:cNvCxnSpPr>
              <a:stCxn id="54" idx="6"/>
              <a:endCxn id="59" idx="2"/>
            </p:cNvCxnSpPr>
            <p:nvPr/>
          </p:nvCxnSpPr>
          <p:spPr>
            <a:xfrm>
              <a:off x="9096375" y="37338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5" name="instance.C22.195.adjacent1.r2.to2">
              <a:extLst>
                <a:ext uri="{FF2B5EF4-FFF2-40B4-BE49-F238E27FC236}">
                  <a16:creationId id="{C23D5F4D-E682-44B2-B98C-600DE26FED38}"/>
                </a:ext>
              </a:extLst>
            </p:cNvPr>
            <p:cNvCxnSpPr>
              <a:stCxn id="55" idx="6"/>
              <a:endCxn id="60" idx="2"/>
            </p:cNvCxnSpPr>
            <p:nvPr/>
          </p:nvCxnSpPr>
          <p:spPr>
            <a:xfrm>
              <a:off x="9096375" y="43624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6" name="instance.C22.195.adjacent1.r2.to3">
              <a:extLst>
                <a:ext uri="{FF2B5EF4-FFF2-40B4-BE49-F238E27FC236}">
                  <a16:creationId id="{EC38EA34-66A9-42D7-8D0F-87D8CB47C416}"/>
                </a:ext>
              </a:extLst>
            </p:cNvPr>
            <p:cNvCxnSpPr>
              <a:stCxn id="55" idx="6"/>
              <a:endCxn id="61" idx="2"/>
            </p:cNvCxnSpPr>
            <p:nvPr/>
          </p:nvCxnSpPr>
          <p:spPr>
            <a:xfrm>
              <a:off x="90963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7" name="instance.C22.195.adjacent1.r3.to2">
              <a:extLst>
                <a:ext uri="{FF2B5EF4-FFF2-40B4-BE49-F238E27FC236}">
                  <a16:creationId id="{65044FE1-5DBD-4E68-872B-7F9035772858}"/>
                </a:ext>
              </a:extLst>
            </p:cNvPr>
            <p:cNvCxnSpPr>
              <a:stCxn id="56" idx="6"/>
              <a:endCxn id="60" idx="2"/>
            </p:cNvCxnSpPr>
            <p:nvPr/>
          </p:nvCxnSpPr>
          <p:spPr>
            <a:xfrm flipV="1">
              <a:off x="9096375" y="4362450"/>
              <a:ext cx="1581150" cy="60960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8" name="instance.C22.195.adjacent1.r3.to3">
              <a:extLst>
                <a:ext uri="{FF2B5EF4-FFF2-40B4-BE49-F238E27FC236}">
                  <a16:creationId id="{B56CE761-3B66-43E4-9A03-9F58D741A4BE}"/>
                </a:ext>
              </a:extLst>
            </p:cNvPr>
            <p:cNvCxnSpPr>
              <a:stCxn id="56" idx="6"/>
              <a:endCxn id="61" idx="2"/>
            </p:cNvCxnSpPr>
            <p:nvPr/>
          </p:nvCxnSpPr>
          <p:spPr>
            <a:xfrm>
              <a:off x="9096375" y="49720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none" w="sm" len="sm"/>
            </a:ln>
          </p:spPr>
        </p:cxnSp>
        <p:sp>
          <p:nvSpPr>
            <p:cNvPr id="48" name="instance.C22.195.layer0.node0.2538">
              <a:extLst>
                <a:ext uri="{FF2B5EF4-FFF2-40B4-BE49-F238E27FC236}">
                  <a16:creationId id="{F92EE238-3F45-4C35-9CE1-3108F2D160F8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30003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49" name="instance.C22.195.layer0.node1.2539">
              <a:extLst>
                <a:ext uri="{FF2B5EF4-FFF2-40B4-BE49-F238E27FC236}">
                  <a16:creationId id="{5EB53772-6C99-4B85-A001-6709D437C7DE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36099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0" name="instance.C22.195.layer0.node2.2540">
              <a:extLst>
                <a:ext uri="{FF2B5EF4-FFF2-40B4-BE49-F238E27FC236}">
                  <a16:creationId id="{9A0FE28F-6C1F-403A-B0AB-849232023611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42386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1" name="instance.C22.195.layer0.node3.2541">
              <a:extLst>
                <a:ext uri="{FF2B5EF4-FFF2-40B4-BE49-F238E27FC236}">
                  <a16:creationId id="{5BD47BAE-FCCB-4395-8107-FBA5CD9F60AB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48482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3" name="instance.C22.195.layer1.node0.2543">
              <a:extLst>
                <a:ext uri="{FF2B5EF4-FFF2-40B4-BE49-F238E27FC236}">
                  <a16:creationId id="{DAD4DB2A-58E8-45D4-BA9E-EDA9608C0789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30003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4" name="instance.C22.195.layer1.node1.2544">
              <a:extLst>
                <a:ext uri="{FF2B5EF4-FFF2-40B4-BE49-F238E27FC236}">
                  <a16:creationId id="{6D3867A4-EBE5-4072-83AD-17CF749E77F3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36099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5" name="instance.C22.195.layer1.node2.2545">
              <a:extLst>
                <a:ext uri="{FF2B5EF4-FFF2-40B4-BE49-F238E27FC236}">
                  <a16:creationId id="{9C555D81-8DCA-434F-8D4A-3A2C155EAAA7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42386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6" name="instance.C22.195.layer1.node3.2546">
              <a:extLst>
                <a:ext uri="{FF2B5EF4-FFF2-40B4-BE49-F238E27FC236}">
                  <a16:creationId id="{1A034234-436D-4891-8A93-19E8D0FF94D5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48482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8" name="instance.C22.195.layer2.node0.2548">
              <a:extLst>
                <a:ext uri="{FF2B5EF4-FFF2-40B4-BE49-F238E27FC236}">
                  <a16:creationId id="{215774B3-69BF-4F7A-9FC9-86A53613DF3B}"/>
                </a:ext>
              </a:extLst>
            </p:cNvPr>
            <p:cNvSpPr>
              <a:spLocks noGrp="1"/>
            </p:cNvSpPr>
            <p:nvPr/>
          </p:nvSpPr>
          <p:spPr>
            <a:xfrm>
              <a:off x="10677525" y="30003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9" name="instance.C22.195.layer2.node1.2549">
              <a:extLst>
                <a:ext uri="{FF2B5EF4-FFF2-40B4-BE49-F238E27FC236}">
                  <a16:creationId id="{1AE439B4-613A-48F3-86A7-8DF879126F26}"/>
                </a:ext>
              </a:extLst>
            </p:cNvPr>
            <p:cNvSpPr>
              <a:spLocks noGrp="1"/>
            </p:cNvSpPr>
            <p:nvPr/>
          </p:nvSpPr>
          <p:spPr>
            <a:xfrm>
              <a:off x="10677525" y="36099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60" name="instance.C22.195.layer2.node2.2550">
              <a:extLst>
                <a:ext uri="{FF2B5EF4-FFF2-40B4-BE49-F238E27FC236}">
                  <a16:creationId id="{E348CBB8-052E-4FE0-AC2C-EA5AA33456A5}"/>
                </a:ext>
              </a:extLst>
            </p:cNvPr>
            <p:cNvSpPr>
              <a:spLocks noGrp="1"/>
            </p:cNvSpPr>
            <p:nvPr/>
          </p:nvSpPr>
          <p:spPr>
            <a:xfrm>
              <a:off x="10677525" y="42386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61" name="instance.C22.195.layer2.node3.2551">
              <a:extLst>
                <a:ext uri="{FF2B5EF4-FFF2-40B4-BE49-F238E27FC236}">
                  <a16:creationId id="{4D9661BA-3D70-4175-A085-BC35B1FDBBEF}"/>
                </a:ext>
              </a:extLst>
            </p:cNvPr>
            <p:cNvSpPr>
              <a:spLocks noGrp="1"/>
            </p:cNvSpPr>
            <p:nvPr/>
          </p:nvSpPr>
          <p:spPr>
            <a:xfrm>
              <a:off x="10677525" y="48482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2" name="instance.C22.195.layer0.title.2542">
              <a:extLst>
                <a:ext uri="{FF2B5EF4-FFF2-40B4-BE49-F238E27FC236}">
                  <a16:creationId id="{0C65EF38-1A99-44D7-B849-846F14D68F92}"/>
                </a:ext>
              </a:extLst>
            </p:cNvPr>
            <p:cNvSpPr>
              <a:spLocks noGrp="1"/>
            </p:cNvSpPr>
            <p:nvPr/>
          </p:nvSpPr>
          <p:spPr>
            <a:xfrm>
              <a:off x="65913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1</a:t>
              </a:r>
            </a:p>
          </p:txBody>
        </p:sp>
        <p:sp>
          <p:nvSpPr>
            <p:cNvPr id="57" name="instance.C22.195.layer1.title.2547">
              <a:extLst>
                <a:ext uri="{FF2B5EF4-FFF2-40B4-BE49-F238E27FC236}">
                  <a16:creationId id="{673DA403-DBF6-4FBD-B8D9-813885D59931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2</a:t>
              </a:r>
            </a:p>
          </p:txBody>
        </p:sp>
        <p:sp>
          <p:nvSpPr>
            <p:cNvPr id="62" name="instance.C22.195.layer2.title.2552">
              <a:extLst>
                <a:ext uri="{FF2B5EF4-FFF2-40B4-BE49-F238E27FC236}">
                  <a16:creationId id="{3988E18C-B331-4CA1-9A9E-14751E09A451}"/>
                </a:ext>
              </a:extLst>
            </p:cNvPr>
            <p:cNvSpPr>
              <a:spLocks noGrp="1"/>
            </p:cNvSpPr>
            <p:nvPr/>
          </p:nvSpPr>
          <p:spPr>
            <a:xfrm>
              <a:off x="102489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3</a:t>
              </a:r>
            </a:p>
          </p:txBody>
        </p:sp>
      </p:grpSp>
      <p:sp>
        <p:nvSpPr>
          <p:cNvPr id="79" name="gallery.layers-grouped.note.2553">
            <a:extLst>
              <a:ext uri="{FF2B5EF4-FFF2-40B4-BE49-F238E27FC236}">
                <a16:creationId id="{2DBFEC30-9CE9-4368-9901-E822A5DC3942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上下两组独立连接，组间无连线</a:t>
            </a:r>
          </a:p>
        </p:txBody>
      </p:sp>
      <p:sp>
        <p:nvSpPr>
          <p:cNvPr id="85" name="navigation.rule.2778">
            <a:extLst>
              <a:ext uri="{FF2B5EF4-FFF2-40B4-BE49-F238E27FC236}">
                <a16:creationId id="{8C30E141-93DB-48F7-A2D3-5260D48963D1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86" name="navigation.section.2779">
            <a:extLst>
              <a:ext uri="{FF2B5EF4-FFF2-40B4-BE49-F238E27FC236}">
                <a16:creationId id="{4D4E8EB8-358E-4563-80F5-2966A6EDC201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第8节　连接补充与层间连接</a:t>
            </a:r>
          </a:p>
        </p:txBody>
      </p:sp>
      <p:sp>
        <p:nvSpPr>
          <p:cNvPr id="87" name="navigation.page.2780">
            <a:extLst>
              <a:ext uri="{FF2B5EF4-FFF2-40B4-BE49-F238E27FC236}">
                <a16:creationId id="{21BE2AAF-C22C-4214-8247-DE51FF194BF7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52 / 53</a:t>
            </a:r>
          </a:p>
        </p:txBody>
      </p:sp>
    </p:spTree>
    <p:extLst>
      <p:ext uri="{BB962C8B-B14F-4D97-AF65-F5344CB8AC3E}">
        <p14:creationId val="1208080833"/>
      </p:ext>
    </p:extLst>
  </p:cSld>
</p:sld>
</file>

<file path=ppt/slides/slide5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85" name="8.6 标题"/>
          <p:cNvGrpSpPr/>
          <p:nvPr/>
        </p:nvGrpSpPr>
        <p:grpSpPr>
          <a:xfrm>
            <a:off x="114300" y="95250"/>
            <a:ext cx="11963400" cy="609600"/>
            <a:chOff x="114300" y="95250"/>
            <a:chExt cx="11963400" cy="609600"/>
          </a:xfrm>
        </p:grpSpPr>
        <p:sp>
          <p:nvSpPr>
            <p:cNvPr id="84" name="header.accent.2554">
              <a:extLst>
                <a:ext uri="{FF2B5EF4-FFF2-40B4-BE49-F238E27FC236}">
                  <a16:creationId id="{CCEF6723-ACFF-4C81-9AA5-C310C63DA05F}"/>
                </a:ext>
              </a:extLst>
            </p:cNvPr>
            <p:cNvSpPr>
              <a:spLocks noGrp="1"/>
            </p:cNvSpPr>
            <p:nvPr/>
          </p:nvSpPr>
          <p:spPr>
            <a:xfrm>
              <a:off x="114300" y="95250"/>
              <a:ext cx="304800" cy="609600"/>
            </a:xfrm>
            <a:prstGeom prst="rect">
              <a:avLst/>
            </a:prstGeom>
            <a:solidFill>
              <a:srgbClr val="0759BE"/>
            </a:solidFill>
            <a:ln w="0">
              <a:noFill/>
              <a:prstDash val="solid"/>
            </a:ln>
          </p:spPr>
        </p:sp>
        <p:sp>
          <p:nvSpPr>
            <p:cNvPr id="2" name="header.number.2555">
              <a:extLst>
                <a:ext uri="{FF2B5EF4-FFF2-40B4-BE49-F238E27FC236}">
                  <a16:creationId id="{3401A512-3471-49EB-9A6C-1296B9B23DFE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114300"/>
              <a:ext cx="838200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2775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8.6</a:t>
              </a:r>
            </a:p>
          </p:txBody>
        </p:sp>
        <p:sp>
          <p:nvSpPr>
            <p:cNvPr id="3" name="header.gradient.2556">
              <a:extLst>
                <a:ext uri="{FF2B5EF4-FFF2-40B4-BE49-F238E27FC236}">
                  <a16:creationId id="{8ACA6480-E281-4643-A6E5-75E6CCBDDB92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" y="95250"/>
              <a:ext cx="10706100" cy="609600"/>
            </a:xfrm>
            <a:prstGeom prst="rect">
              <a:avLst/>
            </a:prstGeom>
            <a:gradFill>
              <a:gsLst>
                <a:gs pos="0">
                  <a:srgbClr val="0759BE"/>
                </a:gs>
                <a:gs pos="100000">
                  <a:srgbClr val="ECF2FA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4" name="header.title.2557">
              <a:extLst>
                <a:ext uri="{FF2B5EF4-FFF2-40B4-BE49-F238E27FC236}">
                  <a16:creationId id="{DC87F679-8F1C-458A-BB26-94C68697DBCB}"/>
                </a:ext>
              </a:extLst>
            </p:cNvPr>
            <p:cNvSpPr>
              <a:spLocks noGrp="1"/>
            </p:cNvSpPr>
            <p:nvPr/>
          </p:nvSpPr>
          <p:spPr>
            <a:xfrm>
              <a:off x="1562100" y="114300"/>
              <a:ext cx="80962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270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跨层跳接与双向连接</a:t>
              </a:r>
            </a:p>
          </p:txBody>
        </p:sp>
        <p:sp>
          <p:nvSpPr>
            <p:cNvPr id="5" name="header.library.2558">
              <a:extLst>
                <a:ext uri="{FF2B5EF4-FFF2-40B4-BE49-F238E27FC236}">
                  <a16:creationId id="{68606CE7-93A8-4A5B-9789-1688383ABD59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9550"/>
              <a:ext cx="21526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defPPr>
              <a:lvl1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1pPr>
              <a:lvl2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2pPr>
              <a:lvl3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3pPr>
              <a:lvl4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4pPr>
              <a:lvl5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5pPr>
              <a:lvl6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6pPr>
              <a:lvl7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7pPr>
              <a:lvl8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8pPr>
              <a:lvl9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r">
                <a:defRPr sz="1500" b="1">
                  <a:solidFill>
                    <a:srgbClr val="074A9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科研汇报组件库</a:t>
              </a:r>
            </a:p>
          </p:txBody>
        </p:sp>
      </p:grpSp>
      <p:grpSp>
        <p:nvGrpSpPr>
          <p:cNvPr id="86" name="概述文字"/>
          <p:cNvGrpSpPr/>
          <p:nvPr/>
        </p:nvGrpSpPr>
        <p:grpSpPr>
          <a:xfrm>
            <a:off x="457200" y="895350"/>
            <a:ext cx="11277600" cy="742950"/>
            <a:chOff x="457200" y="895350"/>
            <a:chExt cx="11277600" cy="742950"/>
          </a:xfrm>
        </p:grpSpPr>
        <p:sp>
          <p:nvSpPr>
            <p:cNvPr id="6" name="info.lead.2559">
              <a:extLst>
                <a:ext uri="{FF2B5EF4-FFF2-40B4-BE49-F238E27FC236}">
                  <a16:creationId id="{584F8DE6-7F57-465F-9324-1116DFE830D1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895350"/>
              <a:ext cx="11277600" cy="742950"/>
            </a:xfrm>
            <a:prstGeom prst="rect">
              <a:avLst/>
            </a:prstGeom>
            <a:solidFill>
              <a:srgbClr val="FFFFFF"/>
            </a:solidFill>
            <a:ln w="13335">
              <a:solidFill>
                <a:srgbClr val="A6B4C0"/>
              </a:solidFill>
              <a:prstDash val="solid"/>
            </a:ln>
          </p:spPr>
        </p:sp>
        <p:sp>
          <p:nvSpPr>
            <p:cNvPr id="7" name="info.lead.icon.a.2560">
              <a:extLst>
                <a:ext uri="{FF2B5EF4-FFF2-40B4-BE49-F238E27FC236}">
                  <a16:creationId id="{F4D8D434-0DA1-4A42-B96D-810B57A438EA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8" name="info.lead.icon.b.2561">
              <a:extLst>
                <a:ext uri="{FF2B5EF4-FFF2-40B4-BE49-F238E27FC236}">
                  <a16:creationId id="{3BF4FA9E-377E-4337-A706-862148375234}"/>
                </a:ext>
              </a:extLst>
            </p:cNvPr>
            <p:cNvSpPr>
              <a:spLocks noGrp="1"/>
            </p:cNvSpPr>
            <p:nvPr/>
          </p:nvSpPr>
          <p:spPr>
            <a:xfrm>
              <a:off x="696468" y="1104900"/>
              <a:ext cx="148971" cy="219075"/>
            </a:xfrm>
            <a:prstGeom prst="chevron">
              <a:avLst/>
            </a:prstGeom>
            <a:gradFill>
              <a:gsLst>
                <a:gs pos="0">
                  <a:srgbClr val="B8D4EF"/>
                </a:gs>
                <a:gs pos="100000">
                  <a:srgbClr val="0759BE"/>
                </a:gs>
              </a:gsLst>
              <a:lin ang="0"/>
            </a:gradFill>
            <a:ln w="0">
              <a:noFill/>
              <a:prstDash val="solid"/>
            </a:ln>
          </p:spPr>
        </p:sp>
        <p:sp>
          <p:nvSpPr>
            <p:cNvPr id="9" name="info.lead.text.2562">
              <a:extLst>
                <a:ext uri="{FF2B5EF4-FFF2-40B4-BE49-F238E27FC236}">
                  <a16:creationId id="{64EACF18-B1EA-4E7A-B2AA-9493A902A283}"/>
                </a:ext>
              </a:extLst>
            </p:cNvPr>
            <p:cNvSpPr>
              <a:spLocks noGrp="1"/>
            </p:cNvSpPr>
            <p:nvPr/>
          </p:nvSpPr>
          <p:spPr>
            <a:xfrm>
              <a:off x="962025" y="981075"/>
              <a:ext cx="10572750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defPPr>
              <a:lvl1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1pPr>
              <a:lvl2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2pPr>
              <a:lvl3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3pPr>
              <a:lvl4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4pPr>
              <a:lvl5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5pPr>
              <a:lvl6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6pPr>
              <a:lvl7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7pPr>
              <a:lvl8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8pPr>
              <a:lvl9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l">
                <a:defRPr sz="1725" b="1">
                  <a:solidFill>
                    <a:srgbClr val="1D242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跨层路径越过中间层，双向连接分别显示前向传递和回向路径。</a:t>
              </a:r>
            </a:p>
          </p:txBody>
        </p:sp>
      </p:grpSp>
      <p:sp>
        <p:nvSpPr>
          <p:cNvPr id="10" name="gallery.layers-skip.frame.2563">
            <a:extLst>
              <a:ext uri="{FF2B5EF4-FFF2-40B4-BE49-F238E27FC236}">
                <a16:creationId id="{69AD6D95-FD31-4CB1-A263-FD42627D9819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11" name="gallery.layers-skip.heading.2564">
            <a:extLst>
              <a:ext uri="{FF2B5EF4-FFF2-40B4-BE49-F238E27FC236}">
                <a16:creationId id="{193C19E7-D6CE-45B5-937B-CD39BE2CC708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C22  跨层跳接</a:t>
            </a:r>
          </a:p>
        </p:txBody>
      </p:sp>
      <p:grpSp>
        <p:nvGrpSpPr>
          <p:cNvPr id="87" name="跨层跳接"/>
          <p:cNvGrpSpPr/>
          <p:nvPr/>
        </p:nvGrpSpPr>
        <p:grpSpPr>
          <a:xfrm>
            <a:off x="666750" y="2933224"/>
            <a:ext cx="5105400" cy="2667476"/>
            <a:chOff x="666750" y="2933224"/>
            <a:chExt cx="5105400" cy="2667476"/>
          </a:xfrm>
        </p:grpSpPr>
        <p:sp>
          <p:nvSpPr>
            <p:cNvPr id="37" name="instance.C22.196.skip.row0.anchor0.2581">
              <a:extLst>
                <a:ext uri="{FF2B5EF4-FFF2-40B4-BE49-F238E27FC236}">
                  <a16:creationId id="{4D8FAFA1-D8D2-4E36-BEA0-9C587E999856}"/>
                </a:ext>
              </a:extLst>
            </p:cNvPr>
            <p:cNvSpPr>
              <a:spLocks noGrp="1"/>
            </p:cNvSpPr>
            <p:nvPr/>
          </p:nvSpPr>
          <p:spPr>
            <a:xfrm>
              <a:off x="1218724" y="29332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38" name="instance.C22.196.skip.row0.anchor1.2582">
              <a:extLst>
                <a:ext uri="{FF2B5EF4-FFF2-40B4-BE49-F238E27FC236}">
                  <a16:creationId id="{0AE889E7-F028-4D2D-978E-8BC29B206B90}"/>
                </a:ext>
              </a:extLst>
            </p:cNvPr>
            <p:cNvSpPr>
              <a:spLocks noGrp="1"/>
            </p:cNvSpPr>
            <p:nvPr/>
          </p:nvSpPr>
          <p:spPr>
            <a:xfrm>
              <a:off x="3885724" y="29332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2" name="instance.C22.196.skip.row1.anchor0.2583">
              <a:extLst>
                <a:ext uri="{FF2B5EF4-FFF2-40B4-BE49-F238E27FC236}">
                  <a16:creationId id="{2C19BEA7-BF9E-4162-B6FD-92C2E6EA833C}"/>
                </a:ext>
              </a:extLst>
            </p:cNvPr>
            <p:cNvSpPr>
              <a:spLocks noGrp="1"/>
            </p:cNvSpPr>
            <p:nvPr/>
          </p:nvSpPr>
          <p:spPr>
            <a:xfrm>
              <a:off x="1218724" y="36952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3" name="instance.C22.196.skip.row1.anchor1.2584">
              <a:extLst>
                <a:ext uri="{FF2B5EF4-FFF2-40B4-BE49-F238E27FC236}">
                  <a16:creationId id="{336DA861-2139-4BA5-85F3-BC4DA88465CD}"/>
                </a:ext>
              </a:extLst>
            </p:cNvPr>
            <p:cNvSpPr>
              <a:spLocks noGrp="1"/>
            </p:cNvSpPr>
            <p:nvPr/>
          </p:nvSpPr>
          <p:spPr>
            <a:xfrm>
              <a:off x="3885724" y="369522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7" name="instance.C22.196.skip.row2.anchor0.2585">
              <a:extLst>
                <a:ext uri="{FF2B5EF4-FFF2-40B4-BE49-F238E27FC236}">
                  <a16:creationId id="{E2EF89D1-B477-4519-9965-0F9B7C7812DC}"/>
                </a:ext>
              </a:extLst>
            </p:cNvPr>
            <p:cNvSpPr>
              <a:spLocks noGrp="1"/>
            </p:cNvSpPr>
            <p:nvPr/>
          </p:nvSpPr>
          <p:spPr>
            <a:xfrm>
              <a:off x="1218724" y="52001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48" name="instance.C22.196.skip.row2.anchor1.2586">
              <a:extLst>
                <a:ext uri="{FF2B5EF4-FFF2-40B4-BE49-F238E27FC236}">
                  <a16:creationId id="{94D0793B-4ACA-4FE0-973D-861B25B2C244}"/>
                </a:ext>
              </a:extLst>
            </p:cNvPr>
            <p:cNvSpPr>
              <a:spLocks noGrp="1"/>
            </p:cNvSpPr>
            <p:nvPr/>
          </p:nvSpPr>
          <p:spPr>
            <a:xfrm>
              <a:off x="3885724" y="52001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28" name="instance.C22.196.forward0.r0">
              <a:extLst>
                <a:ext uri="{FF2B5EF4-FFF2-40B4-BE49-F238E27FC236}">
                  <a16:creationId id="{78D68089-5476-496E-BD5E-C89C47A1B89C}"/>
                </a:ext>
              </a:extLst>
            </p:cNvPr>
            <p:cNvCxnSpPr>
              <a:stCxn id="12" idx="6"/>
              <a:endCxn id="16" idx="2"/>
            </p:cNvCxnSpPr>
            <p:nvPr/>
          </p:nvCxnSpPr>
          <p:spPr>
            <a:xfrm>
              <a:off x="1343025" y="333375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29" name="instance.C22.196.forward0.r1">
              <a:extLst>
                <a:ext uri="{FF2B5EF4-FFF2-40B4-BE49-F238E27FC236}">
                  <a16:creationId id="{847BA0A7-E29F-4544-A964-6247C70A9EEB}"/>
                </a:ext>
              </a:extLst>
            </p:cNvPr>
            <p:cNvCxnSpPr>
              <a:stCxn id="13" idx="6"/>
              <a:endCxn id="17" idx="2"/>
            </p:cNvCxnSpPr>
            <p:nvPr/>
          </p:nvCxnSpPr>
          <p:spPr>
            <a:xfrm>
              <a:off x="1343025" y="407670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0" name="instance.C22.196.forward0.r2">
              <a:extLst>
                <a:ext uri="{FF2B5EF4-FFF2-40B4-BE49-F238E27FC236}">
                  <a16:creationId id="{5FAA7805-E12A-41A9-82C4-71140A9C96C6}"/>
                </a:ext>
              </a:extLst>
            </p:cNvPr>
            <p:cNvCxnSpPr>
              <a:stCxn id="14" idx="6"/>
              <a:endCxn id="18" idx="2"/>
            </p:cNvCxnSpPr>
            <p:nvPr/>
          </p:nvCxnSpPr>
          <p:spPr>
            <a:xfrm>
              <a:off x="1343025" y="481965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1" name="instance.C22.196.forward1.r0">
              <a:extLst>
                <a:ext uri="{FF2B5EF4-FFF2-40B4-BE49-F238E27FC236}">
                  <a16:creationId id="{399CADA3-74CD-44BE-B113-39F384EF6FD8}"/>
                </a:ext>
              </a:extLst>
            </p:cNvPr>
            <p:cNvCxnSpPr>
              <a:stCxn id="16" idx="6"/>
              <a:endCxn id="20" idx="2"/>
            </p:cNvCxnSpPr>
            <p:nvPr/>
          </p:nvCxnSpPr>
          <p:spPr>
            <a:xfrm>
              <a:off x="2676525" y="333375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2" name="instance.C22.196.forward1.r1">
              <a:extLst>
                <a:ext uri="{FF2B5EF4-FFF2-40B4-BE49-F238E27FC236}">
                  <a16:creationId id="{AF0B770A-1D9E-4674-A7E0-05B94E07FFB7}"/>
                </a:ext>
              </a:extLst>
            </p:cNvPr>
            <p:cNvCxnSpPr>
              <a:stCxn id="17" idx="6"/>
              <a:endCxn id="21" idx="2"/>
            </p:cNvCxnSpPr>
            <p:nvPr/>
          </p:nvCxnSpPr>
          <p:spPr>
            <a:xfrm>
              <a:off x="2676525" y="407670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3" name="instance.C22.196.forward1.r2">
              <a:extLst>
                <a:ext uri="{FF2B5EF4-FFF2-40B4-BE49-F238E27FC236}">
                  <a16:creationId id="{417DEF92-AF29-4092-83FF-49ED41036F77}"/>
                </a:ext>
              </a:extLst>
            </p:cNvPr>
            <p:cNvCxnSpPr>
              <a:stCxn id="18" idx="6"/>
              <a:endCxn id="22" idx="2"/>
            </p:cNvCxnSpPr>
            <p:nvPr/>
          </p:nvCxnSpPr>
          <p:spPr>
            <a:xfrm>
              <a:off x="2676525" y="481965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4" name="instance.C22.196.forward2.r0">
              <a:extLst>
                <a:ext uri="{FF2B5EF4-FFF2-40B4-BE49-F238E27FC236}">
                  <a16:creationId id="{2ECA5F6D-5207-4BA9-B3AC-C7AB63F449BD}"/>
                </a:ext>
              </a:extLst>
            </p:cNvPr>
            <p:cNvCxnSpPr>
              <a:stCxn id="20" idx="6"/>
              <a:endCxn id="24" idx="2"/>
            </p:cNvCxnSpPr>
            <p:nvPr/>
          </p:nvCxnSpPr>
          <p:spPr>
            <a:xfrm>
              <a:off x="4010025" y="333375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5" name="instance.C22.196.forward2.r1">
              <a:extLst>
                <a:ext uri="{FF2B5EF4-FFF2-40B4-BE49-F238E27FC236}">
                  <a16:creationId id="{EF8948D8-88ED-4993-9BC6-49564E760C95}"/>
                </a:ext>
              </a:extLst>
            </p:cNvPr>
            <p:cNvCxnSpPr>
              <a:stCxn id="21" idx="6"/>
              <a:endCxn id="25" idx="2"/>
            </p:cNvCxnSpPr>
            <p:nvPr/>
          </p:nvCxnSpPr>
          <p:spPr>
            <a:xfrm>
              <a:off x="4010025" y="407670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6" name="instance.C22.196.forward2.r2">
              <a:extLst>
                <a:ext uri="{FF2B5EF4-FFF2-40B4-BE49-F238E27FC236}">
                  <a16:creationId id="{9072A380-CBF5-4127-9964-9828A54817E7}"/>
                </a:ext>
              </a:extLst>
            </p:cNvPr>
            <p:cNvCxnSpPr>
              <a:stCxn id="22" idx="6"/>
              <a:endCxn id="26" idx="2"/>
            </p:cNvCxnSpPr>
            <p:nvPr/>
          </p:nvCxnSpPr>
          <p:spPr>
            <a:xfrm>
              <a:off x="4010025" y="4819650"/>
              <a:ext cx="10858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39" name="instance.C22.196.skip.row0.segment0">
              <a:extLst>
                <a:ext uri="{FF2B5EF4-FFF2-40B4-BE49-F238E27FC236}">
                  <a16:creationId id="{A8C4CCC4-78C3-4C02-B970-A180F1C7449E}"/>
                </a:ext>
              </a:extLst>
            </p:cNvPr>
            <p:cNvCxnSpPr>
              <a:stCxn id="12" idx="0"/>
              <a:endCxn id="37" idx="2"/>
            </p:cNvCxnSpPr>
            <p:nvPr/>
          </p:nvCxnSpPr>
          <p:spPr>
            <a:xfrm flipV="1">
              <a:off x="1219200" y="2934177"/>
              <a:ext cx="0" cy="275748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none" w="sm" len="sm"/>
            </a:ln>
          </p:spPr>
        </p:cxnSp>
        <p:cxnSp>
          <p:nvCxnSpPr>
            <p:cNvPr id="40" name="instance.C22.196.skip.row0.segment1">
              <a:extLst>
                <a:ext uri="{FF2B5EF4-FFF2-40B4-BE49-F238E27FC236}">
                  <a16:creationId id="{044FBC82-1FAF-460C-AE9C-CFE5095BE490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>
              <a:off x="1219677" y="2933701"/>
              <a:ext cx="2666047" cy="0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none" w="sm" len="sm"/>
            </a:ln>
          </p:spPr>
        </p:cxnSp>
        <p:cxnSp>
          <p:nvCxnSpPr>
            <p:cNvPr id="41" name="instance.C22.196.skip.row0.segment2">
              <a:extLst>
                <a:ext uri="{FF2B5EF4-FFF2-40B4-BE49-F238E27FC236}">
                  <a16:creationId id="{3C53D250-EE18-48E0-88A2-2F3BB57A4A12}"/>
                </a:ext>
              </a:extLst>
            </p:cNvPr>
            <p:cNvCxnSpPr>
              <a:stCxn id="38" idx="2"/>
              <a:endCxn id="20" idx="0"/>
            </p:cNvCxnSpPr>
            <p:nvPr/>
          </p:nvCxnSpPr>
          <p:spPr>
            <a:xfrm flipH="1">
              <a:off x="3886200" y="2934177"/>
              <a:ext cx="0" cy="275748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triangle" w="sm" len="sm"/>
            </a:ln>
          </p:spPr>
        </p:cxnSp>
        <p:cxnSp>
          <p:nvCxnSpPr>
            <p:cNvPr id="44" name="instance.C22.196.skip.row1.segment0">
              <a:extLst>
                <a:ext uri="{FF2B5EF4-FFF2-40B4-BE49-F238E27FC236}">
                  <a16:creationId id="{98D5D777-E6FA-443F-A09B-BEB2386A4212}"/>
                </a:ext>
              </a:extLst>
            </p:cNvPr>
            <p:cNvCxnSpPr>
              <a:stCxn id="13" idx="0"/>
              <a:endCxn id="42" idx="2"/>
            </p:cNvCxnSpPr>
            <p:nvPr/>
          </p:nvCxnSpPr>
          <p:spPr>
            <a:xfrm flipV="1">
              <a:off x="1219200" y="3696177"/>
              <a:ext cx="0" cy="256698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none" w="sm" len="sm"/>
            </a:ln>
          </p:spPr>
        </p:cxnSp>
        <p:cxnSp>
          <p:nvCxnSpPr>
            <p:cNvPr id="45" name="instance.C22.196.skip.row1.segment1">
              <a:extLst>
                <a:ext uri="{FF2B5EF4-FFF2-40B4-BE49-F238E27FC236}">
                  <a16:creationId id="{AEA4B17D-EA3F-4C61-8AE2-BDB04D377D9C}"/>
                </a:ext>
              </a:extLst>
            </p:cNvPr>
            <p:cNvCxnSpPr>
              <a:stCxn id="42" idx="3"/>
              <a:endCxn id="43" idx="1"/>
            </p:cNvCxnSpPr>
            <p:nvPr/>
          </p:nvCxnSpPr>
          <p:spPr>
            <a:xfrm>
              <a:off x="1219677" y="3695701"/>
              <a:ext cx="2666047" cy="0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none" w="sm" len="sm"/>
            </a:ln>
          </p:spPr>
        </p:cxnSp>
        <p:cxnSp>
          <p:nvCxnSpPr>
            <p:cNvPr id="46" name="instance.C22.196.skip.row1.segment2">
              <a:extLst>
                <a:ext uri="{FF2B5EF4-FFF2-40B4-BE49-F238E27FC236}">
                  <a16:creationId id="{69FB41FD-EF13-478C-9B69-087378AAB076}"/>
                </a:ext>
              </a:extLst>
            </p:cNvPr>
            <p:cNvCxnSpPr>
              <a:stCxn id="43" idx="2"/>
              <a:endCxn id="21" idx="0"/>
            </p:cNvCxnSpPr>
            <p:nvPr/>
          </p:nvCxnSpPr>
          <p:spPr>
            <a:xfrm flipH="1">
              <a:off x="3886200" y="3696177"/>
              <a:ext cx="0" cy="256698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triangle" w="sm" len="sm"/>
            </a:ln>
          </p:spPr>
        </p:cxnSp>
        <p:cxnSp>
          <p:nvCxnSpPr>
            <p:cNvPr id="49" name="instance.C22.196.skip.row2.segment0">
              <a:extLst>
                <a:ext uri="{FF2B5EF4-FFF2-40B4-BE49-F238E27FC236}">
                  <a16:creationId id="{942B014E-32E9-45E6-A9D0-D950FE955218}"/>
                </a:ext>
              </a:extLst>
            </p:cNvPr>
            <p:cNvCxnSpPr>
              <a:stCxn id="14" idx="4"/>
              <a:endCxn id="47" idx="0"/>
            </p:cNvCxnSpPr>
            <p:nvPr/>
          </p:nvCxnSpPr>
          <p:spPr>
            <a:xfrm>
              <a:off x="1219200" y="4943475"/>
              <a:ext cx="0" cy="256699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none" w="sm" len="sm"/>
            </a:ln>
          </p:spPr>
        </p:cxnSp>
        <p:cxnSp>
          <p:nvCxnSpPr>
            <p:cNvPr id="50" name="instance.C22.196.skip.row2.segment1">
              <a:extLst>
                <a:ext uri="{FF2B5EF4-FFF2-40B4-BE49-F238E27FC236}">
                  <a16:creationId id="{B96DC94E-662F-4A5C-BE5D-611F854D26B1}"/>
                </a:ext>
              </a:extLst>
            </p:cNvPr>
            <p:cNvCxnSpPr>
              <a:stCxn id="47" idx="3"/>
              <a:endCxn id="48" idx="1"/>
            </p:cNvCxnSpPr>
            <p:nvPr/>
          </p:nvCxnSpPr>
          <p:spPr>
            <a:xfrm>
              <a:off x="1219677" y="5200651"/>
              <a:ext cx="2666047" cy="0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none" w="sm" len="sm"/>
            </a:ln>
          </p:spPr>
        </p:cxnSp>
        <p:cxnSp>
          <p:nvCxnSpPr>
            <p:cNvPr id="51" name="instance.C22.196.skip.row2.segment2">
              <a:extLst>
                <a:ext uri="{FF2B5EF4-FFF2-40B4-BE49-F238E27FC236}">
                  <a16:creationId id="{BE670FC8-3257-4536-968D-D90A92C75D38}"/>
                </a:ext>
              </a:extLst>
            </p:cNvPr>
            <p:cNvCxnSpPr>
              <a:stCxn id="48" idx="0"/>
              <a:endCxn id="22" idx="4"/>
            </p:cNvCxnSpPr>
            <p:nvPr/>
          </p:nvCxnSpPr>
          <p:spPr>
            <a:xfrm flipH="1" flipV="1">
              <a:off x="3886200" y="4943475"/>
              <a:ext cx="0" cy="256699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dash"/>
              <a:headEnd type="none" w="med" len="med"/>
              <a:tailEnd type="triangle" w="sm" len="sm"/>
            </a:ln>
          </p:spPr>
        </p:cxnSp>
        <p:sp>
          <p:nvSpPr>
            <p:cNvPr id="12" name="instance.C22.196.layer0.node0.2565">
              <a:extLst>
                <a:ext uri="{FF2B5EF4-FFF2-40B4-BE49-F238E27FC236}">
                  <a16:creationId id="{6A32444A-EFA2-400B-B76A-01761835A13C}"/>
                </a:ext>
              </a:extLst>
            </p:cNvPr>
            <p:cNvSpPr>
              <a:spLocks noGrp="1"/>
            </p:cNvSpPr>
            <p:nvPr/>
          </p:nvSpPr>
          <p:spPr>
            <a:xfrm>
              <a:off x="1095375" y="32099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3" name="instance.C22.196.layer0.node1.2566">
              <a:extLst>
                <a:ext uri="{FF2B5EF4-FFF2-40B4-BE49-F238E27FC236}">
                  <a16:creationId id="{ED2C5422-AE8D-4D0D-8017-E854E919FD2C}"/>
                </a:ext>
              </a:extLst>
            </p:cNvPr>
            <p:cNvSpPr>
              <a:spLocks noGrp="1"/>
            </p:cNvSpPr>
            <p:nvPr/>
          </p:nvSpPr>
          <p:spPr>
            <a:xfrm>
              <a:off x="1095375" y="39528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4" name="instance.C22.196.layer0.node2.2567">
              <a:extLst>
                <a:ext uri="{FF2B5EF4-FFF2-40B4-BE49-F238E27FC236}">
                  <a16:creationId id="{DC2D8ED4-27A4-44AB-91B5-89C9B573AA73}"/>
                </a:ext>
              </a:extLst>
            </p:cNvPr>
            <p:cNvSpPr>
              <a:spLocks noGrp="1"/>
            </p:cNvSpPr>
            <p:nvPr/>
          </p:nvSpPr>
          <p:spPr>
            <a:xfrm>
              <a:off x="1095375" y="46958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6" name="instance.C22.196.layer1.node0.2569">
              <a:extLst>
                <a:ext uri="{FF2B5EF4-FFF2-40B4-BE49-F238E27FC236}">
                  <a16:creationId id="{B8306F26-B40A-4F72-9D7D-2A87B29DCE6A}"/>
                </a:ext>
              </a:extLst>
            </p:cNvPr>
            <p:cNvSpPr>
              <a:spLocks noGrp="1"/>
            </p:cNvSpPr>
            <p:nvPr/>
          </p:nvSpPr>
          <p:spPr>
            <a:xfrm>
              <a:off x="2428875" y="32099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7" name="instance.C22.196.layer1.node1.2570">
              <a:extLst>
                <a:ext uri="{FF2B5EF4-FFF2-40B4-BE49-F238E27FC236}">
                  <a16:creationId id="{0F87C575-4D83-4088-8ECC-1184A233F7C0}"/>
                </a:ext>
              </a:extLst>
            </p:cNvPr>
            <p:cNvSpPr>
              <a:spLocks noGrp="1"/>
            </p:cNvSpPr>
            <p:nvPr/>
          </p:nvSpPr>
          <p:spPr>
            <a:xfrm>
              <a:off x="2428875" y="39528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8" name="instance.C22.196.layer1.node2.2571">
              <a:extLst>
                <a:ext uri="{FF2B5EF4-FFF2-40B4-BE49-F238E27FC236}">
                  <a16:creationId id="{068DBCD8-37E5-4FF3-B069-AA8D4F439331}"/>
                </a:ext>
              </a:extLst>
            </p:cNvPr>
            <p:cNvSpPr>
              <a:spLocks noGrp="1"/>
            </p:cNvSpPr>
            <p:nvPr/>
          </p:nvSpPr>
          <p:spPr>
            <a:xfrm>
              <a:off x="2428875" y="46958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0" name="instance.C22.196.layer2.node0.2573">
              <a:extLst>
                <a:ext uri="{FF2B5EF4-FFF2-40B4-BE49-F238E27FC236}">
                  <a16:creationId id="{B52E9D9B-8D65-41D0-B926-C9001ADC23D9}"/>
                </a:ext>
              </a:extLst>
            </p:cNvPr>
            <p:cNvSpPr>
              <a:spLocks noGrp="1"/>
            </p:cNvSpPr>
            <p:nvPr/>
          </p:nvSpPr>
          <p:spPr>
            <a:xfrm>
              <a:off x="3762375" y="32099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1" name="instance.C22.196.layer2.node1.2574">
              <a:extLst>
                <a:ext uri="{FF2B5EF4-FFF2-40B4-BE49-F238E27FC236}">
                  <a16:creationId id="{0FED826F-7F29-4F40-84CD-F26314802744}"/>
                </a:ext>
              </a:extLst>
            </p:cNvPr>
            <p:cNvSpPr>
              <a:spLocks noGrp="1"/>
            </p:cNvSpPr>
            <p:nvPr/>
          </p:nvSpPr>
          <p:spPr>
            <a:xfrm>
              <a:off x="3762375" y="39528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2" name="instance.C22.196.layer2.node2.2575">
              <a:extLst>
                <a:ext uri="{FF2B5EF4-FFF2-40B4-BE49-F238E27FC236}">
                  <a16:creationId id="{4736684A-DEE8-4912-9D66-AC87E5D3A165}"/>
                </a:ext>
              </a:extLst>
            </p:cNvPr>
            <p:cNvSpPr>
              <a:spLocks noGrp="1"/>
            </p:cNvSpPr>
            <p:nvPr/>
          </p:nvSpPr>
          <p:spPr>
            <a:xfrm>
              <a:off x="3762375" y="46958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4" name="instance.C22.196.layer3.node0.2577">
              <a:extLst>
                <a:ext uri="{FF2B5EF4-FFF2-40B4-BE49-F238E27FC236}">
                  <a16:creationId id="{D39FA70D-4967-4CA0-A8C2-C951946C5B8B}"/>
                </a:ext>
              </a:extLst>
            </p:cNvPr>
            <p:cNvSpPr>
              <a:spLocks noGrp="1"/>
            </p:cNvSpPr>
            <p:nvPr/>
          </p:nvSpPr>
          <p:spPr>
            <a:xfrm>
              <a:off x="5095875" y="32099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5" name="instance.C22.196.layer3.node1.2578">
              <a:extLst>
                <a:ext uri="{FF2B5EF4-FFF2-40B4-BE49-F238E27FC236}">
                  <a16:creationId id="{43E1F71C-EE54-4B5C-B23E-2784E6CAD1DE}"/>
                </a:ext>
              </a:extLst>
            </p:cNvPr>
            <p:cNvSpPr>
              <a:spLocks noGrp="1"/>
            </p:cNvSpPr>
            <p:nvPr/>
          </p:nvSpPr>
          <p:spPr>
            <a:xfrm>
              <a:off x="5095875" y="39528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26" name="instance.C22.196.layer3.node2.2579">
              <a:extLst>
                <a:ext uri="{FF2B5EF4-FFF2-40B4-BE49-F238E27FC236}">
                  <a16:creationId id="{BDA8B62F-756D-4480-BA5C-BA6D68E59D9F}"/>
                </a:ext>
              </a:extLst>
            </p:cNvPr>
            <p:cNvSpPr>
              <a:spLocks noGrp="1"/>
            </p:cNvSpPr>
            <p:nvPr/>
          </p:nvSpPr>
          <p:spPr>
            <a:xfrm>
              <a:off x="5095875" y="46958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15" name="instance.C22.196.layer0.title.2568">
              <a:extLst>
                <a:ext uri="{FF2B5EF4-FFF2-40B4-BE49-F238E27FC236}">
                  <a16:creationId id="{97557970-2629-4748-98F9-79EEB546D013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1</a:t>
              </a:r>
            </a:p>
          </p:txBody>
        </p:sp>
        <p:sp>
          <p:nvSpPr>
            <p:cNvPr id="19" name="instance.C22.196.layer1.title.2572">
              <a:extLst>
                <a:ext uri="{FF2B5EF4-FFF2-40B4-BE49-F238E27FC236}">
                  <a16:creationId id="{29DE7A1A-D755-42CE-8D45-CB82A3DC2FC7}"/>
                </a:ext>
              </a:extLst>
            </p:cNvPr>
            <p:cNvSpPr>
              <a:spLocks noGrp="1"/>
            </p:cNvSpPr>
            <p:nvPr/>
          </p:nvSpPr>
          <p:spPr>
            <a:xfrm>
              <a:off x="200025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2</a:t>
              </a:r>
            </a:p>
          </p:txBody>
        </p:sp>
        <p:sp>
          <p:nvSpPr>
            <p:cNvPr id="23" name="instance.C22.196.layer2.title.2576">
              <a:extLst>
                <a:ext uri="{FF2B5EF4-FFF2-40B4-BE49-F238E27FC236}">
                  <a16:creationId id="{9122B165-118B-42E8-8FFA-EB1054846A3E}"/>
                </a:ext>
              </a:extLst>
            </p:cNvPr>
            <p:cNvSpPr>
              <a:spLocks noGrp="1"/>
            </p:cNvSpPr>
            <p:nvPr/>
          </p:nvSpPr>
          <p:spPr>
            <a:xfrm>
              <a:off x="333375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3</a:t>
              </a:r>
            </a:p>
          </p:txBody>
        </p:sp>
        <p:sp>
          <p:nvSpPr>
            <p:cNvPr id="27" name="instance.C22.196.layer3.title.2580">
              <a:extLst>
                <a:ext uri="{FF2B5EF4-FFF2-40B4-BE49-F238E27FC236}">
                  <a16:creationId id="{75F620B2-2E57-4427-82D6-979F782D5DF4}"/>
                </a:ext>
              </a:extLst>
            </p:cNvPr>
            <p:cNvSpPr>
              <a:spLocks noGrp="1"/>
            </p:cNvSpPr>
            <p:nvPr/>
          </p:nvSpPr>
          <p:spPr>
            <a:xfrm>
              <a:off x="466725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4</a:t>
              </a:r>
            </a:p>
          </p:txBody>
        </p:sp>
      </p:grpSp>
      <p:sp>
        <p:nvSpPr>
          <p:cNvPr id="52" name="gallery.layers-skip.note.2587">
            <a:extLst>
              <a:ext uri="{FF2B5EF4-FFF2-40B4-BE49-F238E27FC236}">
                <a16:creationId id="{0840170A-BA17-4840-96CB-ACCE974957C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跨过中间层，沿空白通道跳接</a:t>
            </a:r>
          </a:p>
        </p:txBody>
      </p:sp>
      <p:sp>
        <p:nvSpPr>
          <p:cNvPr id="53" name="gallery.layers-feedback.frame.2588">
            <a:extLst>
              <a:ext uri="{FF2B5EF4-FFF2-40B4-BE49-F238E27FC236}">
                <a16:creationId id="{3B5D92F3-FAD9-4FD3-BCDA-B1BB5DA16D4E}"/>
              </a:ext>
            </a:extLst>
          </p:cNvPr>
          <p:cNvSpPr>
            <a:spLocks noGrp="1"/>
          </p:cNvSpPr>
          <p:nvPr/>
        </p:nvSpPr>
        <p:spPr>
          <a:xfrm>
            <a:off x="6210300" y="1809750"/>
            <a:ext cx="5524500" cy="478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A6B4C0"/>
            </a:solidFill>
            <a:prstDash val="solid"/>
          </a:ln>
        </p:spPr>
      </p:sp>
      <p:sp>
        <p:nvSpPr>
          <p:cNvPr id="54" name="gallery.layers-feedback.heading.2589">
            <a:extLst>
              <a:ext uri="{FF2B5EF4-FFF2-40B4-BE49-F238E27FC236}">
                <a16:creationId id="{D27E2A5F-A16A-471F-9822-3094889655B3}"/>
              </a:ext>
            </a:extLst>
          </p:cNvPr>
          <p:cNvSpPr>
            <a:spLocks noGrp="1"/>
          </p:cNvSpPr>
          <p:nvPr/>
        </p:nvSpPr>
        <p:spPr>
          <a:xfrm>
            <a:off x="6381750" y="1885950"/>
            <a:ext cx="518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C22  双向层间连接</a:t>
            </a:r>
          </a:p>
        </p:txBody>
      </p:sp>
      <p:grpSp>
        <p:nvGrpSpPr>
          <p:cNvPr id="88" name="双向层间连接"/>
          <p:cNvGrpSpPr/>
          <p:nvPr/>
        </p:nvGrpSpPr>
        <p:grpSpPr>
          <a:xfrm>
            <a:off x="6591300" y="3057525"/>
            <a:ext cx="4762500" cy="2543175"/>
            <a:chOff x="6591300" y="3057525"/>
            <a:chExt cx="4762500" cy="2543175"/>
          </a:xfrm>
        </p:grpSpPr>
        <p:sp>
          <p:nvSpPr>
            <p:cNvPr id="73" name="instance.C22.197.feedback1to0.anchor0.2602">
              <a:extLst>
                <a:ext uri="{FF2B5EF4-FFF2-40B4-BE49-F238E27FC236}">
                  <a16:creationId id="{80405CB3-5D06-4665-932D-9398FA7C12AF}"/>
                </a:ext>
              </a:extLst>
            </p:cNvPr>
            <p:cNvSpPr>
              <a:spLocks noGrp="1"/>
            </p:cNvSpPr>
            <p:nvPr/>
          </p:nvSpPr>
          <p:spPr>
            <a:xfrm>
              <a:off x="8972074" y="44381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4" name="instance.C22.197.feedback1to0.anchor1.2603">
              <a:extLst>
                <a:ext uri="{FF2B5EF4-FFF2-40B4-BE49-F238E27FC236}">
                  <a16:creationId id="{01A2A530-5E11-4190-928D-6C11F1D6A0D2}"/>
                </a:ext>
              </a:extLst>
            </p:cNvPr>
            <p:cNvSpPr>
              <a:spLocks noGrp="1"/>
            </p:cNvSpPr>
            <p:nvPr/>
          </p:nvSpPr>
          <p:spPr>
            <a:xfrm>
              <a:off x="7143274" y="44381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8" name="instance.C22.197.feedback2to1.anchor0.2604">
              <a:extLst>
                <a:ext uri="{FF2B5EF4-FFF2-40B4-BE49-F238E27FC236}">
                  <a16:creationId id="{F111AE08-9F3D-44D3-8253-99CBDEB446F6}"/>
                </a:ext>
              </a:extLst>
            </p:cNvPr>
            <p:cNvSpPr>
              <a:spLocks noGrp="1"/>
            </p:cNvSpPr>
            <p:nvPr/>
          </p:nvSpPr>
          <p:spPr>
            <a:xfrm>
              <a:off x="10800874" y="36380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sp>
          <p:nvSpPr>
            <p:cNvPr id="79" name="instance.C22.197.feedback2to1.anchor1.2605">
              <a:extLst>
                <a:ext uri="{FF2B5EF4-FFF2-40B4-BE49-F238E27FC236}">
                  <a16:creationId id="{4F63C280-3969-4DDE-A54D-DF09441A17B1}"/>
                </a:ext>
              </a:extLst>
            </p:cNvPr>
            <p:cNvSpPr>
              <a:spLocks noGrp="1"/>
            </p:cNvSpPr>
            <p:nvPr/>
          </p:nvSpPr>
          <p:spPr>
            <a:xfrm>
              <a:off x="8972074" y="3638074"/>
              <a:ext cx="953" cy="953"/>
            </a:xfrm>
            <a:prstGeom prst="rect">
              <a:avLst/>
            </a:prstGeom>
            <a:noFill/>
            <a:ln w="0">
              <a:noFill/>
              <a:prstDash val="solid"/>
            </a:ln>
          </p:spPr>
        </p:sp>
        <p:cxnSp>
          <p:nvCxnSpPr>
            <p:cNvPr id="67" name="instance.C22.197.forward0.r0">
              <a:extLst>
                <a:ext uri="{FF2B5EF4-FFF2-40B4-BE49-F238E27FC236}">
                  <a16:creationId id="{80DFF35E-55A0-498E-811D-5571D291FA53}"/>
                </a:ext>
              </a:extLst>
            </p:cNvPr>
            <p:cNvCxnSpPr>
              <a:stCxn id="55" idx="6"/>
              <a:endCxn id="59" idx="2"/>
            </p:cNvCxnSpPr>
            <p:nvPr/>
          </p:nvCxnSpPr>
          <p:spPr>
            <a:xfrm>
              <a:off x="7267575" y="31813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68" name="instance.C22.197.forward0.r1">
              <a:extLst>
                <a:ext uri="{FF2B5EF4-FFF2-40B4-BE49-F238E27FC236}">
                  <a16:creationId id="{0DAD641F-A60C-4647-BDA7-086FB80243B4}"/>
                </a:ext>
              </a:extLst>
            </p:cNvPr>
            <p:cNvCxnSpPr>
              <a:stCxn id="56" idx="6"/>
              <a:endCxn id="60" idx="2"/>
            </p:cNvCxnSpPr>
            <p:nvPr/>
          </p:nvCxnSpPr>
          <p:spPr>
            <a:xfrm>
              <a:off x="7267575" y="40386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69" name="instance.C22.197.forward0.r2">
              <a:extLst>
                <a:ext uri="{FF2B5EF4-FFF2-40B4-BE49-F238E27FC236}">
                  <a16:creationId id="{699F3644-0CF0-4282-9B4F-3D37C12D8A82}"/>
                </a:ext>
              </a:extLst>
            </p:cNvPr>
            <p:cNvCxnSpPr>
              <a:stCxn id="57" idx="6"/>
              <a:endCxn id="61" idx="2"/>
            </p:cNvCxnSpPr>
            <p:nvPr/>
          </p:nvCxnSpPr>
          <p:spPr>
            <a:xfrm>
              <a:off x="7267575" y="48958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70" name="instance.C22.197.forward1.r0">
              <a:extLst>
                <a:ext uri="{FF2B5EF4-FFF2-40B4-BE49-F238E27FC236}">
                  <a16:creationId id="{101613BC-D630-4F63-92AA-6AD301809C53}"/>
                </a:ext>
              </a:extLst>
            </p:cNvPr>
            <p:cNvCxnSpPr>
              <a:stCxn id="59" idx="6"/>
              <a:endCxn id="63" idx="2"/>
            </p:cNvCxnSpPr>
            <p:nvPr/>
          </p:nvCxnSpPr>
          <p:spPr>
            <a:xfrm>
              <a:off x="9096375" y="31813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71" name="instance.C22.197.forward1.r1">
              <a:extLst>
                <a:ext uri="{FF2B5EF4-FFF2-40B4-BE49-F238E27FC236}">
                  <a16:creationId id="{6FC7B657-7F29-48F6-8EF2-C60DA3F3E86D}"/>
                </a:ext>
              </a:extLst>
            </p:cNvPr>
            <p:cNvCxnSpPr>
              <a:stCxn id="60" idx="6"/>
              <a:endCxn id="64" idx="2"/>
            </p:cNvCxnSpPr>
            <p:nvPr/>
          </p:nvCxnSpPr>
          <p:spPr>
            <a:xfrm>
              <a:off x="9096375" y="403860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72" name="instance.C22.197.forward1.r2">
              <a:extLst>
                <a:ext uri="{FF2B5EF4-FFF2-40B4-BE49-F238E27FC236}">
                  <a16:creationId id="{075A0C51-97F9-4557-85F3-6346D41C740F}"/>
                </a:ext>
              </a:extLst>
            </p:cNvPr>
            <p:cNvCxnSpPr>
              <a:stCxn id="61" idx="6"/>
              <a:endCxn id="65" idx="2"/>
            </p:cNvCxnSpPr>
            <p:nvPr/>
          </p:nvCxnSpPr>
          <p:spPr>
            <a:xfrm>
              <a:off x="9096375" y="4895850"/>
              <a:ext cx="1581150" cy="0"/>
            </a:xfrm>
            <a:prstGeom prst="straightConnector1">
              <a:avLst/>
            </a:prstGeom>
            <a:ln w="9525">
              <a:solidFill>
                <a:srgbClr val="A8BED2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75" name="instance.C22.197.feedback1to0.segment0">
              <a:extLst>
                <a:ext uri="{FF2B5EF4-FFF2-40B4-BE49-F238E27FC236}">
                  <a16:creationId id="{DE2B502D-B63A-4549-96EC-38BEB6B6E3AC}"/>
                </a:ext>
              </a:extLst>
            </p:cNvPr>
            <p:cNvCxnSpPr>
              <a:stCxn id="60" idx="4"/>
              <a:endCxn id="73" idx="0"/>
            </p:cNvCxnSpPr>
            <p:nvPr/>
          </p:nvCxnSpPr>
          <p:spPr>
            <a:xfrm>
              <a:off x="8972550" y="4162425"/>
              <a:ext cx="1" cy="275749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6" name="instance.C22.197.feedback1to0.segment1">
              <a:extLst>
                <a:ext uri="{FF2B5EF4-FFF2-40B4-BE49-F238E27FC236}">
                  <a16:creationId id="{A06BEF7D-C281-4BF9-AC2F-125B36EFBF0F}"/>
                </a:ext>
              </a:extLst>
            </p:cNvPr>
            <p:cNvCxnSpPr>
              <a:stCxn id="73" idx="1"/>
              <a:endCxn id="74" idx="3"/>
            </p:cNvCxnSpPr>
            <p:nvPr/>
          </p:nvCxnSpPr>
          <p:spPr>
            <a:xfrm flipH="1">
              <a:off x="7144227" y="4438651"/>
              <a:ext cx="1827847" cy="0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77" name="instance.C22.197.feedback1to0.segment2">
              <a:extLst>
                <a:ext uri="{FF2B5EF4-FFF2-40B4-BE49-F238E27FC236}">
                  <a16:creationId id="{B17A91D0-6996-4B47-BE39-2D065AFC107E}"/>
                </a:ext>
              </a:extLst>
            </p:cNvPr>
            <p:cNvCxnSpPr>
              <a:stCxn id="74" idx="0"/>
              <a:endCxn id="56" idx="4"/>
            </p:cNvCxnSpPr>
            <p:nvPr/>
          </p:nvCxnSpPr>
          <p:spPr>
            <a:xfrm flipH="1" flipV="1">
              <a:off x="7143750" y="4162425"/>
              <a:ext cx="1" cy="275749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80" name="instance.C22.197.feedback2to1.segment0">
              <a:extLst>
                <a:ext uri="{FF2B5EF4-FFF2-40B4-BE49-F238E27FC236}">
                  <a16:creationId id="{819B3F19-E6AB-4A48-8231-F23A62432535}"/>
                </a:ext>
              </a:extLst>
            </p:cNvPr>
            <p:cNvCxnSpPr>
              <a:stCxn id="64" idx="0"/>
              <a:endCxn id="78" idx="2"/>
            </p:cNvCxnSpPr>
            <p:nvPr/>
          </p:nvCxnSpPr>
          <p:spPr>
            <a:xfrm flipV="1">
              <a:off x="10801350" y="3639027"/>
              <a:ext cx="1" cy="275748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81" name="instance.C22.197.feedback2to1.segment1">
              <a:extLst>
                <a:ext uri="{FF2B5EF4-FFF2-40B4-BE49-F238E27FC236}">
                  <a16:creationId id="{3129539A-77B2-47E4-89C5-B448F160789F}"/>
                </a:ext>
              </a:extLst>
            </p:cNvPr>
            <p:cNvCxnSpPr>
              <a:stCxn id="78" idx="1"/>
              <a:endCxn id="79" idx="3"/>
            </p:cNvCxnSpPr>
            <p:nvPr/>
          </p:nvCxnSpPr>
          <p:spPr>
            <a:xfrm flipH="1">
              <a:off x="8973027" y="3638551"/>
              <a:ext cx="1827847" cy="0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solid"/>
              <a:headEnd type="none" w="med" len="med"/>
              <a:tailEnd type="none" w="sm" len="sm"/>
            </a:ln>
          </p:spPr>
        </p:cxnSp>
        <p:cxnSp>
          <p:nvCxnSpPr>
            <p:cNvPr id="82" name="instance.C22.197.feedback2to1.segment2">
              <a:extLst>
                <a:ext uri="{FF2B5EF4-FFF2-40B4-BE49-F238E27FC236}">
                  <a16:creationId id="{7EBD0923-CFC6-4642-A9CB-49DB93A0047D}"/>
                </a:ext>
              </a:extLst>
            </p:cNvPr>
            <p:cNvCxnSpPr>
              <a:stCxn id="79" idx="2"/>
              <a:endCxn id="60" idx="0"/>
            </p:cNvCxnSpPr>
            <p:nvPr/>
          </p:nvCxnSpPr>
          <p:spPr>
            <a:xfrm flipH="1">
              <a:off x="8972550" y="3639027"/>
              <a:ext cx="1" cy="275748"/>
            </a:xfrm>
            <a:prstGeom prst="straightConnector1">
              <a:avLst/>
            </a:prstGeom>
            <a:ln w="12383">
              <a:solidFill>
                <a:srgbClr val="0759BE"/>
              </a:solidFill>
              <a:prstDash val="solid"/>
              <a:headEnd type="none" w="med" len="med"/>
              <a:tailEnd type="triangle" w="sm" len="sm"/>
            </a:ln>
          </p:spPr>
        </p:cxnSp>
        <p:sp>
          <p:nvSpPr>
            <p:cNvPr id="55" name="instance.C22.197.layer0.node0.2590">
              <a:extLst>
                <a:ext uri="{FF2B5EF4-FFF2-40B4-BE49-F238E27FC236}">
                  <a16:creationId id="{B0CBE2E1-58AC-4066-9C62-51DC16628770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30575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6" name="instance.C22.197.layer0.node1.2591">
              <a:extLst>
                <a:ext uri="{FF2B5EF4-FFF2-40B4-BE49-F238E27FC236}">
                  <a16:creationId id="{6F929028-B521-4576-82D7-07B61C5E0B10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39147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7" name="instance.C22.197.layer0.node2.2592">
              <a:extLst>
                <a:ext uri="{FF2B5EF4-FFF2-40B4-BE49-F238E27FC236}">
                  <a16:creationId id="{3327A2F9-8864-4314-9552-BEA17BBEF832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47720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9" name="instance.C22.197.layer1.node0.2594">
              <a:extLst>
                <a:ext uri="{FF2B5EF4-FFF2-40B4-BE49-F238E27FC236}">
                  <a16:creationId id="{72CC2764-A86A-4328-911F-1BC9B04E9F66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30575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60" name="instance.C22.197.layer1.node1.2595">
              <a:extLst>
                <a:ext uri="{FF2B5EF4-FFF2-40B4-BE49-F238E27FC236}">
                  <a16:creationId id="{A96355DE-5162-457B-ADDC-7F544EFA671A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39147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61" name="instance.C22.197.layer1.node2.2596">
              <a:extLst>
                <a:ext uri="{FF2B5EF4-FFF2-40B4-BE49-F238E27FC236}">
                  <a16:creationId id="{BBDD04B6-F9BA-41E3-AF05-18782ED080FD}"/>
                </a:ext>
              </a:extLst>
            </p:cNvPr>
            <p:cNvSpPr>
              <a:spLocks noGrp="1"/>
            </p:cNvSpPr>
            <p:nvPr/>
          </p:nvSpPr>
          <p:spPr>
            <a:xfrm>
              <a:off x="8848725" y="47720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63" name="instance.C22.197.layer2.node0.2598">
              <a:extLst>
                <a:ext uri="{FF2B5EF4-FFF2-40B4-BE49-F238E27FC236}">
                  <a16:creationId id="{4B04A701-4824-4314-99C9-B4AEF48301A1}"/>
                </a:ext>
              </a:extLst>
            </p:cNvPr>
            <p:cNvSpPr>
              <a:spLocks noGrp="1"/>
            </p:cNvSpPr>
            <p:nvPr/>
          </p:nvSpPr>
          <p:spPr>
            <a:xfrm>
              <a:off x="10677525" y="30575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64" name="instance.C22.197.layer2.node1.2599">
              <a:extLst>
                <a:ext uri="{FF2B5EF4-FFF2-40B4-BE49-F238E27FC236}">
                  <a16:creationId id="{E253332B-211A-487C-A018-CF5CC55E71C8}"/>
                </a:ext>
              </a:extLst>
            </p:cNvPr>
            <p:cNvSpPr>
              <a:spLocks noGrp="1"/>
            </p:cNvSpPr>
            <p:nvPr/>
          </p:nvSpPr>
          <p:spPr>
            <a:xfrm>
              <a:off x="10677525" y="391477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65" name="instance.C22.197.layer2.node2.2600">
              <a:extLst>
                <a:ext uri="{FF2B5EF4-FFF2-40B4-BE49-F238E27FC236}">
                  <a16:creationId id="{2D811180-F27A-48CA-A4CD-2BFE5BAA591A}"/>
                </a:ext>
              </a:extLst>
            </p:cNvPr>
            <p:cNvSpPr>
              <a:spLocks noGrp="1"/>
            </p:cNvSpPr>
            <p:nvPr/>
          </p:nvSpPr>
          <p:spPr>
            <a:xfrm>
              <a:off x="10677525" y="4772025"/>
              <a:ext cx="247650" cy="247650"/>
            </a:xfrm>
            <a:prstGeom prst="ellipse">
              <a:avLst/>
            </a:prstGeom>
            <a:solidFill>
              <a:srgbClr val="F2F7FB"/>
            </a:solidFill>
            <a:ln w="12383">
              <a:solidFill>
                <a:srgbClr val="0759BE"/>
              </a:solidFill>
              <a:prstDash val="solid"/>
            </a:ln>
          </p:spPr>
        </p:sp>
        <p:sp>
          <p:nvSpPr>
            <p:cNvPr id="58" name="instance.C22.197.layer0.title.2593">
              <a:extLst>
                <a:ext uri="{FF2B5EF4-FFF2-40B4-BE49-F238E27FC236}">
                  <a16:creationId id="{96DFFE88-1F19-4219-92A9-7BBDB81B5E9F}"/>
                </a:ext>
              </a:extLst>
            </p:cNvPr>
            <p:cNvSpPr>
              <a:spLocks noGrp="1"/>
            </p:cNvSpPr>
            <p:nvPr/>
          </p:nvSpPr>
          <p:spPr>
            <a:xfrm>
              <a:off x="65913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1</a:t>
              </a:r>
            </a:p>
          </p:txBody>
        </p:sp>
        <p:sp>
          <p:nvSpPr>
            <p:cNvPr id="62" name="instance.C22.197.layer1.title.2597">
              <a:extLst>
                <a:ext uri="{FF2B5EF4-FFF2-40B4-BE49-F238E27FC236}">
                  <a16:creationId id="{1E820B20-1E28-493F-849A-999E1B442F63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2</a:t>
              </a:r>
            </a:p>
          </p:txBody>
        </p:sp>
        <p:sp>
          <p:nvSpPr>
            <p:cNvPr id="66" name="instance.C22.197.layer2.title.2601">
              <a:extLst>
                <a:ext uri="{FF2B5EF4-FFF2-40B4-BE49-F238E27FC236}">
                  <a16:creationId id="{87BC0509-1C43-4E81-A5BE-7666AF16A37E}"/>
                </a:ext>
              </a:extLst>
            </p:cNvPr>
            <p:cNvSpPr>
              <a:spLocks noGrp="1"/>
            </p:cNvSpPr>
            <p:nvPr/>
          </p:nvSpPr>
          <p:spPr>
            <a:xfrm>
              <a:off x="10248900" y="5353050"/>
              <a:ext cx="11049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ctr">
              <a:noAutofit/>
            </a:bodyPr>
            <a:lstStyle>
              <a:def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defPPr>
              <a:lvl1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1pPr>
              <a:lvl2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2pPr>
              <a:lvl3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3pPr>
              <a:lvl4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4pPr>
              <a:lvl5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5pPr>
              <a:lvl6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6pPr>
              <a:lvl7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7pPr>
              <a:lvl8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8pPr>
              <a:lvl9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lvl9pPr>
            </a:lstStyle>
            <a:p>
              <a:pPr algn="ctr">
                <a:defRPr sz="1350" b="0">
                  <a:solidFill>
                    <a:srgbClr val="35759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层 3</a:t>
              </a:r>
            </a:p>
          </p:txBody>
        </p:sp>
      </p:grpSp>
      <p:sp>
        <p:nvSpPr>
          <p:cNvPr id="83" name="gallery.layers-feedback.note.2606">
            <a:extLst>
              <a:ext uri="{FF2B5EF4-FFF2-40B4-BE49-F238E27FC236}">
                <a16:creationId id="{E2F7075F-6E7F-4109-88A9-14A962D9B6EC}"/>
              </a:ext>
            </a:extLst>
          </p:cNvPr>
          <p:cNvSpPr>
            <a:spLocks noGrp="1"/>
          </p:cNvSpPr>
          <p:nvPr/>
        </p:nvSpPr>
        <p:spPr>
          <a:xfrm>
            <a:off x="6381750" y="5981700"/>
            <a:ext cx="5181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正向对应连接与回向绕行分开</a:t>
            </a:r>
          </a:p>
        </p:txBody>
      </p:sp>
      <p:sp>
        <p:nvSpPr>
          <p:cNvPr id="89" name="navigation.rule.2781">
            <a:extLst>
              <a:ext uri="{FF2B5EF4-FFF2-40B4-BE49-F238E27FC236}">
                <a16:creationId id="{2916B0AB-8C51-4979-81EB-D9DBB8D68E18}"/>
              </a:ext>
            </a:extLst>
          </p:cNvPr>
          <p:cNvSpPr>
            <a:spLocks noGrp="1"/>
          </p:cNvSpPr>
          <p:nvPr/>
        </p:nvSpPr>
        <p:spPr>
          <a:xfrm>
            <a:off x="457200" y="6648450"/>
            <a:ext cx="11277600" cy="0"/>
          </a:xfrm>
          <a:prstGeom prst="line">
            <a:avLst/>
          </a:prstGeom>
          <a:noFill/>
          <a:ln w="5239">
            <a:solidFill>
              <a:srgbClr val="A6B4C0"/>
            </a:solidFill>
            <a:prstDash val="solid"/>
          </a:ln>
        </p:spPr>
      </p:sp>
      <p:sp>
        <p:nvSpPr>
          <p:cNvPr id="90" name="navigation.section.2782">
            <a:extLst>
              <a:ext uri="{FF2B5EF4-FFF2-40B4-BE49-F238E27FC236}">
                <a16:creationId id="{FFE9722C-7C71-4707-A7F5-280A0381F8CB}"/>
              </a:ext>
            </a:extLst>
          </p:cNvPr>
          <p:cNvSpPr>
            <a:spLocks noGrp="1"/>
          </p:cNvSpPr>
          <p:nvPr/>
        </p:nvSpPr>
        <p:spPr>
          <a:xfrm>
            <a:off x="457200" y="6667500"/>
            <a:ext cx="904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0">
                <a:solidFill>
                  <a:srgbClr val="5B6C7A"/>
                </a:solidFill>
                <a:latin typeface="Noto Sans SC"/>
                <a:ea typeface="Noto Sans SC"/>
                <a:cs typeface="Noto Sans SC"/>
              </a:defRPr>
            </a:pPr>
            <a:r>
              <a:t>第8节　连接补充与层间连接</a:t>
            </a:r>
          </a:p>
        </p:txBody>
      </p:sp>
      <p:sp>
        <p:nvSpPr>
          <p:cNvPr id="91" name="navigation.page.2783">
            <a:extLst>
              <a:ext uri="{FF2B5EF4-FFF2-40B4-BE49-F238E27FC236}">
                <a16:creationId id="{3EE8BEA3-F795-47A2-8B2F-F9F0366A9DAC}"/>
              </a:ext>
            </a:extLst>
          </p:cNvPr>
          <p:cNvSpPr>
            <a:spLocks noGrp="1"/>
          </p:cNvSpPr>
          <p:nvPr/>
        </p:nvSpPr>
        <p:spPr>
          <a:xfrm>
            <a:off x="9810750" y="6667500"/>
            <a:ext cx="19240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900" b="0">
                <a:solidFill>
                  <a:srgbClr val="357596"/>
                </a:solidFill>
                <a:latin typeface="Noto Sans SC"/>
                <a:ea typeface="Noto Sans SC"/>
                <a:cs typeface="Noto Sans SC"/>
              </a:defRPr>
            </a:pPr>
            <a:r>
              <a:t>53 / 53</a:t>
            </a:r>
          </a:p>
        </p:txBody>
      </p:sp>
    </p:spTree>
    <p:extLst>
      <p:ext uri="{BB962C8B-B14F-4D97-AF65-F5344CB8AC3E}">
        <p14:creationId val="2109850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53</ap:Slides>
  <ap:Notes>53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2026-10-22T08:27:05.8670000Z</dcterms:created>
  <dcterms:modified xsi:type="dcterms:W3CDTF">2026-10-22T08:27:05.8670000Z</dcterms:modified>
</coreProperties>
</file>